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2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3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4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7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9"/>
  </p:notesMasterIdLst>
  <p:sldIdLst>
    <p:sldId id="280" r:id="rId2"/>
    <p:sldId id="325" r:id="rId3"/>
    <p:sldId id="302" r:id="rId4"/>
    <p:sldId id="326" r:id="rId5"/>
    <p:sldId id="408" r:id="rId6"/>
    <p:sldId id="327" r:id="rId7"/>
    <p:sldId id="329" r:id="rId8"/>
    <p:sldId id="409" r:id="rId9"/>
    <p:sldId id="328" r:id="rId10"/>
    <p:sldId id="410" r:id="rId11"/>
    <p:sldId id="330" r:id="rId12"/>
    <p:sldId id="332" r:id="rId13"/>
    <p:sldId id="411" r:id="rId14"/>
    <p:sldId id="333" r:id="rId15"/>
    <p:sldId id="335" r:id="rId16"/>
    <p:sldId id="337" r:id="rId17"/>
    <p:sldId id="384" r:id="rId18"/>
    <p:sldId id="343" r:id="rId19"/>
    <p:sldId id="338" r:id="rId20"/>
    <p:sldId id="339" r:id="rId21"/>
    <p:sldId id="385" r:id="rId22"/>
    <p:sldId id="344" r:id="rId23"/>
    <p:sldId id="340" r:id="rId24"/>
    <p:sldId id="367" r:id="rId25"/>
    <p:sldId id="368" r:id="rId26"/>
    <p:sldId id="386" r:id="rId27"/>
    <p:sldId id="345" r:id="rId28"/>
    <p:sldId id="341" r:id="rId29"/>
    <p:sldId id="383" r:id="rId30"/>
    <p:sldId id="387" r:id="rId31"/>
    <p:sldId id="342" r:id="rId32"/>
    <p:sldId id="397" r:id="rId33"/>
    <p:sldId id="394" r:id="rId34"/>
    <p:sldId id="346" r:id="rId35"/>
    <p:sldId id="348" r:id="rId36"/>
    <p:sldId id="388" r:id="rId37"/>
    <p:sldId id="395" r:id="rId38"/>
    <p:sldId id="349" r:id="rId39"/>
    <p:sldId id="354" r:id="rId40"/>
    <p:sldId id="398" r:id="rId41"/>
    <p:sldId id="350" r:id="rId42"/>
    <p:sldId id="355" r:id="rId43"/>
    <p:sldId id="370" r:id="rId44"/>
    <p:sldId id="389" r:id="rId45"/>
    <p:sldId id="390" r:id="rId46"/>
    <p:sldId id="400" r:id="rId47"/>
    <p:sldId id="352" r:id="rId48"/>
    <p:sldId id="371" r:id="rId49"/>
    <p:sldId id="392" r:id="rId50"/>
    <p:sldId id="401" r:id="rId51"/>
    <p:sldId id="353" r:id="rId52"/>
    <p:sldId id="372" r:id="rId53"/>
    <p:sldId id="391" r:id="rId54"/>
    <p:sldId id="399" r:id="rId55"/>
    <p:sldId id="402" r:id="rId56"/>
    <p:sldId id="361" r:id="rId57"/>
    <p:sldId id="356" r:id="rId58"/>
    <p:sldId id="362" r:id="rId59"/>
    <p:sldId id="363" r:id="rId60"/>
    <p:sldId id="403" r:id="rId61"/>
    <p:sldId id="373" r:id="rId62"/>
    <p:sldId id="404" r:id="rId63"/>
    <p:sldId id="375" r:id="rId64"/>
    <p:sldId id="380" r:id="rId65"/>
    <p:sldId id="357" r:id="rId66"/>
    <p:sldId id="358" r:id="rId67"/>
    <p:sldId id="376" r:id="rId68"/>
    <p:sldId id="393" r:id="rId69"/>
    <p:sldId id="382" r:id="rId70"/>
    <p:sldId id="377" r:id="rId71"/>
    <p:sldId id="405" r:id="rId72"/>
    <p:sldId id="364" r:id="rId73"/>
    <p:sldId id="359" r:id="rId74"/>
    <p:sldId id="406" r:id="rId75"/>
    <p:sldId id="407" r:id="rId76"/>
    <p:sldId id="365" r:id="rId77"/>
    <p:sldId id="381" r:id="rId7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42" userDrawn="1">
          <p15:clr>
            <a:srgbClr val="A4A3A4"/>
          </p15:clr>
        </p15:guide>
        <p15:guide id="2" pos="461" userDrawn="1">
          <p15:clr>
            <a:srgbClr val="A4A3A4"/>
          </p15:clr>
        </p15:guide>
        <p15:guide id="3" orient="horz" pos="1434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D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69255-A9E6-47F3-98B0-82012D241A8F}" v="8" dt="2024-09-27T23:39:39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0196" autoAdjust="0"/>
  </p:normalViewPr>
  <p:slideViewPr>
    <p:cSldViewPr snapToGrid="0" snapToObjects="1">
      <p:cViewPr varScale="1">
        <p:scale>
          <a:sx n="71" d="100"/>
          <a:sy n="71" d="100"/>
        </p:scale>
        <p:origin x="1483" y="62"/>
      </p:cViewPr>
      <p:guideLst>
        <p:guide pos="7242"/>
        <p:guide pos="461"/>
        <p:guide orient="horz" pos="1434"/>
        <p:guide orient="horz" pos="799"/>
        <p:guide orient="horz" pos="2387"/>
      </p:guideLst>
    </p:cSldViewPr>
  </p:slideViewPr>
  <p:outlineViewPr>
    <p:cViewPr>
      <p:scale>
        <a:sx n="33" d="100"/>
        <a:sy n="33" d="100"/>
      </p:scale>
      <p:origin x="0" y="-60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2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avid Suarez" userId="e850854423d4af7c" providerId="LiveId" clId="{EDA91855-6332-4C03-B4A4-83E829EE56E2}"/>
    <pc:docChg chg="undo redo custSel addSld delSld modSld sldOrd modMainMaster">
      <pc:chgData name="Juan David Suarez" userId="e850854423d4af7c" providerId="LiveId" clId="{EDA91855-6332-4C03-B4A4-83E829EE56E2}" dt="2024-09-24T17:11:24.223" v="21307" actId="1076"/>
      <pc:docMkLst>
        <pc:docMk/>
      </pc:docMkLst>
      <pc:sldChg chg="delSp modSp mod">
        <pc:chgData name="Juan David Suarez" userId="e850854423d4af7c" providerId="LiveId" clId="{EDA91855-6332-4C03-B4A4-83E829EE56E2}" dt="2024-09-19T15:18:20.170" v="601" actId="313"/>
        <pc:sldMkLst>
          <pc:docMk/>
          <pc:sldMk cId="3315228586" sldId="280"/>
        </pc:sldMkLst>
        <pc:spChg chg="mod">
          <ac:chgData name="Juan David Suarez" userId="e850854423d4af7c" providerId="LiveId" clId="{EDA91855-6332-4C03-B4A4-83E829EE56E2}" dt="2024-09-19T15:08:22.844" v="148" actId="20577"/>
          <ac:spMkLst>
            <pc:docMk/>
            <pc:sldMk cId="3315228586" sldId="280"/>
            <ac:spMk id="2" creationId="{00000000-0000-0000-0000-000000000000}"/>
          </ac:spMkLst>
        </pc:spChg>
        <pc:spChg chg="mod">
          <ac:chgData name="Juan David Suarez" userId="e850854423d4af7c" providerId="LiveId" clId="{EDA91855-6332-4C03-B4A4-83E829EE56E2}" dt="2024-09-19T15:18:20.170" v="601" actId="313"/>
          <ac:spMkLst>
            <pc:docMk/>
            <pc:sldMk cId="3315228586" sldId="280"/>
            <ac:spMk id="4" creationId="{00000000-0000-0000-0000-000000000000}"/>
          </ac:spMkLst>
        </pc:spChg>
        <pc:picChg chg="del">
          <ac:chgData name="Juan David Suarez" userId="e850854423d4af7c" providerId="LiveId" clId="{EDA91855-6332-4C03-B4A4-83E829EE56E2}" dt="2024-09-19T15:05:17.937" v="0" actId="478"/>
          <ac:picMkLst>
            <pc:docMk/>
            <pc:sldMk cId="3315228586" sldId="280"/>
            <ac:picMk id="5" creationId="{F1DAF207-69B2-35CB-D49B-8D7565D5A61D}"/>
          </ac:picMkLst>
        </pc:picChg>
      </pc:sldChg>
      <pc:sldChg chg="del">
        <pc:chgData name="Juan David Suarez" userId="e850854423d4af7c" providerId="LiveId" clId="{EDA91855-6332-4C03-B4A4-83E829EE56E2}" dt="2024-09-19T15:26:11.422" v="960" actId="47"/>
        <pc:sldMkLst>
          <pc:docMk/>
          <pc:sldMk cId="2230713114" sldId="300"/>
        </pc:sldMkLst>
      </pc:sldChg>
      <pc:sldChg chg="addSp delSp modSp mod">
        <pc:chgData name="Juan David Suarez" userId="e850854423d4af7c" providerId="LiveId" clId="{EDA91855-6332-4C03-B4A4-83E829EE56E2}" dt="2024-09-19T15:27:49.791" v="1032" actId="33524"/>
        <pc:sldMkLst>
          <pc:docMk/>
          <pc:sldMk cId="901669273" sldId="302"/>
        </pc:sldMkLst>
        <pc:spChg chg="mod">
          <ac:chgData name="Juan David Suarez" userId="e850854423d4af7c" providerId="LiveId" clId="{EDA91855-6332-4C03-B4A4-83E829EE56E2}" dt="2024-09-19T15:27:49.791" v="1032" actId="33524"/>
          <ac:spMkLst>
            <pc:docMk/>
            <pc:sldMk cId="901669273" sldId="302"/>
            <ac:spMk id="2" creationId="{00000000-0000-0000-0000-000000000000}"/>
          </ac:spMkLst>
        </pc:spChg>
        <pc:spChg chg="add del mod">
          <ac:chgData name="Juan David Suarez" userId="e850854423d4af7c" providerId="LiveId" clId="{EDA91855-6332-4C03-B4A4-83E829EE56E2}" dt="2024-09-19T15:13:39.619" v="447" actId="21"/>
          <ac:spMkLst>
            <pc:docMk/>
            <pc:sldMk cId="901669273" sldId="302"/>
            <ac:spMk id="3" creationId="{9AE1201E-05CF-483B-292D-9AB7780880DC}"/>
          </ac:spMkLst>
        </pc:spChg>
        <pc:spChg chg="del">
          <ac:chgData name="Juan David Suarez" userId="e850854423d4af7c" providerId="LiveId" clId="{EDA91855-6332-4C03-B4A4-83E829EE56E2}" dt="2024-09-19T15:20:39.808" v="753" actId="478"/>
          <ac:spMkLst>
            <pc:docMk/>
            <pc:sldMk cId="901669273" sldId="302"/>
            <ac:spMk id="5" creationId="{00000000-0000-0000-0000-000000000000}"/>
          </ac:spMkLst>
        </pc:spChg>
        <pc:spChg chg="del">
          <ac:chgData name="Juan David Suarez" userId="e850854423d4af7c" providerId="LiveId" clId="{EDA91855-6332-4C03-B4A4-83E829EE56E2}" dt="2024-09-19T15:20:39.808" v="753" actId="478"/>
          <ac:spMkLst>
            <pc:docMk/>
            <pc:sldMk cId="901669273" sldId="302"/>
            <ac:spMk id="6" creationId="{00000000-0000-0000-0000-000000000000}"/>
          </ac:spMkLst>
        </pc:spChg>
        <pc:spChg chg="del">
          <ac:chgData name="Juan David Suarez" userId="e850854423d4af7c" providerId="LiveId" clId="{EDA91855-6332-4C03-B4A4-83E829EE56E2}" dt="2024-09-19T15:20:39.808" v="753" actId="478"/>
          <ac:spMkLst>
            <pc:docMk/>
            <pc:sldMk cId="901669273" sldId="302"/>
            <ac:spMk id="7" creationId="{00000000-0000-0000-0000-000000000000}"/>
          </ac:spMkLst>
        </pc:spChg>
        <pc:spChg chg="del">
          <ac:chgData name="Juan David Suarez" userId="e850854423d4af7c" providerId="LiveId" clId="{EDA91855-6332-4C03-B4A4-83E829EE56E2}" dt="2024-09-19T15:20:39.808" v="753" actId="478"/>
          <ac:spMkLst>
            <pc:docMk/>
            <pc:sldMk cId="901669273" sldId="302"/>
            <ac:spMk id="9" creationId="{00000000-0000-0000-0000-000000000000}"/>
          </ac:spMkLst>
        </pc:spChg>
        <pc:picChg chg="del">
          <ac:chgData name="Juan David Suarez" userId="e850854423d4af7c" providerId="LiveId" clId="{EDA91855-6332-4C03-B4A4-83E829EE56E2}" dt="2024-09-19T15:20:39.808" v="753" actId="478"/>
          <ac:picMkLst>
            <pc:docMk/>
            <pc:sldMk cId="901669273" sldId="302"/>
            <ac:picMk id="4" creationId="{3316BD98-A291-50B8-F222-5C0EFE80D2DF}"/>
          </ac:picMkLst>
        </pc:picChg>
        <pc:picChg chg="del">
          <ac:chgData name="Juan David Suarez" userId="e850854423d4af7c" providerId="LiveId" clId="{EDA91855-6332-4C03-B4A4-83E829EE56E2}" dt="2024-09-19T15:20:39.808" v="753" actId="478"/>
          <ac:picMkLst>
            <pc:docMk/>
            <pc:sldMk cId="901669273" sldId="302"/>
            <ac:picMk id="10" creationId="{492C1C86-20B0-7C13-0394-80AAD4471D9B}"/>
          </ac:picMkLst>
        </pc:picChg>
      </pc:sldChg>
      <pc:sldChg chg="del">
        <pc:chgData name="Juan David Suarez" userId="e850854423d4af7c" providerId="LiveId" clId="{EDA91855-6332-4C03-B4A4-83E829EE56E2}" dt="2024-09-19T15:26:09.772" v="957" actId="47"/>
        <pc:sldMkLst>
          <pc:docMk/>
          <pc:sldMk cId="184519448" sldId="303"/>
        </pc:sldMkLst>
      </pc:sldChg>
      <pc:sldChg chg="del">
        <pc:chgData name="Juan David Suarez" userId="e850854423d4af7c" providerId="LiveId" clId="{EDA91855-6332-4C03-B4A4-83E829EE56E2}" dt="2024-09-19T15:26:11.056" v="959" actId="47"/>
        <pc:sldMkLst>
          <pc:docMk/>
          <pc:sldMk cId="3807417842" sldId="308"/>
        </pc:sldMkLst>
      </pc:sldChg>
      <pc:sldChg chg="del">
        <pc:chgData name="Juan David Suarez" userId="e850854423d4af7c" providerId="LiveId" clId="{EDA91855-6332-4C03-B4A4-83E829EE56E2}" dt="2024-09-19T15:26:11.926" v="961" actId="47"/>
        <pc:sldMkLst>
          <pc:docMk/>
          <pc:sldMk cId="2582720759" sldId="311"/>
        </pc:sldMkLst>
      </pc:sldChg>
      <pc:sldChg chg="del">
        <pc:chgData name="Juan David Suarez" userId="e850854423d4af7c" providerId="LiveId" clId="{EDA91855-6332-4C03-B4A4-83E829EE56E2}" dt="2024-09-19T15:26:09.196" v="956" actId="47"/>
        <pc:sldMkLst>
          <pc:docMk/>
          <pc:sldMk cId="4293610490" sldId="320"/>
        </pc:sldMkLst>
      </pc:sldChg>
      <pc:sldChg chg="del">
        <pc:chgData name="Juan David Suarez" userId="e850854423d4af7c" providerId="LiveId" clId="{EDA91855-6332-4C03-B4A4-83E829EE56E2}" dt="2024-09-19T15:26:10.570" v="958" actId="47"/>
        <pc:sldMkLst>
          <pc:docMk/>
          <pc:sldMk cId="4005108264" sldId="323"/>
        </pc:sldMkLst>
      </pc:sldChg>
      <pc:sldChg chg="del">
        <pc:chgData name="Juan David Suarez" userId="e850854423d4af7c" providerId="LiveId" clId="{EDA91855-6332-4C03-B4A4-83E829EE56E2}" dt="2024-09-19T15:26:12.586" v="962" actId="47"/>
        <pc:sldMkLst>
          <pc:docMk/>
          <pc:sldMk cId="1231356476" sldId="324"/>
        </pc:sldMkLst>
      </pc:sldChg>
      <pc:sldChg chg="modSp new mod">
        <pc:chgData name="Juan David Suarez" userId="e850854423d4af7c" providerId="LiveId" clId="{EDA91855-6332-4C03-B4A4-83E829EE56E2}" dt="2024-09-19T15:18:56.314" v="605" actId="207"/>
        <pc:sldMkLst>
          <pc:docMk/>
          <pc:sldMk cId="628213817" sldId="325"/>
        </pc:sldMkLst>
        <pc:spChg chg="mod">
          <ac:chgData name="Juan David Suarez" userId="e850854423d4af7c" providerId="LiveId" clId="{EDA91855-6332-4C03-B4A4-83E829EE56E2}" dt="2024-09-19T15:18:47.856" v="603" actId="207"/>
          <ac:spMkLst>
            <pc:docMk/>
            <pc:sldMk cId="628213817" sldId="325"/>
            <ac:spMk id="2" creationId="{8A85B161-53BC-2355-760F-5BBFCF19A091}"/>
          </ac:spMkLst>
        </pc:spChg>
        <pc:spChg chg="mod">
          <ac:chgData name="Juan David Suarez" userId="e850854423d4af7c" providerId="LiveId" clId="{EDA91855-6332-4C03-B4A4-83E829EE56E2}" dt="2024-09-19T15:18:56.314" v="605" actId="207"/>
          <ac:spMkLst>
            <pc:docMk/>
            <pc:sldMk cId="628213817" sldId="325"/>
            <ac:spMk id="3" creationId="{0D3E78DF-DB60-55D5-47D6-E25856631ADB}"/>
          </ac:spMkLst>
        </pc:spChg>
      </pc:sldChg>
      <pc:sldChg chg="addSp delSp modSp add mod">
        <pc:chgData name="Juan David Suarez" userId="e850854423d4af7c" providerId="LiveId" clId="{EDA91855-6332-4C03-B4A4-83E829EE56E2}" dt="2024-09-19T20:29:33.959" v="7172" actId="20577"/>
        <pc:sldMkLst>
          <pc:docMk/>
          <pc:sldMk cId="902349259" sldId="326"/>
        </pc:sldMkLst>
        <pc:spChg chg="mod">
          <ac:chgData name="Juan David Suarez" userId="e850854423d4af7c" providerId="LiveId" clId="{EDA91855-6332-4C03-B4A4-83E829EE56E2}" dt="2024-09-19T15:26:26.922" v="965" actId="207"/>
          <ac:spMkLst>
            <pc:docMk/>
            <pc:sldMk cId="902349259" sldId="326"/>
            <ac:spMk id="2" creationId="{00000000-0000-0000-0000-000000000000}"/>
          </ac:spMkLst>
        </pc:spChg>
        <pc:spChg chg="add mod">
          <ac:chgData name="Juan David Suarez" userId="e850854423d4af7c" providerId="LiveId" clId="{EDA91855-6332-4C03-B4A4-83E829EE56E2}" dt="2024-09-19T20:29:33.959" v="7172" actId="20577"/>
          <ac:spMkLst>
            <pc:docMk/>
            <pc:sldMk cId="902349259" sldId="326"/>
            <ac:spMk id="3" creationId="{9D6AAE2F-43B1-C909-450F-20E6706F3D89}"/>
          </ac:spMkLst>
        </pc:spChg>
        <pc:spChg chg="del">
          <ac:chgData name="Juan David Suarez" userId="e850854423d4af7c" providerId="LiveId" clId="{EDA91855-6332-4C03-B4A4-83E829EE56E2}" dt="2024-09-19T15:20:04.756" v="751" actId="478"/>
          <ac:spMkLst>
            <pc:docMk/>
            <pc:sldMk cId="902349259" sldId="326"/>
            <ac:spMk id="5" creationId="{00000000-0000-0000-0000-000000000000}"/>
          </ac:spMkLst>
        </pc:spChg>
        <pc:spChg chg="del">
          <ac:chgData name="Juan David Suarez" userId="e850854423d4af7c" providerId="LiveId" clId="{EDA91855-6332-4C03-B4A4-83E829EE56E2}" dt="2024-09-19T15:20:04.756" v="751" actId="478"/>
          <ac:spMkLst>
            <pc:docMk/>
            <pc:sldMk cId="902349259" sldId="326"/>
            <ac:spMk id="6" creationId="{00000000-0000-0000-0000-000000000000}"/>
          </ac:spMkLst>
        </pc:spChg>
        <pc:spChg chg="del">
          <ac:chgData name="Juan David Suarez" userId="e850854423d4af7c" providerId="LiveId" clId="{EDA91855-6332-4C03-B4A4-83E829EE56E2}" dt="2024-09-19T15:19:59.781" v="750" actId="478"/>
          <ac:spMkLst>
            <pc:docMk/>
            <pc:sldMk cId="902349259" sldId="326"/>
            <ac:spMk id="7" creationId="{00000000-0000-0000-0000-000000000000}"/>
          </ac:spMkLst>
        </pc:spChg>
        <pc:spChg chg="del">
          <ac:chgData name="Juan David Suarez" userId="e850854423d4af7c" providerId="LiveId" clId="{EDA91855-6332-4C03-B4A4-83E829EE56E2}" dt="2024-09-19T15:19:59.781" v="750" actId="478"/>
          <ac:spMkLst>
            <pc:docMk/>
            <pc:sldMk cId="902349259" sldId="326"/>
            <ac:spMk id="9" creationId="{00000000-0000-0000-0000-000000000000}"/>
          </ac:spMkLst>
        </pc:spChg>
        <pc:picChg chg="del">
          <ac:chgData name="Juan David Suarez" userId="e850854423d4af7c" providerId="LiveId" clId="{EDA91855-6332-4C03-B4A4-83E829EE56E2}" dt="2024-09-19T15:20:04.756" v="751" actId="478"/>
          <ac:picMkLst>
            <pc:docMk/>
            <pc:sldMk cId="902349259" sldId="326"/>
            <ac:picMk id="4" creationId="{3316BD98-A291-50B8-F222-5C0EFE80D2DF}"/>
          </ac:picMkLst>
        </pc:picChg>
        <pc:picChg chg="del">
          <ac:chgData name="Juan David Suarez" userId="e850854423d4af7c" providerId="LiveId" clId="{EDA91855-6332-4C03-B4A4-83E829EE56E2}" dt="2024-09-19T15:20:04.756" v="751" actId="478"/>
          <ac:picMkLst>
            <pc:docMk/>
            <pc:sldMk cId="902349259" sldId="326"/>
            <ac:picMk id="10" creationId="{492C1C86-20B0-7C13-0394-80AAD4471D9B}"/>
          </ac:picMkLst>
        </pc:picChg>
      </pc:sldChg>
      <pc:sldChg chg="modSp new mod">
        <pc:chgData name="Juan David Suarez" userId="e850854423d4af7c" providerId="LiveId" clId="{EDA91855-6332-4C03-B4A4-83E829EE56E2}" dt="2024-09-19T15:22:09.684" v="821" actId="313"/>
        <pc:sldMkLst>
          <pc:docMk/>
          <pc:sldMk cId="1915641132" sldId="327"/>
        </pc:sldMkLst>
        <pc:spChg chg="mod">
          <ac:chgData name="Juan David Suarez" userId="e850854423d4af7c" providerId="LiveId" clId="{EDA91855-6332-4C03-B4A4-83E829EE56E2}" dt="2024-09-19T15:22:09.684" v="821" actId="313"/>
          <ac:spMkLst>
            <pc:docMk/>
            <pc:sldMk cId="1915641132" sldId="327"/>
            <ac:spMk id="2" creationId="{07740276-3608-5A36-E1AD-C23458F4C33A}"/>
          </ac:spMkLst>
        </pc:spChg>
      </pc:sldChg>
      <pc:sldChg chg="new del">
        <pc:chgData name="Juan David Suarez" userId="e850854423d4af7c" providerId="LiveId" clId="{EDA91855-6332-4C03-B4A4-83E829EE56E2}" dt="2024-09-19T15:20:48.629" v="755" actId="680"/>
        <pc:sldMkLst>
          <pc:docMk/>
          <pc:sldMk cId="2614154025" sldId="327"/>
        </pc:sldMkLst>
      </pc:sldChg>
      <pc:sldChg chg="modSp new mod">
        <pc:chgData name="Juan David Suarez" userId="e850854423d4af7c" providerId="LiveId" clId="{EDA91855-6332-4C03-B4A4-83E829EE56E2}" dt="2024-09-19T20:31:50.234" v="7478" actId="20577"/>
        <pc:sldMkLst>
          <pc:docMk/>
          <pc:sldMk cId="451706576" sldId="328"/>
        </pc:sldMkLst>
        <pc:spChg chg="mod">
          <ac:chgData name="Juan David Suarez" userId="e850854423d4af7c" providerId="LiveId" clId="{EDA91855-6332-4C03-B4A4-83E829EE56E2}" dt="2024-09-19T15:25:57.496" v="953" actId="207"/>
          <ac:spMkLst>
            <pc:docMk/>
            <pc:sldMk cId="451706576" sldId="328"/>
            <ac:spMk id="2" creationId="{A16D7FFF-0659-C1B9-74B5-969F58E894E0}"/>
          </ac:spMkLst>
        </pc:spChg>
        <pc:spChg chg="mod">
          <ac:chgData name="Juan David Suarez" userId="e850854423d4af7c" providerId="LiveId" clId="{EDA91855-6332-4C03-B4A4-83E829EE56E2}" dt="2024-09-19T20:31:50.234" v="7478" actId="20577"/>
          <ac:spMkLst>
            <pc:docMk/>
            <pc:sldMk cId="451706576" sldId="328"/>
            <ac:spMk id="3" creationId="{E6146846-DF4C-9C15-6255-73AF5CD77E12}"/>
          </ac:spMkLst>
        </pc:spChg>
      </pc:sldChg>
      <pc:sldChg chg="modSp add mod">
        <pc:chgData name="Juan David Suarez" userId="e850854423d4af7c" providerId="LiveId" clId="{EDA91855-6332-4C03-B4A4-83E829EE56E2}" dt="2024-09-19T20:29:52.788" v="7249" actId="20577"/>
        <pc:sldMkLst>
          <pc:docMk/>
          <pc:sldMk cId="1460562643" sldId="329"/>
        </pc:sldMkLst>
        <pc:spChg chg="mod">
          <ac:chgData name="Juan David Suarez" userId="e850854423d4af7c" providerId="LiveId" clId="{EDA91855-6332-4C03-B4A4-83E829EE56E2}" dt="2024-09-19T15:24:22" v="893" actId="33524"/>
          <ac:spMkLst>
            <pc:docMk/>
            <pc:sldMk cId="1460562643" sldId="329"/>
            <ac:spMk id="2" creationId="{A16D7FFF-0659-C1B9-74B5-969F58E894E0}"/>
          </ac:spMkLst>
        </pc:spChg>
        <pc:spChg chg="mod">
          <ac:chgData name="Juan David Suarez" userId="e850854423d4af7c" providerId="LiveId" clId="{EDA91855-6332-4C03-B4A4-83E829EE56E2}" dt="2024-09-19T20:29:52.788" v="7249" actId="20577"/>
          <ac:spMkLst>
            <pc:docMk/>
            <pc:sldMk cId="1460562643" sldId="329"/>
            <ac:spMk id="3" creationId="{E6146846-DF4C-9C15-6255-73AF5CD77E12}"/>
          </ac:spMkLst>
        </pc:spChg>
      </pc:sldChg>
      <pc:sldChg chg="modSp new add del mod">
        <pc:chgData name="Juan David Suarez" userId="e850854423d4af7c" providerId="LiveId" clId="{EDA91855-6332-4C03-B4A4-83E829EE56E2}" dt="2024-09-19T20:32:41.023" v="7613" actId="20577"/>
        <pc:sldMkLst>
          <pc:docMk/>
          <pc:sldMk cId="3298731097" sldId="330"/>
        </pc:sldMkLst>
        <pc:spChg chg="mod">
          <ac:chgData name="Juan David Suarez" userId="e850854423d4af7c" providerId="LiveId" clId="{EDA91855-6332-4C03-B4A4-83E829EE56E2}" dt="2024-09-19T15:26:05.084" v="955" actId="207"/>
          <ac:spMkLst>
            <pc:docMk/>
            <pc:sldMk cId="3298731097" sldId="330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19T20:32:41.023" v="7613" actId="20577"/>
          <ac:spMkLst>
            <pc:docMk/>
            <pc:sldMk cId="3298731097" sldId="330"/>
            <ac:spMk id="3" creationId="{4DC373B7-84A2-E37F-1632-8FEADF17C905}"/>
          </ac:spMkLst>
        </pc:spChg>
      </pc:sldChg>
      <pc:sldChg chg="add del">
        <pc:chgData name="Juan David Suarez" userId="e850854423d4af7c" providerId="LiveId" clId="{EDA91855-6332-4C03-B4A4-83E829EE56E2}" dt="2024-09-19T15:26:58.110" v="969" actId="47"/>
        <pc:sldMkLst>
          <pc:docMk/>
          <pc:sldMk cId="2656507286" sldId="331"/>
        </pc:sldMkLst>
      </pc:sldChg>
      <pc:sldChg chg="modSp add mod">
        <pc:chgData name="Juan David Suarez" userId="e850854423d4af7c" providerId="LiveId" clId="{EDA91855-6332-4C03-B4A4-83E829EE56E2}" dt="2024-09-19T20:33:16.329" v="7751" actId="20577"/>
        <pc:sldMkLst>
          <pc:docMk/>
          <pc:sldMk cId="1147466022" sldId="332"/>
        </pc:sldMkLst>
        <pc:spChg chg="mod">
          <ac:chgData name="Juan David Suarez" userId="e850854423d4af7c" providerId="LiveId" clId="{EDA91855-6332-4C03-B4A4-83E829EE56E2}" dt="2024-09-19T15:27:33.825" v="1031" actId="20577"/>
          <ac:spMkLst>
            <pc:docMk/>
            <pc:sldMk cId="1147466022" sldId="332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19T20:33:16.329" v="7751" actId="20577"/>
          <ac:spMkLst>
            <pc:docMk/>
            <pc:sldMk cId="1147466022" sldId="332"/>
            <ac:spMk id="3" creationId="{4DC373B7-84A2-E37F-1632-8FEADF17C905}"/>
          </ac:spMkLst>
        </pc:spChg>
      </pc:sldChg>
      <pc:sldChg chg="modSp new mod">
        <pc:chgData name="Juan David Suarez" userId="e850854423d4af7c" providerId="LiveId" clId="{EDA91855-6332-4C03-B4A4-83E829EE56E2}" dt="2024-09-19T15:28:20.155" v="1054" actId="790"/>
        <pc:sldMkLst>
          <pc:docMk/>
          <pc:sldMk cId="1391894756" sldId="333"/>
        </pc:sldMkLst>
        <pc:spChg chg="mod">
          <ac:chgData name="Juan David Suarez" userId="e850854423d4af7c" providerId="LiveId" clId="{EDA91855-6332-4C03-B4A4-83E829EE56E2}" dt="2024-09-19T15:28:20.155" v="1054" actId="790"/>
          <ac:spMkLst>
            <pc:docMk/>
            <pc:sldMk cId="1391894756" sldId="333"/>
            <ac:spMk id="2" creationId="{82EA82E0-DEAE-BD25-3B5A-F4B24C08A7B0}"/>
          </ac:spMkLst>
        </pc:spChg>
      </pc:sldChg>
      <pc:sldChg chg="modSp new del mod">
        <pc:chgData name="Juan David Suarez" userId="e850854423d4af7c" providerId="LiveId" clId="{EDA91855-6332-4C03-B4A4-83E829EE56E2}" dt="2024-09-19T15:29:26.855" v="1152" actId="47"/>
        <pc:sldMkLst>
          <pc:docMk/>
          <pc:sldMk cId="4200827069" sldId="334"/>
        </pc:sldMkLst>
        <pc:spChg chg="mod">
          <ac:chgData name="Juan David Suarez" userId="e850854423d4af7c" providerId="LiveId" clId="{EDA91855-6332-4C03-B4A4-83E829EE56E2}" dt="2024-09-19T15:29:02.907" v="1149" actId="20577"/>
          <ac:spMkLst>
            <pc:docMk/>
            <pc:sldMk cId="4200827069" sldId="334"/>
            <ac:spMk id="2" creationId="{627D2846-9722-0F9E-95DF-DBCC62956558}"/>
          </ac:spMkLst>
        </pc:spChg>
      </pc:sldChg>
      <pc:sldChg chg="addSp modSp add mod">
        <pc:chgData name="Juan David Suarez" userId="e850854423d4af7c" providerId="LiveId" clId="{EDA91855-6332-4C03-B4A4-83E829EE56E2}" dt="2024-09-22T00:03:37.731" v="14016" actId="1076"/>
        <pc:sldMkLst>
          <pc:docMk/>
          <pc:sldMk cId="1957261503" sldId="335"/>
        </pc:sldMkLst>
        <pc:spChg chg="mod">
          <ac:chgData name="Juan David Suarez" userId="e850854423d4af7c" providerId="LiveId" clId="{EDA91855-6332-4C03-B4A4-83E829EE56E2}" dt="2024-09-19T15:29:37.084" v="1153" actId="313"/>
          <ac:spMkLst>
            <pc:docMk/>
            <pc:sldMk cId="1957261503" sldId="335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0:03:24.916" v="13989" actId="1076"/>
          <ac:spMkLst>
            <pc:docMk/>
            <pc:sldMk cId="1957261503" sldId="335"/>
            <ac:spMk id="3" creationId="{4DC373B7-84A2-E37F-1632-8FEADF17C905}"/>
          </ac:spMkLst>
        </pc:spChg>
        <pc:spChg chg="add mod">
          <ac:chgData name="Juan David Suarez" userId="e850854423d4af7c" providerId="LiveId" clId="{EDA91855-6332-4C03-B4A4-83E829EE56E2}" dt="2024-09-22T00:03:34.295" v="14015" actId="20577"/>
          <ac:spMkLst>
            <pc:docMk/>
            <pc:sldMk cId="1957261503" sldId="335"/>
            <ac:spMk id="4" creationId="{52003425-C0EB-AC5D-72B0-ADBED6802A78}"/>
          </ac:spMkLst>
        </pc:spChg>
        <pc:picChg chg="add mod">
          <ac:chgData name="Juan David Suarez" userId="e850854423d4af7c" providerId="LiveId" clId="{EDA91855-6332-4C03-B4A4-83E829EE56E2}" dt="2024-09-22T00:03:37.731" v="14016" actId="1076"/>
          <ac:picMkLst>
            <pc:docMk/>
            <pc:sldMk cId="1957261503" sldId="335"/>
            <ac:picMk id="2050" creationId="{2B6AFCA7-1A47-3CBA-FE25-91B0ABB4BE81}"/>
          </ac:picMkLst>
        </pc:picChg>
        <pc:picChg chg="add mod">
          <ac:chgData name="Juan David Suarez" userId="e850854423d4af7c" providerId="LiveId" clId="{EDA91855-6332-4C03-B4A4-83E829EE56E2}" dt="2024-09-21T23:55:57.577" v="13838" actId="1076"/>
          <ac:picMkLst>
            <pc:docMk/>
            <pc:sldMk cId="1957261503" sldId="335"/>
            <ac:picMk id="2052" creationId="{8E2ADF1A-3C69-B8D6-ECE7-574024E3F8BC}"/>
          </ac:picMkLst>
        </pc:picChg>
      </pc:sldChg>
      <pc:sldChg chg="modSp add del mod">
        <pc:chgData name="Juan David Suarez" userId="e850854423d4af7c" providerId="LiveId" clId="{EDA91855-6332-4C03-B4A4-83E829EE56E2}" dt="2024-09-19T16:02:03.899" v="3462" actId="47"/>
        <pc:sldMkLst>
          <pc:docMk/>
          <pc:sldMk cId="2759794907" sldId="336"/>
        </pc:sldMkLst>
        <pc:spChg chg="mod">
          <ac:chgData name="Juan David Suarez" userId="e850854423d4af7c" providerId="LiveId" clId="{EDA91855-6332-4C03-B4A4-83E829EE56E2}" dt="2024-09-19T15:35:16.139" v="1817" actId="5793"/>
          <ac:spMkLst>
            <pc:docMk/>
            <pc:sldMk cId="2759794907" sldId="336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19T15:41:37.068" v="2564" actId="33524"/>
          <ac:spMkLst>
            <pc:docMk/>
            <pc:sldMk cId="2759794907" sldId="336"/>
            <ac:spMk id="3" creationId="{4DC373B7-84A2-E37F-1632-8FEADF17C905}"/>
          </ac:spMkLst>
        </pc:spChg>
      </pc:sldChg>
      <pc:sldChg chg="addSp delSp modSp add mod modNotesTx">
        <pc:chgData name="Juan David Suarez" userId="e850854423d4af7c" providerId="LiveId" clId="{EDA91855-6332-4C03-B4A4-83E829EE56E2}" dt="2024-09-22T00:01:28.213" v="13979" actId="207"/>
        <pc:sldMkLst>
          <pc:docMk/>
          <pc:sldMk cId="1946626987" sldId="337"/>
        </pc:sldMkLst>
        <pc:spChg chg="del mod">
          <ac:chgData name="Juan David Suarez" userId="e850854423d4af7c" providerId="LiveId" clId="{EDA91855-6332-4C03-B4A4-83E829EE56E2}" dt="2024-09-21T23:37:23.434" v="13469" actId="478"/>
          <ac:spMkLst>
            <pc:docMk/>
            <pc:sldMk cId="1946626987" sldId="337"/>
            <ac:spMk id="3" creationId="{4DC373B7-84A2-E37F-1632-8FEADF17C905}"/>
          </ac:spMkLst>
        </pc:spChg>
        <pc:spChg chg="add del">
          <ac:chgData name="Juan David Suarez" userId="e850854423d4af7c" providerId="LiveId" clId="{EDA91855-6332-4C03-B4A4-83E829EE56E2}" dt="2024-09-21T23:37:28.132" v="13470" actId="478"/>
          <ac:spMkLst>
            <pc:docMk/>
            <pc:sldMk cId="1946626987" sldId="337"/>
            <ac:spMk id="4" creationId="{C5763843-944D-7EAE-3A9A-253419503912}"/>
          </ac:spMkLst>
        </pc:spChg>
        <pc:spChg chg="add del mod">
          <ac:chgData name="Juan David Suarez" userId="e850854423d4af7c" providerId="LiveId" clId="{EDA91855-6332-4C03-B4A4-83E829EE56E2}" dt="2024-09-21T23:36:12.353" v="13355" actId="478"/>
          <ac:spMkLst>
            <pc:docMk/>
            <pc:sldMk cId="1946626987" sldId="337"/>
            <ac:spMk id="5" creationId="{A8401F34-961D-9F79-AFB4-8C962FF5691E}"/>
          </ac:spMkLst>
        </pc:spChg>
        <pc:graphicFrameChg chg="add del modGraphic">
          <ac:chgData name="Juan David Suarez" userId="e850854423d4af7c" providerId="LiveId" clId="{EDA91855-6332-4C03-B4A4-83E829EE56E2}" dt="2024-09-21T23:37:45.497" v="13472" actId="1032"/>
          <ac:graphicFrameMkLst>
            <pc:docMk/>
            <pc:sldMk cId="1946626987" sldId="337"/>
            <ac:graphicFrameMk id="6" creationId="{53E3B8BC-4DDB-567B-AE85-978B0AAD4A16}"/>
          </ac:graphicFrameMkLst>
        </pc:graphicFrameChg>
        <pc:graphicFrameChg chg="add mod modGraphic">
          <ac:chgData name="Juan David Suarez" userId="e850854423d4af7c" providerId="LiveId" clId="{EDA91855-6332-4C03-B4A4-83E829EE56E2}" dt="2024-09-22T00:01:28.213" v="13979" actId="207"/>
          <ac:graphicFrameMkLst>
            <pc:docMk/>
            <pc:sldMk cId="1946626987" sldId="337"/>
            <ac:graphicFrameMk id="7" creationId="{41382D0E-39E6-D237-1057-2DEB927BB84B}"/>
          </ac:graphicFrameMkLst>
        </pc:graphicFrameChg>
        <pc:graphicFrameChg chg="add del modGraphic">
          <ac:chgData name="Juan David Suarez" userId="e850854423d4af7c" providerId="LiveId" clId="{EDA91855-6332-4C03-B4A4-83E829EE56E2}" dt="2024-09-21T23:45:00.737" v="13746" actId="478"/>
          <ac:graphicFrameMkLst>
            <pc:docMk/>
            <pc:sldMk cId="1946626987" sldId="337"/>
            <ac:graphicFrameMk id="8" creationId="{7B2FD9A9-7B7A-43F0-8C43-CFB2208FBD58}"/>
          </ac:graphicFrameMkLst>
        </pc:graphicFrameChg>
      </pc:sldChg>
      <pc:sldChg chg="addSp delSp modSp add mod modNotesTx">
        <pc:chgData name="Juan David Suarez" userId="e850854423d4af7c" providerId="LiveId" clId="{EDA91855-6332-4C03-B4A4-83E829EE56E2}" dt="2024-09-22T00:13:43.217" v="14390" actId="20577"/>
        <pc:sldMkLst>
          <pc:docMk/>
          <pc:sldMk cId="3179219270" sldId="338"/>
        </pc:sldMkLst>
        <pc:spChg chg="mod">
          <ac:chgData name="Juan David Suarez" userId="e850854423d4af7c" providerId="LiveId" clId="{EDA91855-6332-4C03-B4A4-83E829EE56E2}" dt="2024-09-19T15:47:51.568" v="2641" actId="20577"/>
          <ac:spMkLst>
            <pc:docMk/>
            <pc:sldMk cId="3179219270" sldId="338"/>
            <ac:spMk id="2" creationId="{80813175-5681-1FEC-D0F2-EB44D2506251}"/>
          </ac:spMkLst>
        </pc:spChg>
        <pc:spChg chg="add del mod">
          <ac:chgData name="Juan David Suarez" userId="e850854423d4af7c" providerId="LiveId" clId="{EDA91855-6332-4C03-B4A4-83E829EE56E2}" dt="2024-09-21T23:50:23.596" v="13765" actId="27636"/>
          <ac:spMkLst>
            <pc:docMk/>
            <pc:sldMk cId="3179219270" sldId="338"/>
            <ac:spMk id="3" creationId="{4DC373B7-84A2-E37F-1632-8FEADF17C905}"/>
          </ac:spMkLst>
        </pc:spChg>
        <pc:spChg chg="add del mod">
          <ac:chgData name="Juan David Suarez" userId="e850854423d4af7c" providerId="LiveId" clId="{EDA91855-6332-4C03-B4A4-83E829EE56E2}" dt="2024-09-19T15:43:24.931" v="2622" actId="478"/>
          <ac:spMkLst>
            <pc:docMk/>
            <pc:sldMk cId="3179219270" sldId="338"/>
            <ac:spMk id="5" creationId="{D5E3FD5C-E1FB-0F53-055E-0CD990776807}"/>
          </ac:spMkLst>
        </pc:spChg>
        <pc:graphicFrameChg chg="add mod modGraphic">
          <ac:chgData name="Juan David Suarez" userId="e850854423d4af7c" providerId="LiveId" clId="{EDA91855-6332-4C03-B4A4-83E829EE56E2}" dt="2024-09-22T00:13:43.217" v="14390" actId="20577"/>
          <ac:graphicFrameMkLst>
            <pc:docMk/>
            <pc:sldMk cId="3179219270" sldId="338"/>
            <ac:graphicFrameMk id="4" creationId="{66933A82-227F-A6EB-BA0B-4E5083E6D473}"/>
          </ac:graphicFrameMkLst>
        </pc:graphicFrameChg>
        <pc:picChg chg="add mod">
          <ac:chgData name="Juan David Suarez" userId="e850854423d4af7c" providerId="LiveId" clId="{EDA91855-6332-4C03-B4A4-83E829EE56E2}" dt="2024-09-21T23:54:25.190" v="13826" actId="1076"/>
          <ac:picMkLst>
            <pc:docMk/>
            <pc:sldMk cId="3179219270" sldId="338"/>
            <ac:picMk id="1026" creationId="{64592A83-F8EE-6BA2-069A-08436450AC71}"/>
          </ac:picMkLst>
        </pc:picChg>
      </pc:sldChg>
      <pc:sldChg chg="addSp delSp modSp add mod modNotesTx">
        <pc:chgData name="Juan David Suarez" userId="e850854423d4af7c" providerId="LiveId" clId="{EDA91855-6332-4C03-B4A4-83E829EE56E2}" dt="2024-09-22T00:33:37.087" v="15238" actId="14100"/>
        <pc:sldMkLst>
          <pc:docMk/>
          <pc:sldMk cId="4142565822" sldId="339"/>
        </pc:sldMkLst>
        <pc:spChg chg="mod">
          <ac:chgData name="Juan David Suarez" userId="e850854423d4af7c" providerId="LiveId" clId="{EDA91855-6332-4C03-B4A4-83E829EE56E2}" dt="2024-09-19T16:05:19.079" v="3593" actId="20577"/>
          <ac:spMkLst>
            <pc:docMk/>
            <pc:sldMk cId="4142565822" sldId="339"/>
            <ac:spMk id="2" creationId="{80813175-5681-1FEC-D0F2-EB44D2506251}"/>
          </ac:spMkLst>
        </pc:spChg>
        <pc:spChg chg="del">
          <ac:chgData name="Juan David Suarez" userId="e850854423d4af7c" providerId="LiveId" clId="{EDA91855-6332-4C03-B4A4-83E829EE56E2}" dt="2024-09-19T15:55:39.461" v="2862" actId="478"/>
          <ac:spMkLst>
            <pc:docMk/>
            <pc:sldMk cId="4142565822" sldId="339"/>
            <ac:spMk id="3" creationId="{4DC373B7-84A2-E37F-1632-8FEADF17C905}"/>
          </ac:spMkLst>
        </pc:spChg>
        <pc:spChg chg="add del mod">
          <ac:chgData name="Juan David Suarez" userId="e850854423d4af7c" providerId="LiveId" clId="{EDA91855-6332-4C03-B4A4-83E829EE56E2}" dt="2024-09-22T00:08:28.851" v="14353" actId="1032"/>
          <ac:spMkLst>
            <pc:docMk/>
            <pc:sldMk cId="4142565822" sldId="339"/>
            <ac:spMk id="5" creationId="{E1ADF057-A0BC-6407-0FD3-003971771939}"/>
          </ac:spMkLst>
        </pc:spChg>
        <pc:spChg chg="add del">
          <ac:chgData name="Juan David Suarez" userId="e850854423d4af7c" providerId="LiveId" clId="{EDA91855-6332-4C03-B4A4-83E829EE56E2}" dt="2024-09-22T00:14:19.201" v="14392" actId="22"/>
          <ac:spMkLst>
            <pc:docMk/>
            <pc:sldMk cId="4142565822" sldId="339"/>
            <ac:spMk id="6" creationId="{2E4D5419-A59F-3FB3-A957-0AFD2A837D97}"/>
          </ac:spMkLst>
        </pc:spChg>
        <pc:graphicFrameChg chg="add mod modGraphic">
          <ac:chgData name="Juan David Suarez" userId="e850854423d4af7c" providerId="LiveId" clId="{EDA91855-6332-4C03-B4A4-83E829EE56E2}" dt="2024-09-22T00:33:37.087" v="15238" actId="14100"/>
          <ac:graphicFrameMkLst>
            <pc:docMk/>
            <pc:sldMk cId="4142565822" sldId="339"/>
            <ac:graphicFrameMk id="3" creationId="{0A160444-9A34-875D-7E31-C64BDB8532DE}"/>
          </ac:graphicFrameMkLst>
        </pc:graphicFrameChg>
      </pc:sldChg>
      <pc:sldChg chg="addSp delSp modSp add mod modNotesTx">
        <pc:chgData name="Juan David Suarez" userId="e850854423d4af7c" providerId="LiveId" clId="{EDA91855-6332-4C03-B4A4-83E829EE56E2}" dt="2024-09-24T15:57:11.731" v="20142" actId="20577"/>
        <pc:sldMkLst>
          <pc:docMk/>
          <pc:sldMk cId="3461452153" sldId="340"/>
        </pc:sldMkLst>
        <pc:spChg chg="mod">
          <ac:chgData name="Juan David Suarez" userId="e850854423d4af7c" providerId="LiveId" clId="{EDA91855-6332-4C03-B4A4-83E829EE56E2}" dt="2024-09-21T22:22:09.618" v="8596" actId="20577"/>
          <ac:spMkLst>
            <pc:docMk/>
            <pc:sldMk cId="3461452153" sldId="340"/>
            <ac:spMk id="2" creationId="{80813175-5681-1FEC-D0F2-EB44D2506251}"/>
          </ac:spMkLst>
        </pc:spChg>
        <pc:spChg chg="del mod">
          <ac:chgData name="Juan David Suarez" userId="e850854423d4af7c" providerId="LiveId" clId="{EDA91855-6332-4C03-B4A4-83E829EE56E2}" dt="2024-09-22T00:15:24.353" v="14415" actId="1032"/>
          <ac:spMkLst>
            <pc:docMk/>
            <pc:sldMk cId="3461452153" sldId="340"/>
            <ac:spMk id="3" creationId="{4DC373B7-84A2-E37F-1632-8FEADF17C905}"/>
          </ac:spMkLst>
        </pc:spChg>
        <pc:spChg chg="add mod">
          <ac:chgData name="Juan David Suarez" userId="e850854423d4af7c" providerId="LiveId" clId="{EDA91855-6332-4C03-B4A4-83E829EE56E2}" dt="2024-09-22T00:33:55.233" v="15240" actId="20577"/>
          <ac:spMkLst>
            <pc:docMk/>
            <pc:sldMk cId="3461452153" sldId="340"/>
            <ac:spMk id="5" creationId="{57325946-99A9-AF17-7931-EB9ABE7E3410}"/>
          </ac:spMkLst>
        </pc:spChg>
        <pc:graphicFrameChg chg="add mod modGraphic">
          <ac:chgData name="Juan David Suarez" userId="e850854423d4af7c" providerId="LiveId" clId="{EDA91855-6332-4C03-B4A4-83E829EE56E2}" dt="2024-09-24T15:57:11.731" v="20142" actId="20577"/>
          <ac:graphicFrameMkLst>
            <pc:docMk/>
            <pc:sldMk cId="3461452153" sldId="340"/>
            <ac:graphicFrameMk id="4" creationId="{E0B164FD-D43E-1EFD-E5BF-124515F3C66D}"/>
          </ac:graphicFrameMkLst>
        </pc:graphicFrameChg>
      </pc:sldChg>
      <pc:sldChg chg="addSp modSp add mod modNotesTx">
        <pc:chgData name="Juan David Suarez" userId="e850854423d4af7c" providerId="LiveId" clId="{EDA91855-6332-4C03-B4A4-83E829EE56E2}" dt="2024-09-24T15:57:52.199" v="20220" actId="20577"/>
        <pc:sldMkLst>
          <pc:docMk/>
          <pc:sldMk cId="3783366810" sldId="341"/>
        </pc:sldMkLst>
        <pc:spChg chg="mod">
          <ac:chgData name="Juan David Suarez" userId="e850854423d4af7c" providerId="LiveId" clId="{EDA91855-6332-4C03-B4A4-83E829EE56E2}" dt="2024-09-19T15:56:57.222" v="2924" actId="313"/>
          <ac:spMkLst>
            <pc:docMk/>
            <pc:sldMk cId="3783366810" sldId="341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4T15:57:52.199" v="20220" actId="20577"/>
          <ac:spMkLst>
            <pc:docMk/>
            <pc:sldMk cId="3783366810" sldId="341"/>
            <ac:spMk id="3" creationId="{4DC373B7-84A2-E37F-1632-8FEADF17C905}"/>
          </ac:spMkLst>
        </pc:spChg>
        <pc:graphicFrameChg chg="add mod modGraphic">
          <ac:chgData name="Juan David Suarez" userId="e850854423d4af7c" providerId="LiveId" clId="{EDA91855-6332-4C03-B4A4-83E829EE56E2}" dt="2024-09-22T00:49:14.824" v="16036" actId="20577"/>
          <ac:graphicFrameMkLst>
            <pc:docMk/>
            <pc:sldMk cId="3783366810" sldId="341"/>
            <ac:graphicFrameMk id="4" creationId="{5C0CEDC7-C263-406D-9544-FD1173F89130}"/>
          </ac:graphicFrameMkLst>
        </pc:graphicFrameChg>
      </pc:sldChg>
      <pc:sldChg chg="addSp modSp add mod">
        <pc:chgData name="Juan David Suarez" userId="e850854423d4af7c" providerId="LiveId" clId="{EDA91855-6332-4C03-B4A4-83E829EE56E2}" dt="2024-09-22T00:48:39.911" v="15969" actId="1076"/>
        <pc:sldMkLst>
          <pc:docMk/>
          <pc:sldMk cId="765044482" sldId="342"/>
        </pc:sldMkLst>
        <pc:spChg chg="mod">
          <ac:chgData name="Juan David Suarez" userId="e850854423d4af7c" providerId="LiveId" clId="{EDA91855-6332-4C03-B4A4-83E829EE56E2}" dt="2024-09-22T00:48:22.378" v="15963" actId="20577"/>
          <ac:spMkLst>
            <pc:docMk/>
            <pc:sldMk cId="765044482" sldId="342"/>
            <ac:spMk id="2" creationId="{80813175-5681-1FEC-D0F2-EB44D2506251}"/>
          </ac:spMkLst>
        </pc:spChg>
        <pc:spChg chg="add">
          <ac:chgData name="Juan David Suarez" userId="e850854423d4af7c" providerId="LiveId" clId="{EDA91855-6332-4C03-B4A4-83E829EE56E2}" dt="2024-09-22T00:48:03.706" v="15920"/>
          <ac:spMkLst>
            <pc:docMk/>
            <pc:sldMk cId="765044482" sldId="342"/>
            <ac:spMk id="3" creationId="{BE4E3A13-9A48-ABE1-E966-A8DDD075F949}"/>
          </ac:spMkLst>
        </pc:spChg>
        <pc:spChg chg="mod">
          <ac:chgData name="Juan David Suarez" userId="e850854423d4af7c" providerId="LiveId" clId="{EDA91855-6332-4C03-B4A4-83E829EE56E2}" dt="2024-09-19T16:01:32.802" v="3427" actId="14100"/>
          <ac:spMkLst>
            <pc:docMk/>
            <pc:sldMk cId="765044482" sldId="342"/>
            <ac:spMk id="5" creationId="{E1ADF057-A0BC-6407-0FD3-003971771939}"/>
          </ac:spMkLst>
        </pc:spChg>
        <pc:spChg chg="add mod">
          <ac:chgData name="Juan David Suarez" userId="e850854423d4af7c" providerId="LiveId" clId="{EDA91855-6332-4C03-B4A4-83E829EE56E2}" dt="2024-09-22T00:48:35.326" v="15967" actId="207"/>
          <ac:spMkLst>
            <pc:docMk/>
            <pc:sldMk cId="765044482" sldId="342"/>
            <ac:spMk id="6" creationId="{B8526C13-9C8E-26F2-6225-F3EE292A6EB9}"/>
          </ac:spMkLst>
        </pc:spChg>
        <pc:spChg chg="add mod">
          <ac:chgData name="Juan David Suarez" userId="e850854423d4af7c" providerId="LiveId" clId="{EDA91855-6332-4C03-B4A4-83E829EE56E2}" dt="2024-09-22T00:48:39.911" v="15969" actId="1076"/>
          <ac:spMkLst>
            <pc:docMk/>
            <pc:sldMk cId="765044482" sldId="342"/>
            <ac:spMk id="7" creationId="{CDB2298E-C387-3C93-3963-A3511125161A}"/>
          </ac:spMkLst>
        </pc:spChg>
        <pc:picChg chg="add mod">
          <ac:chgData name="Juan David Suarez" userId="e850854423d4af7c" providerId="LiveId" clId="{EDA91855-6332-4C03-B4A4-83E829EE56E2}" dt="2024-09-22T00:48:11.112" v="15924" actId="1076"/>
          <ac:picMkLst>
            <pc:docMk/>
            <pc:sldMk cId="765044482" sldId="342"/>
            <ac:picMk id="4" creationId="{56D5C77C-9C2A-2BA0-0D2C-1D84A5CB525B}"/>
          </ac:picMkLst>
        </pc:picChg>
      </pc:sldChg>
      <pc:sldChg chg="modSp new mod">
        <pc:chgData name="Juan David Suarez" userId="e850854423d4af7c" providerId="LiveId" clId="{EDA91855-6332-4C03-B4A4-83E829EE56E2}" dt="2024-09-21T23:56:19.936" v="13843" actId="207"/>
        <pc:sldMkLst>
          <pc:docMk/>
          <pc:sldMk cId="3712483486" sldId="343"/>
        </pc:sldMkLst>
        <pc:spChg chg="mod">
          <ac:chgData name="Juan David Suarez" userId="e850854423d4af7c" providerId="LiveId" clId="{EDA91855-6332-4C03-B4A4-83E829EE56E2}" dt="2024-09-21T23:56:19.936" v="13843" actId="207"/>
          <ac:spMkLst>
            <pc:docMk/>
            <pc:sldMk cId="3712483486" sldId="343"/>
            <ac:spMk id="2" creationId="{29221CAB-AAEB-D01D-1D9E-574BB1FD3287}"/>
          </ac:spMkLst>
        </pc:spChg>
      </pc:sldChg>
      <pc:sldChg chg="modSp new mod">
        <pc:chgData name="Juan David Suarez" userId="e850854423d4af7c" providerId="LiveId" clId="{EDA91855-6332-4C03-B4A4-83E829EE56E2}" dt="2024-09-19T16:03:11.730" v="3530" actId="20577"/>
        <pc:sldMkLst>
          <pc:docMk/>
          <pc:sldMk cId="4081290862" sldId="344"/>
        </pc:sldMkLst>
        <pc:spChg chg="mod">
          <ac:chgData name="Juan David Suarez" userId="e850854423d4af7c" providerId="LiveId" clId="{EDA91855-6332-4C03-B4A4-83E829EE56E2}" dt="2024-09-19T16:03:11.730" v="3530" actId="20577"/>
          <ac:spMkLst>
            <pc:docMk/>
            <pc:sldMk cId="4081290862" sldId="344"/>
            <ac:spMk id="2" creationId="{8693CF40-722A-AC2F-1C95-C72765A6ED75}"/>
          </ac:spMkLst>
        </pc:spChg>
      </pc:sldChg>
      <pc:sldChg chg="modSp add mod">
        <pc:chgData name="Juan David Suarez" userId="e850854423d4af7c" providerId="LiveId" clId="{EDA91855-6332-4C03-B4A4-83E829EE56E2}" dt="2024-09-19T16:03:44.147" v="3538" actId="20577"/>
        <pc:sldMkLst>
          <pc:docMk/>
          <pc:sldMk cId="3140512990" sldId="345"/>
        </pc:sldMkLst>
        <pc:spChg chg="mod">
          <ac:chgData name="Juan David Suarez" userId="e850854423d4af7c" providerId="LiveId" clId="{EDA91855-6332-4C03-B4A4-83E829EE56E2}" dt="2024-09-19T16:03:44.147" v="3538" actId="20577"/>
          <ac:spMkLst>
            <pc:docMk/>
            <pc:sldMk cId="3140512990" sldId="345"/>
            <ac:spMk id="2" creationId="{8693CF40-722A-AC2F-1C95-C72765A6ED75}"/>
          </ac:spMkLst>
        </pc:spChg>
      </pc:sldChg>
      <pc:sldChg chg="modSp add mod">
        <pc:chgData name="Juan David Suarez" userId="e850854423d4af7c" providerId="LiveId" clId="{EDA91855-6332-4C03-B4A4-83E829EE56E2}" dt="2024-09-21T22:37:55.876" v="9411" actId="20577"/>
        <pc:sldMkLst>
          <pc:docMk/>
          <pc:sldMk cId="266800873" sldId="346"/>
        </pc:sldMkLst>
        <pc:spChg chg="mod">
          <ac:chgData name="Juan David Suarez" userId="e850854423d4af7c" providerId="LiveId" clId="{EDA91855-6332-4C03-B4A4-83E829EE56E2}" dt="2024-09-21T22:37:55.876" v="9411" actId="20577"/>
          <ac:spMkLst>
            <pc:docMk/>
            <pc:sldMk cId="266800873" sldId="346"/>
            <ac:spMk id="2" creationId="{8693CF40-722A-AC2F-1C95-C72765A6ED75}"/>
          </ac:spMkLst>
        </pc:spChg>
      </pc:sldChg>
      <pc:sldChg chg="modSp new del mod">
        <pc:chgData name="Juan David Suarez" userId="e850854423d4af7c" providerId="LiveId" clId="{EDA91855-6332-4C03-B4A4-83E829EE56E2}" dt="2024-09-19T16:08:55.059" v="3691" actId="47"/>
        <pc:sldMkLst>
          <pc:docMk/>
          <pc:sldMk cId="300523677" sldId="347"/>
        </pc:sldMkLst>
        <pc:spChg chg="mod">
          <ac:chgData name="Juan David Suarez" userId="e850854423d4af7c" providerId="LiveId" clId="{EDA91855-6332-4C03-B4A4-83E829EE56E2}" dt="2024-09-19T16:08:47.665" v="3689" actId="20577"/>
          <ac:spMkLst>
            <pc:docMk/>
            <pc:sldMk cId="300523677" sldId="347"/>
            <ac:spMk id="2" creationId="{4344D46C-7F78-466A-98F0-B3426E0514E8}"/>
          </ac:spMkLst>
        </pc:spChg>
      </pc:sldChg>
      <pc:sldChg chg="addSp delSp modSp add mod modNotesTx">
        <pc:chgData name="Juan David Suarez" userId="e850854423d4af7c" providerId="LiveId" clId="{EDA91855-6332-4C03-B4A4-83E829EE56E2}" dt="2024-09-22T01:16:25.601" v="16732" actId="22"/>
        <pc:sldMkLst>
          <pc:docMk/>
          <pc:sldMk cId="1491441293" sldId="348"/>
        </pc:sldMkLst>
        <pc:spChg chg="mod">
          <ac:chgData name="Juan David Suarez" userId="e850854423d4af7c" providerId="LiveId" clId="{EDA91855-6332-4C03-B4A4-83E829EE56E2}" dt="2024-09-21T22:44:47.389" v="9605" actId="20577"/>
          <ac:spMkLst>
            <pc:docMk/>
            <pc:sldMk cId="1491441293" sldId="348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1:12:12.695" v="16587" actId="27636"/>
          <ac:spMkLst>
            <pc:docMk/>
            <pc:sldMk cId="1491441293" sldId="348"/>
            <ac:spMk id="5" creationId="{E1ADF057-A0BC-6407-0FD3-003971771939}"/>
          </ac:spMkLst>
        </pc:spChg>
        <pc:spChg chg="add del">
          <ac:chgData name="Juan David Suarez" userId="e850854423d4af7c" providerId="LiveId" clId="{EDA91855-6332-4C03-B4A4-83E829EE56E2}" dt="2024-09-22T01:16:25.601" v="16732" actId="22"/>
          <ac:spMkLst>
            <pc:docMk/>
            <pc:sldMk cId="1491441293" sldId="348"/>
            <ac:spMk id="6" creationId="{9E10BB43-C350-C594-5314-DDBB414C5915}"/>
          </ac:spMkLst>
        </pc:spChg>
        <pc:graphicFrameChg chg="add mod modGraphic">
          <ac:chgData name="Juan David Suarez" userId="e850854423d4af7c" providerId="LiveId" clId="{EDA91855-6332-4C03-B4A4-83E829EE56E2}" dt="2024-09-22T01:16:02.339" v="16730" actId="207"/>
          <ac:graphicFrameMkLst>
            <pc:docMk/>
            <pc:sldMk cId="1491441293" sldId="348"/>
            <ac:graphicFrameMk id="3" creationId="{CC1A972C-C243-940E-C19E-221D2D898070}"/>
          </ac:graphicFrameMkLst>
        </pc:graphicFrameChg>
      </pc:sldChg>
      <pc:sldChg chg="modSp add mod">
        <pc:chgData name="Juan David Suarez" userId="e850854423d4af7c" providerId="LiveId" clId="{EDA91855-6332-4C03-B4A4-83E829EE56E2}" dt="2024-09-21T23:34:13.834" v="13319" actId="20577"/>
        <pc:sldMkLst>
          <pc:docMk/>
          <pc:sldMk cId="2085074321" sldId="349"/>
        </pc:sldMkLst>
        <pc:spChg chg="mod">
          <ac:chgData name="Juan David Suarez" userId="e850854423d4af7c" providerId="LiveId" clId="{EDA91855-6332-4C03-B4A4-83E829EE56E2}" dt="2024-09-21T23:34:13.834" v="13319" actId="20577"/>
          <ac:spMkLst>
            <pc:docMk/>
            <pc:sldMk cId="2085074321" sldId="349"/>
            <ac:spMk id="2" creationId="{8693CF40-722A-AC2F-1C95-C72765A6ED75}"/>
          </ac:spMkLst>
        </pc:spChg>
      </pc:sldChg>
      <pc:sldChg chg="modSp add mod">
        <pc:chgData name="Juan David Suarez" userId="e850854423d4af7c" providerId="LiveId" clId="{EDA91855-6332-4C03-B4A4-83E829EE56E2}" dt="2024-09-19T16:15:36.041" v="4368" actId="20577"/>
        <pc:sldMkLst>
          <pc:docMk/>
          <pc:sldMk cId="1243111750" sldId="350"/>
        </pc:sldMkLst>
        <pc:spChg chg="mod">
          <ac:chgData name="Juan David Suarez" userId="e850854423d4af7c" providerId="LiveId" clId="{EDA91855-6332-4C03-B4A4-83E829EE56E2}" dt="2024-09-19T16:15:36.041" v="4368" actId="20577"/>
          <ac:spMkLst>
            <pc:docMk/>
            <pc:sldMk cId="1243111750" sldId="350"/>
            <ac:spMk id="2" creationId="{8693CF40-722A-AC2F-1C95-C72765A6ED75}"/>
          </ac:spMkLst>
        </pc:spChg>
      </pc:sldChg>
      <pc:sldChg chg="modSp add del mod">
        <pc:chgData name="Juan David Suarez" userId="e850854423d4af7c" providerId="LiveId" clId="{EDA91855-6332-4C03-B4A4-83E829EE56E2}" dt="2024-09-19T16:27:00.506" v="4787" actId="47"/>
        <pc:sldMkLst>
          <pc:docMk/>
          <pc:sldMk cId="420052087" sldId="351"/>
        </pc:sldMkLst>
        <pc:spChg chg="mod">
          <ac:chgData name="Juan David Suarez" userId="e850854423d4af7c" providerId="LiveId" clId="{EDA91855-6332-4C03-B4A4-83E829EE56E2}" dt="2024-09-19T16:16:31.365" v="4407" actId="20577"/>
          <ac:spMkLst>
            <pc:docMk/>
            <pc:sldMk cId="420052087" sldId="351"/>
            <ac:spMk id="2" creationId="{8693CF40-722A-AC2F-1C95-C72765A6ED75}"/>
          </ac:spMkLst>
        </pc:spChg>
      </pc:sldChg>
      <pc:sldChg chg="add">
        <pc:chgData name="Juan David Suarez" userId="e850854423d4af7c" providerId="LiveId" clId="{EDA91855-6332-4C03-B4A4-83E829EE56E2}" dt="2024-09-19T16:16:34.947" v="4408"/>
        <pc:sldMkLst>
          <pc:docMk/>
          <pc:sldMk cId="2647856248" sldId="352"/>
        </pc:sldMkLst>
      </pc:sldChg>
      <pc:sldChg chg="modSp add mod">
        <pc:chgData name="Juan David Suarez" userId="e850854423d4af7c" providerId="LiveId" clId="{EDA91855-6332-4C03-B4A4-83E829EE56E2}" dt="2024-09-19T16:16:52.964" v="4418" actId="20577"/>
        <pc:sldMkLst>
          <pc:docMk/>
          <pc:sldMk cId="3208453293" sldId="353"/>
        </pc:sldMkLst>
        <pc:spChg chg="mod">
          <ac:chgData name="Juan David Suarez" userId="e850854423d4af7c" providerId="LiveId" clId="{EDA91855-6332-4C03-B4A4-83E829EE56E2}" dt="2024-09-19T16:16:52.964" v="4418" actId="20577"/>
          <ac:spMkLst>
            <pc:docMk/>
            <pc:sldMk cId="3208453293" sldId="353"/>
            <ac:spMk id="2" creationId="{8693CF40-722A-AC2F-1C95-C72765A6ED75}"/>
          </ac:spMkLst>
        </pc:spChg>
      </pc:sldChg>
      <pc:sldChg chg="addSp delSp modSp add mod modNotesTx">
        <pc:chgData name="Juan David Suarez" userId="e850854423d4af7c" providerId="LiveId" clId="{EDA91855-6332-4C03-B4A4-83E829EE56E2}" dt="2024-09-24T16:09:23.053" v="20278" actId="20577"/>
        <pc:sldMkLst>
          <pc:docMk/>
          <pc:sldMk cId="1499118438" sldId="354"/>
        </pc:sldMkLst>
        <pc:spChg chg="mod">
          <ac:chgData name="Juan David Suarez" userId="e850854423d4af7c" providerId="LiveId" clId="{EDA91855-6332-4C03-B4A4-83E829EE56E2}" dt="2024-09-21T23:34:04.049" v="13316" actId="5793"/>
          <ac:spMkLst>
            <pc:docMk/>
            <pc:sldMk cId="1499118438" sldId="354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1:21:49.908" v="16830" actId="1076"/>
          <ac:spMkLst>
            <pc:docMk/>
            <pc:sldMk cId="1499118438" sldId="354"/>
            <ac:spMk id="4" creationId="{4DC373B7-84A2-E37F-1632-8FEADF17C905}"/>
          </ac:spMkLst>
        </pc:spChg>
        <pc:spChg chg="add mod">
          <ac:chgData name="Juan David Suarez" userId="e850854423d4af7c" providerId="LiveId" clId="{EDA91855-6332-4C03-B4A4-83E829EE56E2}" dt="2024-09-22T01:35:03.898" v="17261" actId="20577"/>
          <ac:spMkLst>
            <pc:docMk/>
            <pc:sldMk cId="1499118438" sldId="354"/>
            <ac:spMk id="7" creationId="{2F7A6833-5A23-1B38-06C6-81324E8D3963}"/>
          </ac:spMkLst>
        </pc:spChg>
        <pc:spChg chg="add mod">
          <ac:chgData name="Juan David Suarez" userId="e850854423d4af7c" providerId="LiveId" clId="{EDA91855-6332-4C03-B4A4-83E829EE56E2}" dt="2024-09-22T01:30:30.868" v="17120" actId="113"/>
          <ac:spMkLst>
            <pc:docMk/>
            <pc:sldMk cId="1499118438" sldId="354"/>
            <ac:spMk id="8" creationId="{34A1B73E-0C14-9BAA-2F9E-1F851ED9B4EE}"/>
          </ac:spMkLst>
        </pc:spChg>
        <pc:spChg chg="add mod">
          <ac:chgData name="Juan David Suarez" userId="e850854423d4af7c" providerId="LiveId" clId="{EDA91855-6332-4C03-B4A4-83E829EE56E2}" dt="2024-09-22T01:24:11.542" v="16872" actId="1076"/>
          <ac:spMkLst>
            <pc:docMk/>
            <pc:sldMk cId="1499118438" sldId="354"/>
            <ac:spMk id="9" creationId="{8B9D2C6B-7DF6-6533-1DBD-3E473607B7E4}"/>
          </ac:spMkLst>
        </pc:spChg>
        <pc:spChg chg="add mod">
          <ac:chgData name="Juan David Suarez" userId="e850854423d4af7c" providerId="LiveId" clId="{EDA91855-6332-4C03-B4A4-83E829EE56E2}" dt="2024-09-22T01:24:11.542" v="16872" actId="1076"/>
          <ac:spMkLst>
            <pc:docMk/>
            <pc:sldMk cId="1499118438" sldId="354"/>
            <ac:spMk id="10" creationId="{A9136B13-EA6B-4D63-2FC6-F1D0732D8DE9}"/>
          </ac:spMkLst>
        </pc:spChg>
        <pc:spChg chg="add mod">
          <ac:chgData name="Juan David Suarez" userId="e850854423d4af7c" providerId="LiveId" clId="{EDA91855-6332-4C03-B4A4-83E829EE56E2}" dt="2024-09-22T01:24:11.542" v="16872" actId="1076"/>
          <ac:spMkLst>
            <pc:docMk/>
            <pc:sldMk cId="1499118438" sldId="354"/>
            <ac:spMk id="11" creationId="{8ADFFB00-D203-778A-56A1-AA4911230034}"/>
          </ac:spMkLst>
        </pc:spChg>
        <pc:spChg chg="add mod">
          <ac:chgData name="Juan David Suarez" userId="e850854423d4af7c" providerId="LiveId" clId="{EDA91855-6332-4C03-B4A4-83E829EE56E2}" dt="2024-09-22T01:26:29.209" v="16964" actId="14100"/>
          <ac:spMkLst>
            <pc:docMk/>
            <pc:sldMk cId="1499118438" sldId="354"/>
            <ac:spMk id="18" creationId="{7489C3AA-4E30-3621-6B69-4AA4ACD63D20}"/>
          </ac:spMkLst>
        </pc:spChg>
        <pc:spChg chg="add mod">
          <ac:chgData name="Juan David Suarez" userId="e850854423d4af7c" providerId="LiveId" clId="{EDA91855-6332-4C03-B4A4-83E829EE56E2}" dt="2024-09-22T01:36:40.852" v="17287" actId="113"/>
          <ac:spMkLst>
            <pc:docMk/>
            <pc:sldMk cId="1499118438" sldId="354"/>
            <ac:spMk id="25" creationId="{82DD8403-2885-4964-C40B-2ED66DF09D2E}"/>
          </ac:spMkLst>
        </pc:spChg>
        <pc:spChg chg="add mod">
          <ac:chgData name="Juan David Suarez" userId="e850854423d4af7c" providerId="LiveId" clId="{EDA91855-6332-4C03-B4A4-83E829EE56E2}" dt="2024-09-22T01:26:47.763" v="16965" actId="571"/>
          <ac:spMkLst>
            <pc:docMk/>
            <pc:sldMk cId="1499118438" sldId="354"/>
            <ac:spMk id="28" creationId="{3C4CBB33-0694-69D5-4CAB-E81BF9363F0D}"/>
          </ac:spMkLst>
        </pc:spChg>
        <pc:spChg chg="add mod">
          <ac:chgData name="Juan David Suarez" userId="e850854423d4af7c" providerId="LiveId" clId="{EDA91855-6332-4C03-B4A4-83E829EE56E2}" dt="2024-09-22T01:26:47.763" v="16965" actId="571"/>
          <ac:spMkLst>
            <pc:docMk/>
            <pc:sldMk cId="1499118438" sldId="354"/>
            <ac:spMk id="29" creationId="{E4FA4FEE-7E67-1997-7404-EB4BDE6FF6E6}"/>
          </ac:spMkLst>
        </pc:spChg>
        <pc:spChg chg="add mod">
          <ac:chgData name="Juan David Suarez" userId="e850854423d4af7c" providerId="LiveId" clId="{EDA91855-6332-4C03-B4A4-83E829EE56E2}" dt="2024-09-22T01:26:47.763" v="16965" actId="571"/>
          <ac:spMkLst>
            <pc:docMk/>
            <pc:sldMk cId="1499118438" sldId="354"/>
            <ac:spMk id="30" creationId="{41F764DE-E28B-5214-513B-6133CFF43266}"/>
          </ac:spMkLst>
        </pc:spChg>
        <pc:spChg chg="add mod">
          <ac:chgData name="Juan David Suarez" userId="e850854423d4af7c" providerId="LiveId" clId="{EDA91855-6332-4C03-B4A4-83E829EE56E2}" dt="2024-09-22T01:26:47.763" v="16965" actId="571"/>
          <ac:spMkLst>
            <pc:docMk/>
            <pc:sldMk cId="1499118438" sldId="354"/>
            <ac:spMk id="37" creationId="{C1AAB07F-5739-7070-CC80-0F506423DB6F}"/>
          </ac:spMkLst>
        </pc:spChg>
        <pc:spChg chg="add mod">
          <ac:chgData name="Juan David Suarez" userId="e850854423d4af7c" providerId="LiveId" clId="{EDA91855-6332-4C03-B4A4-83E829EE56E2}" dt="2024-09-22T01:30:02.223" v="17113" actId="14100"/>
          <ac:spMkLst>
            <pc:docMk/>
            <pc:sldMk cId="1499118438" sldId="354"/>
            <ac:spMk id="39" creationId="{CE2BADFB-C513-14DF-BE4E-623067F490F7}"/>
          </ac:spMkLst>
        </pc:spChg>
        <pc:spChg chg="add mod">
          <ac:chgData name="Juan David Suarez" userId="e850854423d4af7c" providerId="LiveId" clId="{EDA91855-6332-4C03-B4A4-83E829EE56E2}" dt="2024-09-24T16:09:07.348" v="20272" actId="14100"/>
          <ac:spMkLst>
            <pc:docMk/>
            <pc:sldMk cId="1499118438" sldId="354"/>
            <ac:spMk id="40" creationId="{CBB19085-BAB4-FD87-E10B-C4A9BBABD522}"/>
          </ac:spMkLst>
        </pc:spChg>
        <pc:spChg chg="add mod">
          <ac:chgData name="Juan David Suarez" userId="e850854423d4af7c" providerId="LiveId" clId="{EDA91855-6332-4C03-B4A4-83E829EE56E2}" dt="2024-09-22T01:29:53.580" v="17111" actId="1076"/>
          <ac:spMkLst>
            <pc:docMk/>
            <pc:sldMk cId="1499118438" sldId="354"/>
            <ac:spMk id="41" creationId="{FFFFB2F3-661B-89A0-97A2-6B93BB32DAE4}"/>
          </ac:spMkLst>
        </pc:spChg>
        <pc:spChg chg="add mod">
          <ac:chgData name="Juan David Suarez" userId="e850854423d4af7c" providerId="LiveId" clId="{EDA91855-6332-4C03-B4A4-83E829EE56E2}" dt="2024-09-22T01:29:56.458" v="17112" actId="14100"/>
          <ac:spMkLst>
            <pc:docMk/>
            <pc:sldMk cId="1499118438" sldId="354"/>
            <ac:spMk id="42" creationId="{D9B88CD6-5D40-690E-9C6D-F355D75D2F52}"/>
          </ac:spMkLst>
        </pc:spChg>
        <pc:spChg chg="add mod">
          <ac:chgData name="Juan David Suarez" userId="e850854423d4af7c" providerId="LiveId" clId="{EDA91855-6332-4C03-B4A4-83E829EE56E2}" dt="2024-09-24T16:09:23.053" v="20278" actId="20577"/>
          <ac:spMkLst>
            <pc:docMk/>
            <pc:sldMk cId="1499118438" sldId="354"/>
            <ac:spMk id="48" creationId="{D382E1EA-04DA-FB37-73F9-3B15CF98C174}"/>
          </ac:spMkLst>
        </pc:spChg>
        <pc:spChg chg="add mod">
          <ac:chgData name="Juan David Suarez" userId="e850854423d4af7c" providerId="LiveId" clId="{EDA91855-6332-4C03-B4A4-83E829EE56E2}" dt="2024-09-22T01:32:30.474" v="17178" actId="571"/>
          <ac:spMkLst>
            <pc:docMk/>
            <pc:sldMk cId="1499118438" sldId="354"/>
            <ac:spMk id="51" creationId="{5DE0D4CF-DC3A-E2D0-DA76-56B5AA886056}"/>
          </ac:spMkLst>
        </pc:spChg>
        <pc:spChg chg="add mod">
          <ac:chgData name="Juan David Suarez" userId="e850854423d4af7c" providerId="LiveId" clId="{EDA91855-6332-4C03-B4A4-83E829EE56E2}" dt="2024-09-22T01:36:21.360" v="17275" actId="1076"/>
          <ac:spMkLst>
            <pc:docMk/>
            <pc:sldMk cId="1499118438" sldId="354"/>
            <ac:spMk id="53" creationId="{9AC08176-8909-7CC6-C19E-752337FED3D9}"/>
          </ac:spMkLst>
        </pc:spChg>
        <pc:spChg chg="add mod">
          <ac:chgData name="Juan David Suarez" userId="e850854423d4af7c" providerId="LiveId" clId="{EDA91855-6332-4C03-B4A4-83E829EE56E2}" dt="2024-09-22T01:36:15.935" v="17274" actId="1076"/>
          <ac:spMkLst>
            <pc:docMk/>
            <pc:sldMk cId="1499118438" sldId="354"/>
            <ac:spMk id="60" creationId="{D0E89B07-E00D-3425-4F78-119B7F2421BB}"/>
          </ac:spMkLst>
        </pc:spChg>
        <pc:graphicFrameChg chg="add del modGraphic">
          <ac:chgData name="Juan David Suarez" userId="e850854423d4af7c" providerId="LiveId" clId="{EDA91855-6332-4C03-B4A4-83E829EE56E2}" dt="2024-09-22T01:22:06.495" v="16832" actId="1032"/>
          <ac:graphicFrameMkLst>
            <pc:docMk/>
            <pc:sldMk cId="1499118438" sldId="354"/>
            <ac:graphicFrameMk id="3" creationId="{2A849CF3-E6D1-B1DF-A9E6-FC1E13618FF5}"/>
          </ac:graphicFrameMkLst>
        </pc:graphicFrameChg>
        <pc:graphicFrameChg chg="add del mod modGraphic">
          <ac:chgData name="Juan David Suarez" userId="e850854423d4af7c" providerId="LiveId" clId="{EDA91855-6332-4C03-B4A4-83E829EE56E2}" dt="2024-09-22T01:22:43.125" v="16836" actId="1032"/>
          <ac:graphicFrameMkLst>
            <pc:docMk/>
            <pc:sldMk cId="1499118438" sldId="354"/>
            <ac:graphicFrameMk id="6" creationId="{1AD8E8C3-20D4-F368-7C81-EF8370CB4655}"/>
          </ac:graphicFrameMkLst>
        </pc:graphicFrameChg>
        <pc:cxnChg chg="add mod">
          <ac:chgData name="Juan David Suarez" userId="e850854423d4af7c" providerId="LiveId" clId="{EDA91855-6332-4C03-B4A4-83E829EE56E2}" dt="2024-09-22T01:24:11.542" v="16872" actId="1076"/>
          <ac:cxnSpMkLst>
            <pc:docMk/>
            <pc:sldMk cId="1499118438" sldId="354"/>
            <ac:cxnSpMk id="12" creationId="{78C7C445-90D6-EB36-7645-0EEFD9295C21}"/>
          </ac:cxnSpMkLst>
        </pc:cxnChg>
        <pc:cxnChg chg="add mod">
          <ac:chgData name="Juan David Suarez" userId="e850854423d4af7c" providerId="LiveId" clId="{EDA91855-6332-4C03-B4A4-83E829EE56E2}" dt="2024-09-22T01:24:11.542" v="16872" actId="1076"/>
          <ac:cxnSpMkLst>
            <pc:docMk/>
            <pc:sldMk cId="1499118438" sldId="354"/>
            <ac:cxnSpMk id="13" creationId="{D7BF73A0-096C-026B-2A7A-7A9795B80A76}"/>
          </ac:cxnSpMkLst>
        </pc:cxnChg>
        <pc:cxnChg chg="add mod">
          <ac:chgData name="Juan David Suarez" userId="e850854423d4af7c" providerId="LiveId" clId="{EDA91855-6332-4C03-B4A4-83E829EE56E2}" dt="2024-09-22T01:24:11.542" v="16872" actId="1076"/>
          <ac:cxnSpMkLst>
            <pc:docMk/>
            <pc:sldMk cId="1499118438" sldId="354"/>
            <ac:cxnSpMk id="14" creationId="{BE833BBF-E8E3-BF1F-749F-4C2F9FBE5A92}"/>
          </ac:cxnSpMkLst>
        </pc:cxnChg>
        <pc:cxnChg chg="add del mod">
          <ac:chgData name="Juan David Suarez" userId="e850854423d4af7c" providerId="LiveId" clId="{EDA91855-6332-4C03-B4A4-83E829EE56E2}" dt="2024-09-22T01:30:44.193" v="17122" actId="478"/>
          <ac:cxnSpMkLst>
            <pc:docMk/>
            <pc:sldMk cId="1499118438" sldId="354"/>
            <ac:cxnSpMk id="15" creationId="{E4058850-34F5-BB6F-6140-79EBC990CED8}"/>
          </ac:cxnSpMkLst>
        </pc:cxnChg>
        <pc:cxnChg chg="add del mod">
          <ac:chgData name="Juan David Suarez" userId="e850854423d4af7c" providerId="LiveId" clId="{EDA91855-6332-4C03-B4A4-83E829EE56E2}" dt="2024-09-22T01:30:46.379" v="17123" actId="478"/>
          <ac:cxnSpMkLst>
            <pc:docMk/>
            <pc:sldMk cId="1499118438" sldId="354"/>
            <ac:cxnSpMk id="16" creationId="{2AE3B61A-B237-DC3C-1EC5-8BD578840BCC}"/>
          </ac:cxnSpMkLst>
        </pc:cxnChg>
        <pc:cxnChg chg="add del mod">
          <ac:chgData name="Juan David Suarez" userId="e850854423d4af7c" providerId="LiveId" clId="{EDA91855-6332-4C03-B4A4-83E829EE56E2}" dt="2024-09-22T01:30:48.138" v="17124" actId="478"/>
          <ac:cxnSpMkLst>
            <pc:docMk/>
            <pc:sldMk cId="1499118438" sldId="354"/>
            <ac:cxnSpMk id="17" creationId="{489E6BB9-321A-F304-EA1E-1BB561522C46}"/>
          </ac:cxnSpMkLst>
        </pc:cxnChg>
        <pc:cxnChg chg="add mod">
          <ac:chgData name="Juan David Suarez" userId="e850854423d4af7c" providerId="LiveId" clId="{EDA91855-6332-4C03-B4A4-83E829EE56E2}" dt="2024-09-22T01:25:10.828" v="16887" actId="208"/>
          <ac:cxnSpMkLst>
            <pc:docMk/>
            <pc:sldMk cId="1499118438" sldId="354"/>
            <ac:cxnSpMk id="20" creationId="{85F2FAB4-719E-1C81-B671-D180A52D354D}"/>
          </ac:cxnSpMkLst>
        </pc:cxnChg>
        <pc:cxnChg chg="add del mod">
          <ac:chgData name="Juan David Suarez" userId="e850854423d4af7c" providerId="LiveId" clId="{EDA91855-6332-4C03-B4A4-83E829EE56E2}" dt="2024-09-22T01:31:22.469" v="17131" actId="478"/>
          <ac:cxnSpMkLst>
            <pc:docMk/>
            <pc:sldMk cId="1499118438" sldId="354"/>
            <ac:cxnSpMk id="27" creationId="{AA394E93-9985-9C00-1B8D-06ED4266CAFE}"/>
          </ac:cxnSpMkLst>
        </pc:cxnChg>
        <pc:cxnChg chg="add mod">
          <ac:chgData name="Juan David Suarez" userId="e850854423d4af7c" providerId="LiveId" clId="{EDA91855-6332-4C03-B4A4-83E829EE56E2}" dt="2024-09-22T01:26:47.763" v="16965" actId="571"/>
          <ac:cxnSpMkLst>
            <pc:docMk/>
            <pc:sldMk cId="1499118438" sldId="354"/>
            <ac:cxnSpMk id="31" creationId="{D0F0490D-A29F-B79D-A7B5-AD8FB3897B83}"/>
          </ac:cxnSpMkLst>
        </pc:cxnChg>
        <pc:cxnChg chg="add mod">
          <ac:chgData name="Juan David Suarez" userId="e850854423d4af7c" providerId="LiveId" clId="{EDA91855-6332-4C03-B4A4-83E829EE56E2}" dt="2024-09-22T01:26:47.763" v="16965" actId="571"/>
          <ac:cxnSpMkLst>
            <pc:docMk/>
            <pc:sldMk cId="1499118438" sldId="354"/>
            <ac:cxnSpMk id="32" creationId="{40EB5926-595F-F2DF-26E8-157931E97766}"/>
          </ac:cxnSpMkLst>
        </pc:cxnChg>
        <pc:cxnChg chg="add mod">
          <ac:chgData name="Juan David Suarez" userId="e850854423d4af7c" providerId="LiveId" clId="{EDA91855-6332-4C03-B4A4-83E829EE56E2}" dt="2024-09-22T01:26:47.763" v="16965" actId="571"/>
          <ac:cxnSpMkLst>
            <pc:docMk/>
            <pc:sldMk cId="1499118438" sldId="354"/>
            <ac:cxnSpMk id="33" creationId="{2F1EB312-3A06-8BF2-A3DC-211F0CB9C8AA}"/>
          </ac:cxnSpMkLst>
        </pc:cxnChg>
        <pc:cxnChg chg="add del mod">
          <ac:chgData name="Juan David Suarez" userId="e850854423d4af7c" providerId="LiveId" clId="{EDA91855-6332-4C03-B4A4-83E829EE56E2}" dt="2024-09-22T01:30:50.239" v="17125" actId="478"/>
          <ac:cxnSpMkLst>
            <pc:docMk/>
            <pc:sldMk cId="1499118438" sldId="354"/>
            <ac:cxnSpMk id="34" creationId="{03D6BEAF-CC7E-3514-EACC-93BA7220FF3C}"/>
          </ac:cxnSpMkLst>
        </pc:cxnChg>
        <pc:cxnChg chg="add del mod">
          <ac:chgData name="Juan David Suarez" userId="e850854423d4af7c" providerId="LiveId" clId="{EDA91855-6332-4C03-B4A4-83E829EE56E2}" dt="2024-09-22T01:30:52.434" v="17126" actId="478"/>
          <ac:cxnSpMkLst>
            <pc:docMk/>
            <pc:sldMk cId="1499118438" sldId="354"/>
            <ac:cxnSpMk id="35" creationId="{AB5ED0C4-0D60-80D3-C2B2-E6B05EC1F019}"/>
          </ac:cxnSpMkLst>
        </pc:cxnChg>
        <pc:cxnChg chg="add del mod">
          <ac:chgData name="Juan David Suarez" userId="e850854423d4af7c" providerId="LiveId" clId="{EDA91855-6332-4C03-B4A4-83E829EE56E2}" dt="2024-09-22T01:30:54.348" v="17127" actId="478"/>
          <ac:cxnSpMkLst>
            <pc:docMk/>
            <pc:sldMk cId="1499118438" sldId="354"/>
            <ac:cxnSpMk id="36" creationId="{8DB40316-E8A4-D968-FF00-96E27DE6C1CB}"/>
          </ac:cxnSpMkLst>
        </pc:cxnChg>
        <pc:cxnChg chg="add mod">
          <ac:chgData name="Juan David Suarez" userId="e850854423d4af7c" providerId="LiveId" clId="{EDA91855-6332-4C03-B4A4-83E829EE56E2}" dt="2024-09-22T01:26:47.763" v="16965" actId="571"/>
          <ac:cxnSpMkLst>
            <pc:docMk/>
            <pc:sldMk cId="1499118438" sldId="354"/>
            <ac:cxnSpMk id="38" creationId="{F2650677-F974-3E84-41F9-3BCD671EEBDA}"/>
          </ac:cxnSpMkLst>
        </pc:cxnChg>
        <pc:cxnChg chg="add mod">
          <ac:chgData name="Juan David Suarez" userId="e850854423d4af7c" providerId="LiveId" clId="{EDA91855-6332-4C03-B4A4-83E829EE56E2}" dt="2024-09-24T16:09:03.604" v="20271" actId="1076"/>
          <ac:cxnSpMkLst>
            <pc:docMk/>
            <pc:sldMk cId="1499118438" sldId="354"/>
            <ac:cxnSpMk id="44" creationId="{E411F778-EF05-F64E-0B1E-B5B319AED1D4}"/>
          </ac:cxnSpMkLst>
        </pc:cxnChg>
        <pc:cxnChg chg="add mod">
          <ac:chgData name="Juan David Suarez" userId="e850854423d4af7c" providerId="LiveId" clId="{EDA91855-6332-4C03-B4A4-83E829EE56E2}" dt="2024-09-22T01:28:52.133" v="17094" actId="571"/>
          <ac:cxnSpMkLst>
            <pc:docMk/>
            <pc:sldMk cId="1499118438" sldId="354"/>
            <ac:cxnSpMk id="45" creationId="{64A8952B-5BDD-BED2-2E85-C26AB2394420}"/>
          </ac:cxnSpMkLst>
        </pc:cxnChg>
        <pc:cxnChg chg="add mod">
          <ac:chgData name="Juan David Suarez" userId="e850854423d4af7c" providerId="LiveId" clId="{EDA91855-6332-4C03-B4A4-83E829EE56E2}" dt="2024-09-22T01:32:05.155" v="17177" actId="14100"/>
          <ac:cxnSpMkLst>
            <pc:docMk/>
            <pc:sldMk cId="1499118438" sldId="354"/>
            <ac:cxnSpMk id="47" creationId="{FD6AC285-68C0-FC21-8C93-4C05E5B4D0E9}"/>
          </ac:cxnSpMkLst>
        </pc:cxnChg>
        <pc:cxnChg chg="add mod">
          <ac:chgData name="Juan David Suarez" userId="e850854423d4af7c" providerId="LiveId" clId="{EDA91855-6332-4C03-B4A4-83E829EE56E2}" dt="2024-09-22T01:32:30.474" v="17178" actId="571"/>
          <ac:cxnSpMkLst>
            <pc:docMk/>
            <pc:sldMk cId="1499118438" sldId="354"/>
            <ac:cxnSpMk id="52" creationId="{9CAE6B31-D08A-28A8-BC73-DD17C1BB998B}"/>
          </ac:cxnSpMkLst>
        </pc:cxnChg>
        <pc:cxnChg chg="add mod">
          <ac:chgData name="Juan David Suarez" userId="e850854423d4af7c" providerId="LiveId" clId="{EDA91855-6332-4C03-B4A4-83E829EE56E2}" dt="2024-09-22T01:36:21.360" v="17275" actId="1076"/>
          <ac:cxnSpMkLst>
            <pc:docMk/>
            <pc:sldMk cId="1499118438" sldId="354"/>
            <ac:cxnSpMk id="54" creationId="{CD4580E4-2C7D-5E24-3498-1C7B88814FE3}"/>
          </ac:cxnSpMkLst>
        </pc:cxnChg>
        <pc:cxnChg chg="add mod">
          <ac:chgData name="Juan David Suarez" userId="e850854423d4af7c" providerId="LiveId" clId="{EDA91855-6332-4C03-B4A4-83E829EE56E2}" dt="2024-09-22T01:36:24.964" v="17276" actId="14100"/>
          <ac:cxnSpMkLst>
            <pc:docMk/>
            <pc:sldMk cId="1499118438" sldId="354"/>
            <ac:cxnSpMk id="56" creationId="{A94BE46B-68E7-6581-AAE6-59EDDF23B592}"/>
          </ac:cxnSpMkLst>
        </pc:cxnChg>
        <pc:cxnChg chg="add mod">
          <ac:chgData name="Juan David Suarez" userId="e850854423d4af7c" providerId="LiveId" clId="{EDA91855-6332-4C03-B4A4-83E829EE56E2}" dt="2024-09-22T01:36:15.935" v="17274" actId="1076"/>
          <ac:cxnSpMkLst>
            <pc:docMk/>
            <pc:sldMk cId="1499118438" sldId="354"/>
            <ac:cxnSpMk id="61" creationId="{AE894414-4891-62F9-81C2-85448D0358FC}"/>
          </ac:cxnSpMkLst>
        </pc:cxnChg>
      </pc:sldChg>
      <pc:sldChg chg="addSp delSp modSp add del mod">
        <pc:chgData name="Juan David Suarez" userId="e850854423d4af7c" providerId="LiveId" clId="{EDA91855-6332-4C03-B4A4-83E829EE56E2}" dt="2024-09-19T16:21:41.834" v="4629" actId="2696"/>
        <pc:sldMkLst>
          <pc:docMk/>
          <pc:sldMk cId="2362662967" sldId="354"/>
        </pc:sldMkLst>
        <pc:spChg chg="mod">
          <ac:chgData name="Juan David Suarez" userId="e850854423d4af7c" providerId="LiveId" clId="{EDA91855-6332-4C03-B4A4-83E829EE56E2}" dt="2024-09-19T16:17:15.298" v="4447" actId="20577"/>
          <ac:spMkLst>
            <pc:docMk/>
            <pc:sldMk cId="2362662967" sldId="354"/>
            <ac:spMk id="2" creationId="{80813175-5681-1FEC-D0F2-EB44D2506251}"/>
          </ac:spMkLst>
        </pc:spChg>
        <pc:spChg chg="add del">
          <ac:chgData name="Juan David Suarez" userId="e850854423d4af7c" providerId="LiveId" clId="{EDA91855-6332-4C03-B4A4-83E829EE56E2}" dt="2024-09-19T16:18:19.933" v="4490" actId="22"/>
          <ac:spMkLst>
            <pc:docMk/>
            <pc:sldMk cId="2362662967" sldId="354"/>
            <ac:spMk id="4" creationId="{A624A34A-6992-81AB-F26D-5C113E29F310}"/>
          </ac:spMkLst>
        </pc:spChg>
        <pc:spChg chg="mod">
          <ac:chgData name="Juan David Suarez" userId="e850854423d4af7c" providerId="LiveId" clId="{EDA91855-6332-4C03-B4A4-83E829EE56E2}" dt="2024-09-19T16:17:26.129" v="4459" actId="20577"/>
          <ac:spMkLst>
            <pc:docMk/>
            <pc:sldMk cId="2362662967" sldId="354"/>
            <ac:spMk id="5" creationId="{E1ADF057-A0BC-6407-0FD3-003971771939}"/>
          </ac:spMkLst>
        </pc:spChg>
      </pc:sldChg>
      <pc:sldChg chg="addSp delSp modSp add del mod">
        <pc:chgData name="Juan David Suarez" userId="e850854423d4af7c" providerId="LiveId" clId="{EDA91855-6332-4C03-B4A4-83E829EE56E2}" dt="2024-09-21T23:33:47.494" v="13306" actId="2696"/>
        <pc:sldMkLst>
          <pc:docMk/>
          <pc:sldMk cId="3845508888" sldId="354"/>
        </pc:sldMkLst>
        <pc:spChg chg="mod">
          <ac:chgData name="Juan David Suarez" userId="e850854423d4af7c" providerId="LiveId" clId="{EDA91855-6332-4C03-B4A4-83E829EE56E2}" dt="2024-09-21T22:55:56.137" v="10457" actId="20577"/>
          <ac:spMkLst>
            <pc:docMk/>
            <pc:sldMk cId="3845508888" sldId="354"/>
            <ac:spMk id="2" creationId="{80813175-5681-1FEC-D0F2-EB44D2506251}"/>
          </ac:spMkLst>
        </pc:spChg>
        <pc:spChg chg="add del mod">
          <ac:chgData name="Juan David Suarez" userId="e850854423d4af7c" providerId="LiveId" clId="{EDA91855-6332-4C03-B4A4-83E829EE56E2}" dt="2024-09-21T22:54:46.013" v="10323" actId="21"/>
          <ac:spMkLst>
            <pc:docMk/>
            <pc:sldMk cId="3845508888" sldId="354"/>
            <ac:spMk id="3" creationId="{2086A9F1-00BD-B9C4-1B97-2854D7641E8C}"/>
          </ac:spMkLst>
        </pc:spChg>
        <pc:spChg chg="add mod ord">
          <ac:chgData name="Juan David Suarez" userId="e850854423d4af7c" providerId="LiveId" clId="{EDA91855-6332-4C03-B4A4-83E829EE56E2}" dt="2024-09-21T23:30:55.124" v="13299" actId="20577"/>
          <ac:spMkLst>
            <pc:docMk/>
            <pc:sldMk cId="3845508888" sldId="354"/>
            <ac:spMk id="4" creationId="{4DC373B7-84A2-E37F-1632-8FEADF17C905}"/>
          </ac:spMkLst>
        </pc:spChg>
      </pc:sldChg>
      <pc:sldChg chg="addSp delSp modSp add mod ord modNotesTx">
        <pc:chgData name="Juan David Suarez" userId="e850854423d4af7c" providerId="LiveId" clId="{EDA91855-6332-4C03-B4A4-83E829EE56E2}" dt="2024-09-24T16:11:15.952" v="20297" actId="207"/>
        <pc:sldMkLst>
          <pc:docMk/>
          <pc:sldMk cId="161399349" sldId="355"/>
        </pc:sldMkLst>
        <pc:spChg chg="mod">
          <ac:chgData name="Juan David Suarez" userId="e850854423d4af7c" providerId="LiveId" clId="{EDA91855-6332-4C03-B4A4-83E829EE56E2}" dt="2024-09-21T22:56:35.500" v="10521" actId="20577"/>
          <ac:spMkLst>
            <pc:docMk/>
            <pc:sldMk cId="161399349" sldId="355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3" creationId="{DD7B9AB2-7B5C-BF72-7642-4B0A1C52E848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4" creationId="{E93EE434-BDDA-4CF3-7116-B572C6E47124}"/>
          </ac:spMkLst>
        </pc:spChg>
        <pc:spChg chg="mod">
          <ac:chgData name="Juan David Suarez" userId="e850854423d4af7c" providerId="LiveId" clId="{EDA91855-6332-4C03-B4A4-83E829EE56E2}" dt="2024-09-22T02:00:06.876" v="17597" actId="27636"/>
          <ac:spMkLst>
            <pc:docMk/>
            <pc:sldMk cId="161399349" sldId="355"/>
            <ac:spMk id="5" creationId="{E1ADF057-A0BC-6407-0FD3-003971771939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6" creationId="{50C8D318-DBAC-FFD3-84F5-2158ED0720C2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10" creationId="{EDD6087D-7728-3E0F-069E-5C2F592AE113}"/>
          </ac:spMkLst>
        </pc:spChg>
        <pc:spChg chg="add mod">
          <ac:chgData name="Juan David Suarez" userId="e850854423d4af7c" providerId="LiveId" clId="{EDA91855-6332-4C03-B4A4-83E829EE56E2}" dt="2024-09-22T01:51:55.819" v="17489" actId="14100"/>
          <ac:spMkLst>
            <pc:docMk/>
            <pc:sldMk cId="161399349" sldId="355"/>
            <ac:spMk id="12" creationId="{461E53B1-0712-BD9C-ED53-701A401E2A5C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14" creationId="{81C93A3B-74EB-C231-15F0-9884AF2BEE43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16" creationId="{DF047817-25EE-E244-11BA-A6199BEBA985}"/>
          </ac:spMkLst>
        </pc:spChg>
        <pc:spChg chg="add mod">
          <ac:chgData name="Juan David Suarez" userId="e850854423d4af7c" providerId="LiveId" clId="{EDA91855-6332-4C03-B4A4-83E829EE56E2}" dt="2024-09-22T01:51:42.976" v="17479" actId="1076"/>
          <ac:spMkLst>
            <pc:docMk/>
            <pc:sldMk cId="161399349" sldId="355"/>
            <ac:spMk id="17" creationId="{96774704-4154-7A59-4E46-E59FF6ADD04A}"/>
          </ac:spMkLst>
        </pc:spChg>
        <pc:spChg chg="add mod">
          <ac:chgData name="Juan David Suarez" userId="e850854423d4af7c" providerId="LiveId" clId="{EDA91855-6332-4C03-B4A4-83E829EE56E2}" dt="2024-09-24T16:11:13.194" v="20296" actId="20577"/>
          <ac:spMkLst>
            <pc:docMk/>
            <pc:sldMk cId="161399349" sldId="355"/>
            <ac:spMk id="19" creationId="{00F41A9A-CB51-05FB-306E-B74D83201C33}"/>
          </ac:spMkLst>
        </pc:spChg>
        <pc:spChg chg="add mod">
          <ac:chgData name="Juan David Suarez" userId="e850854423d4af7c" providerId="LiveId" clId="{EDA91855-6332-4C03-B4A4-83E829EE56E2}" dt="2024-09-22T01:56:18.623" v="17527" actId="1076"/>
          <ac:spMkLst>
            <pc:docMk/>
            <pc:sldMk cId="161399349" sldId="355"/>
            <ac:spMk id="22" creationId="{DB4F3A8E-C0C1-EB31-DB19-CCAA732FCA76}"/>
          </ac:spMkLst>
        </pc:spChg>
        <pc:spChg chg="add mod">
          <ac:chgData name="Juan David Suarez" userId="e850854423d4af7c" providerId="LiveId" clId="{EDA91855-6332-4C03-B4A4-83E829EE56E2}" dt="2024-09-22T01:59:22.075" v="17588" actId="14100"/>
          <ac:spMkLst>
            <pc:docMk/>
            <pc:sldMk cId="161399349" sldId="355"/>
            <ac:spMk id="24" creationId="{70F3AE38-BB54-AAA2-797D-EF4660B11625}"/>
          </ac:spMkLst>
        </pc:spChg>
        <pc:spChg chg="add mod">
          <ac:chgData name="Juan David Suarez" userId="e850854423d4af7c" providerId="LiveId" clId="{EDA91855-6332-4C03-B4A4-83E829EE56E2}" dt="2024-09-22T01:57:32.795" v="17548" actId="1035"/>
          <ac:spMkLst>
            <pc:docMk/>
            <pc:sldMk cId="161399349" sldId="355"/>
            <ac:spMk id="28" creationId="{1CA651E9-D87F-84CF-0AED-C61B3884E67D}"/>
          </ac:spMkLst>
        </pc:spChg>
        <pc:spChg chg="add del mod">
          <ac:chgData name="Juan David Suarez" userId="e850854423d4af7c" providerId="LiveId" clId="{EDA91855-6332-4C03-B4A4-83E829EE56E2}" dt="2024-09-24T16:10:58.459" v="20290" actId="1076"/>
          <ac:spMkLst>
            <pc:docMk/>
            <pc:sldMk cId="161399349" sldId="355"/>
            <ac:spMk id="29" creationId="{A0476D52-A0EF-923F-FD84-50741CAC3B7A}"/>
          </ac:spMkLst>
        </pc:spChg>
        <pc:spChg chg="add mod">
          <ac:chgData name="Juan David Suarez" userId="e850854423d4af7c" providerId="LiveId" clId="{EDA91855-6332-4C03-B4A4-83E829EE56E2}" dt="2024-09-24T16:11:05.333" v="20292" actId="1076"/>
          <ac:spMkLst>
            <pc:docMk/>
            <pc:sldMk cId="161399349" sldId="355"/>
            <ac:spMk id="30" creationId="{CA55109A-1B56-608E-6B84-686E8ED9EB89}"/>
          </ac:spMkLst>
        </pc:spChg>
        <pc:spChg chg="add mod">
          <ac:chgData name="Juan David Suarez" userId="e850854423d4af7c" providerId="LiveId" clId="{EDA91855-6332-4C03-B4A4-83E829EE56E2}" dt="2024-09-22T02:01:22.555" v="17615" actId="1076"/>
          <ac:spMkLst>
            <pc:docMk/>
            <pc:sldMk cId="161399349" sldId="355"/>
            <ac:spMk id="31" creationId="{8ED5E803-E0FE-0570-7643-5A6C7E2CFCC5}"/>
          </ac:spMkLst>
        </pc:spChg>
        <pc:spChg chg="add mod">
          <ac:chgData name="Juan David Suarez" userId="e850854423d4af7c" providerId="LiveId" clId="{EDA91855-6332-4C03-B4A4-83E829EE56E2}" dt="2024-09-22T01:59:28.966" v="17591" actId="14100"/>
          <ac:spMkLst>
            <pc:docMk/>
            <pc:sldMk cId="161399349" sldId="355"/>
            <ac:spMk id="36" creationId="{D297A5F4-E08A-476D-F094-13353391B3DE}"/>
          </ac:spMkLst>
        </pc:spChg>
        <pc:spChg chg="add mod">
          <ac:chgData name="Juan David Suarez" userId="e850854423d4af7c" providerId="LiveId" clId="{EDA91855-6332-4C03-B4A4-83E829EE56E2}" dt="2024-09-22T02:01:05.333" v="17609" actId="1076"/>
          <ac:spMkLst>
            <pc:docMk/>
            <pc:sldMk cId="161399349" sldId="355"/>
            <ac:spMk id="39" creationId="{AEDA3617-4E13-1C9F-C326-390EB7610E33}"/>
          </ac:spMkLst>
        </pc:spChg>
        <pc:spChg chg="add mod">
          <ac:chgData name="Juan David Suarez" userId="e850854423d4af7c" providerId="LiveId" clId="{EDA91855-6332-4C03-B4A4-83E829EE56E2}" dt="2024-09-22T02:00:21.910" v="17601" actId="20577"/>
          <ac:spMkLst>
            <pc:docMk/>
            <pc:sldMk cId="161399349" sldId="355"/>
            <ac:spMk id="40" creationId="{A19B247E-FEF0-6744-7F86-359CADA391E9}"/>
          </ac:spMkLst>
        </pc:spChg>
        <pc:spChg chg="add mod">
          <ac:chgData name="Juan David Suarez" userId="e850854423d4af7c" providerId="LiveId" clId="{EDA91855-6332-4C03-B4A4-83E829EE56E2}" dt="2024-09-22T02:00:25.192" v="17602" actId="571"/>
          <ac:spMkLst>
            <pc:docMk/>
            <pc:sldMk cId="161399349" sldId="355"/>
            <ac:spMk id="41" creationId="{60527191-719D-2F6E-7A65-3EA009C3816C}"/>
          </ac:spMkLst>
        </pc:spChg>
        <pc:spChg chg="add mod">
          <ac:chgData name="Juan David Suarez" userId="e850854423d4af7c" providerId="LiveId" clId="{EDA91855-6332-4C03-B4A4-83E829EE56E2}" dt="2024-09-22T02:03:05.988" v="17668" actId="207"/>
          <ac:spMkLst>
            <pc:docMk/>
            <pc:sldMk cId="161399349" sldId="355"/>
            <ac:spMk id="50" creationId="{2988AE3A-3472-FC59-1654-E480A6429678}"/>
          </ac:spMkLst>
        </pc:spChg>
        <pc:spChg chg="add mod">
          <ac:chgData name="Juan David Suarez" userId="e850854423d4af7c" providerId="LiveId" clId="{EDA91855-6332-4C03-B4A4-83E829EE56E2}" dt="2024-09-22T02:02:59.558" v="17666" actId="207"/>
          <ac:spMkLst>
            <pc:docMk/>
            <pc:sldMk cId="161399349" sldId="355"/>
            <ac:spMk id="51" creationId="{66161AB1-7D73-73AC-BF18-9CDA3EBFA9ED}"/>
          </ac:spMkLst>
        </pc:spChg>
        <pc:spChg chg="add mod ord">
          <ac:chgData name="Juan David Suarez" userId="e850854423d4af7c" providerId="LiveId" clId="{EDA91855-6332-4C03-B4A4-83E829EE56E2}" dt="2024-09-22T02:02:51.277" v="17664" actId="207"/>
          <ac:spMkLst>
            <pc:docMk/>
            <pc:sldMk cId="161399349" sldId="355"/>
            <ac:spMk id="52" creationId="{365D20D6-4E02-EE1A-1948-3D6E91472F54}"/>
          </ac:spMkLst>
        </pc:spChg>
        <pc:spChg chg="add mod">
          <ac:chgData name="Juan David Suarez" userId="e850854423d4af7c" providerId="LiveId" clId="{EDA91855-6332-4C03-B4A4-83E829EE56E2}" dt="2024-09-22T02:03:22.283" v="17687" actId="207"/>
          <ac:spMkLst>
            <pc:docMk/>
            <pc:sldMk cId="161399349" sldId="355"/>
            <ac:spMk id="53" creationId="{76C0B861-8CC6-96D1-7310-F433623970EF}"/>
          </ac:spMkLst>
        </pc:spChg>
        <pc:graphicFrameChg chg="add">
          <ac:chgData name="Juan David Suarez" userId="e850854423d4af7c" providerId="LiveId" clId="{EDA91855-6332-4C03-B4A4-83E829EE56E2}" dt="2024-09-22T01:52:22.192" v="17491" actId="1032"/>
          <ac:graphicFrameMkLst>
            <pc:docMk/>
            <pc:sldMk cId="161399349" sldId="355"/>
            <ac:graphicFrameMk id="20" creationId="{0C5D6B84-E8B9-FECA-02ED-B2033DC432FC}"/>
          </ac:graphicFrameMkLst>
        </pc:graphicFrameChg>
        <pc:graphicFrameChg chg="add mod modGraphic">
          <ac:chgData name="Juan David Suarez" userId="e850854423d4af7c" providerId="LiveId" clId="{EDA91855-6332-4C03-B4A4-83E829EE56E2}" dt="2024-09-24T16:11:15.952" v="20297" actId="207"/>
          <ac:graphicFrameMkLst>
            <pc:docMk/>
            <pc:sldMk cId="161399349" sldId="355"/>
            <ac:graphicFrameMk id="21" creationId="{69734B50-DFD8-F928-1707-7A1B7FFFF59E}"/>
          </ac:graphicFrameMkLst>
        </pc:graphicFrameChg>
        <pc:cxnChg chg="add mod">
          <ac:chgData name="Juan David Suarez" userId="e850854423d4af7c" providerId="LiveId" clId="{EDA91855-6332-4C03-B4A4-83E829EE56E2}" dt="2024-09-22T01:51:42.976" v="17479" actId="1076"/>
          <ac:cxnSpMkLst>
            <pc:docMk/>
            <pc:sldMk cId="161399349" sldId="355"/>
            <ac:cxnSpMk id="7" creationId="{64E5759C-718D-E534-4D8F-91FA914B5880}"/>
          </ac:cxnSpMkLst>
        </pc:cxnChg>
        <pc:cxnChg chg="add mod">
          <ac:chgData name="Juan David Suarez" userId="e850854423d4af7c" providerId="LiveId" clId="{EDA91855-6332-4C03-B4A4-83E829EE56E2}" dt="2024-09-22T01:51:42.976" v="17479" actId="1076"/>
          <ac:cxnSpMkLst>
            <pc:docMk/>
            <pc:sldMk cId="161399349" sldId="355"/>
            <ac:cxnSpMk id="8" creationId="{5FA92FBD-0791-C5D1-D80D-7043CF7E01C5}"/>
          </ac:cxnSpMkLst>
        </pc:cxnChg>
        <pc:cxnChg chg="add mod">
          <ac:chgData name="Juan David Suarez" userId="e850854423d4af7c" providerId="LiveId" clId="{EDA91855-6332-4C03-B4A4-83E829EE56E2}" dt="2024-09-22T01:51:42.976" v="17479" actId="1076"/>
          <ac:cxnSpMkLst>
            <pc:docMk/>
            <pc:sldMk cId="161399349" sldId="355"/>
            <ac:cxnSpMk id="9" creationId="{A1F31A73-800D-62B6-188E-F867F63177D1}"/>
          </ac:cxnSpMkLst>
        </pc:cxnChg>
        <pc:cxnChg chg="add mod">
          <ac:chgData name="Juan David Suarez" userId="e850854423d4af7c" providerId="LiveId" clId="{EDA91855-6332-4C03-B4A4-83E829EE56E2}" dt="2024-09-22T01:51:42.976" v="17479" actId="1076"/>
          <ac:cxnSpMkLst>
            <pc:docMk/>
            <pc:sldMk cId="161399349" sldId="355"/>
            <ac:cxnSpMk id="11" creationId="{DC96193A-1D19-DB5E-6C21-389C54DC4028}"/>
          </ac:cxnSpMkLst>
        </pc:cxnChg>
        <pc:cxnChg chg="add mod">
          <ac:chgData name="Juan David Suarez" userId="e850854423d4af7c" providerId="LiveId" clId="{EDA91855-6332-4C03-B4A4-83E829EE56E2}" dt="2024-09-22T01:51:55.819" v="17489" actId="14100"/>
          <ac:cxnSpMkLst>
            <pc:docMk/>
            <pc:sldMk cId="161399349" sldId="355"/>
            <ac:cxnSpMk id="13" creationId="{C94021F1-97AE-5DC1-7D2C-9BCA4BED6BC9}"/>
          </ac:cxnSpMkLst>
        </pc:cxnChg>
        <pc:cxnChg chg="add mod">
          <ac:chgData name="Juan David Suarez" userId="e850854423d4af7c" providerId="LiveId" clId="{EDA91855-6332-4C03-B4A4-83E829EE56E2}" dt="2024-09-22T01:56:30.042" v="17530" actId="14100"/>
          <ac:cxnSpMkLst>
            <pc:docMk/>
            <pc:sldMk cId="161399349" sldId="355"/>
            <ac:cxnSpMk id="15" creationId="{80324C32-6543-97E0-4265-4254A4BA875D}"/>
          </ac:cxnSpMkLst>
        </pc:cxnChg>
        <pc:cxnChg chg="add mod">
          <ac:chgData name="Juan David Suarez" userId="e850854423d4af7c" providerId="LiveId" clId="{EDA91855-6332-4C03-B4A4-83E829EE56E2}" dt="2024-09-22T01:51:42.976" v="17479" actId="1076"/>
          <ac:cxnSpMkLst>
            <pc:docMk/>
            <pc:sldMk cId="161399349" sldId="355"/>
            <ac:cxnSpMk id="18" creationId="{B503B591-BB3E-6CCF-A7D3-9CC11AE8DA9E}"/>
          </ac:cxnSpMkLst>
        </pc:cxnChg>
        <pc:cxnChg chg="add mod">
          <ac:chgData name="Juan David Suarez" userId="e850854423d4af7c" providerId="LiveId" clId="{EDA91855-6332-4C03-B4A4-83E829EE56E2}" dt="2024-09-22T01:59:22.075" v="17588" actId="14100"/>
          <ac:cxnSpMkLst>
            <pc:docMk/>
            <pc:sldMk cId="161399349" sldId="355"/>
            <ac:cxnSpMk id="25" creationId="{FE4AC576-300E-BA3A-F71C-718C8ADDC517}"/>
          </ac:cxnSpMkLst>
        </pc:cxnChg>
        <pc:cxnChg chg="add mod">
          <ac:chgData name="Juan David Suarez" userId="e850854423d4af7c" providerId="LiveId" clId="{EDA91855-6332-4C03-B4A4-83E829EE56E2}" dt="2024-09-22T02:01:36.242" v="17616" actId="208"/>
          <ac:cxnSpMkLst>
            <pc:docMk/>
            <pc:sldMk cId="161399349" sldId="355"/>
            <ac:cxnSpMk id="33" creationId="{518CE28C-3FC7-F874-142D-DB72543A7F6C}"/>
          </ac:cxnSpMkLst>
        </pc:cxnChg>
        <pc:cxnChg chg="add mod">
          <ac:chgData name="Juan David Suarez" userId="e850854423d4af7c" providerId="LiveId" clId="{EDA91855-6332-4C03-B4A4-83E829EE56E2}" dt="2024-09-22T02:01:41.240" v="17617" actId="208"/>
          <ac:cxnSpMkLst>
            <pc:docMk/>
            <pc:sldMk cId="161399349" sldId="355"/>
            <ac:cxnSpMk id="34" creationId="{EE7D32AB-C866-A697-EB9A-B5B20ADD8D46}"/>
          </ac:cxnSpMkLst>
        </pc:cxnChg>
        <pc:cxnChg chg="add mod">
          <ac:chgData name="Juan David Suarez" userId="e850854423d4af7c" providerId="LiveId" clId="{EDA91855-6332-4C03-B4A4-83E829EE56E2}" dt="2024-09-22T01:59:28.966" v="17591" actId="14100"/>
          <ac:cxnSpMkLst>
            <pc:docMk/>
            <pc:sldMk cId="161399349" sldId="355"/>
            <ac:cxnSpMk id="37" creationId="{A1F8BE04-378D-A875-CA5E-27AE5E2D662B}"/>
          </ac:cxnSpMkLst>
        </pc:cxnChg>
        <pc:cxnChg chg="add mod">
          <ac:chgData name="Juan David Suarez" userId="e850854423d4af7c" providerId="LiveId" clId="{EDA91855-6332-4C03-B4A4-83E829EE56E2}" dt="2024-09-22T02:01:18.600" v="17614" actId="14100"/>
          <ac:cxnSpMkLst>
            <pc:docMk/>
            <pc:sldMk cId="161399349" sldId="355"/>
            <ac:cxnSpMk id="43" creationId="{E3F8BF38-8100-7063-E96F-ABC9726DCA47}"/>
          </ac:cxnSpMkLst>
        </pc:cxnChg>
        <pc:cxnChg chg="add mod">
          <ac:chgData name="Juan David Suarez" userId="e850854423d4af7c" providerId="LiveId" clId="{EDA91855-6332-4C03-B4A4-83E829EE56E2}" dt="2024-09-22T02:00:59.421" v="17608" actId="14100"/>
          <ac:cxnSpMkLst>
            <pc:docMk/>
            <pc:sldMk cId="161399349" sldId="355"/>
            <ac:cxnSpMk id="45" creationId="{E2FF2F32-55C4-71A4-8AEE-75741473F188}"/>
          </ac:cxnSpMkLst>
        </pc:cxnChg>
      </pc:sldChg>
      <pc:sldChg chg="modSp add del mod">
        <pc:chgData name="Juan David Suarez" userId="e850854423d4af7c" providerId="LiveId" clId="{EDA91855-6332-4C03-B4A4-83E829EE56E2}" dt="2024-09-19T16:21:41.834" v="4629" actId="2696"/>
        <pc:sldMkLst>
          <pc:docMk/>
          <pc:sldMk cId="1777108005" sldId="355"/>
        </pc:sldMkLst>
        <pc:spChg chg="mod">
          <ac:chgData name="Juan David Suarez" userId="e850854423d4af7c" providerId="LiveId" clId="{EDA91855-6332-4C03-B4A4-83E829EE56E2}" dt="2024-09-19T16:18:28.488" v="4510" actId="20577"/>
          <ac:spMkLst>
            <pc:docMk/>
            <pc:sldMk cId="1777108005" sldId="355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19T16:18:45.911" v="4558" actId="20577"/>
          <ac:spMkLst>
            <pc:docMk/>
            <pc:sldMk cId="1777108005" sldId="355"/>
            <ac:spMk id="5" creationId="{E1ADF057-A0BC-6407-0FD3-003971771939}"/>
          </ac:spMkLst>
        </pc:spChg>
      </pc:sldChg>
      <pc:sldChg chg="addSp delSp modSp add mod">
        <pc:chgData name="Juan David Suarez" userId="e850854423d4af7c" providerId="LiveId" clId="{EDA91855-6332-4C03-B4A4-83E829EE56E2}" dt="2024-09-24T16:20:02.983" v="20501" actId="1076"/>
        <pc:sldMkLst>
          <pc:docMk/>
          <pc:sldMk cId="4026073838" sldId="356"/>
        </pc:sldMkLst>
        <pc:spChg chg="mod">
          <ac:chgData name="Juan David Suarez" userId="e850854423d4af7c" providerId="LiveId" clId="{EDA91855-6332-4C03-B4A4-83E829EE56E2}" dt="2024-09-19T17:43:43.090" v="6182" actId="20577"/>
          <ac:spMkLst>
            <pc:docMk/>
            <pc:sldMk cId="4026073838" sldId="356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4T16:19:45.225" v="20497" actId="1076"/>
          <ac:spMkLst>
            <pc:docMk/>
            <pc:sldMk cId="4026073838" sldId="356"/>
            <ac:spMk id="3" creationId="{BEAD7913-2596-1908-5443-C986D9F9DA75}"/>
          </ac:spMkLst>
        </pc:spChg>
        <pc:spChg chg="add mod">
          <ac:chgData name="Juan David Suarez" userId="e850854423d4af7c" providerId="LiveId" clId="{EDA91855-6332-4C03-B4A4-83E829EE56E2}" dt="2024-09-24T16:19:45.225" v="20497" actId="1076"/>
          <ac:spMkLst>
            <pc:docMk/>
            <pc:sldMk cId="4026073838" sldId="356"/>
            <ac:spMk id="4" creationId="{B0170566-4AFE-F544-3DED-44919FA38408}"/>
          </ac:spMkLst>
        </pc:spChg>
        <pc:spChg chg="mod">
          <ac:chgData name="Juan David Suarez" userId="e850854423d4af7c" providerId="LiveId" clId="{EDA91855-6332-4C03-B4A4-83E829EE56E2}" dt="2024-09-21T23:06:02.538" v="11490" actId="20577"/>
          <ac:spMkLst>
            <pc:docMk/>
            <pc:sldMk cId="4026073838" sldId="356"/>
            <ac:spMk id="5" creationId="{E1ADF057-A0BC-6407-0FD3-003971771939}"/>
          </ac:spMkLst>
        </pc:spChg>
        <pc:spChg chg="add mod">
          <ac:chgData name="Juan David Suarez" userId="e850854423d4af7c" providerId="LiveId" clId="{EDA91855-6332-4C03-B4A4-83E829EE56E2}" dt="2024-09-24T16:19:45.225" v="20497" actId="1076"/>
          <ac:spMkLst>
            <pc:docMk/>
            <pc:sldMk cId="4026073838" sldId="356"/>
            <ac:spMk id="6" creationId="{DE3C0044-352F-D1C6-18C0-5EE9207B77A6}"/>
          </ac:spMkLst>
        </pc:spChg>
        <pc:spChg chg="add mod">
          <ac:chgData name="Juan David Suarez" userId="e850854423d4af7c" providerId="LiveId" clId="{EDA91855-6332-4C03-B4A4-83E829EE56E2}" dt="2024-09-24T16:19:45.225" v="20497" actId="1076"/>
          <ac:spMkLst>
            <pc:docMk/>
            <pc:sldMk cId="4026073838" sldId="356"/>
            <ac:spMk id="7" creationId="{BF922762-06AE-258C-F882-DD63722A4301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8" creationId="{F30B8008-460F-6480-C190-BF93B8D8B642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9" creationId="{5DCD27CD-1372-85B0-DF64-834E5F644521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10" creationId="{E9BCF047-FA3D-A7CC-0FDB-2C45AB91143E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11" creationId="{AA02F286-E6E9-A954-B832-74AB4DD7195F}"/>
          </ac:spMkLst>
        </pc:spChg>
        <pc:spChg chg="add mod">
          <ac:chgData name="Juan David Suarez" userId="e850854423d4af7c" providerId="LiveId" clId="{EDA91855-6332-4C03-B4A4-83E829EE56E2}" dt="2024-09-24T16:19:45.225" v="20497" actId="1076"/>
          <ac:spMkLst>
            <pc:docMk/>
            <pc:sldMk cId="4026073838" sldId="356"/>
            <ac:spMk id="12" creationId="{0A0804F7-9EEB-D77C-B6E0-A8172FEDA391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13" creationId="{FA99021C-DF12-06C8-BE27-BD864299C4E8}"/>
          </ac:spMkLst>
        </pc:spChg>
        <pc:spChg chg="add del mod">
          <ac:chgData name="Juan David Suarez" userId="e850854423d4af7c" providerId="LiveId" clId="{EDA91855-6332-4C03-B4A4-83E829EE56E2}" dt="2024-09-19T17:51:53.033" v="6717" actId="478"/>
          <ac:spMkLst>
            <pc:docMk/>
            <pc:sldMk cId="4026073838" sldId="356"/>
            <ac:spMk id="14" creationId="{3C3B4AF2-3986-4289-D8FC-5F4F3F8B6F64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14" creationId="{8E3A568F-1502-5EB0-D953-6C1B1D029899}"/>
          </ac:spMkLst>
        </pc:spChg>
        <pc:spChg chg="add mod">
          <ac:chgData name="Juan David Suarez" userId="e850854423d4af7c" providerId="LiveId" clId="{EDA91855-6332-4C03-B4A4-83E829EE56E2}" dt="2024-09-24T16:19:55.082" v="20499" actId="1076"/>
          <ac:spMkLst>
            <pc:docMk/>
            <pc:sldMk cId="4026073838" sldId="356"/>
            <ac:spMk id="15" creationId="{F7E62A79-F739-5F3B-594D-D0ADEA26CEE8}"/>
          </ac:spMkLst>
        </pc:spChg>
        <pc:spChg chg="add mod">
          <ac:chgData name="Juan David Suarez" userId="e850854423d4af7c" providerId="LiveId" clId="{EDA91855-6332-4C03-B4A4-83E829EE56E2}" dt="2024-09-24T16:20:02.983" v="20501" actId="1076"/>
          <ac:spMkLst>
            <pc:docMk/>
            <pc:sldMk cId="4026073838" sldId="356"/>
            <ac:spMk id="16" creationId="{C9E20589-7ED0-4743-B9AC-3B6811877D41}"/>
          </ac:spMkLst>
        </pc:spChg>
      </pc:sldChg>
      <pc:sldChg chg="modSp add mod">
        <pc:chgData name="Juan David Suarez" userId="e850854423d4af7c" providerId="LiveId" clId="{EDA91855-6332-4C03-B4A4-83E829EE56E2}" dt="2024-09-19T16:48:39.754" v="5458" actId="313"/>
        <pc:sldMkLst>
          <pc:docMk/>
          <pc:sldMk cId="1490282615" sldId="357"/>
        </pc:sldMkLst>
        <pc:spChg chg="mod">
          <ac:chgData name="Juan David Suarez" userId="e850854423d4af7c" providerId="LiveId" clId="{EDA91855-6332-4C03-B4A4-83E829EE56E2}" dt="2024-09-19T16:48:39.754" v="5458" actId="313"/>
          <ac:spMkLst>
            <pc:docMk/>
            <pc:sldMk cId="1490282615" sldId="357"/>
            <ac:spMk id="2" creationId="{8693CF40-722A-AC2F-1C95-C72765A6ED75}"/>
          </ac:spMkLst>
        </pc:spChg>
      </pc:sldChg>
      <pc:sldChg chg="add del">
        <pc:chgData name="Juan David Suarez" userId="e850854423d4af7c" providerId="LiveId" clId="{EDA91855-6332-4C03-B4A4-83E829EE56E2}" dt="2024-09-19T16:48:19.459" v="5409"/>
        <pc:sldMkLst>
          <pc:docMk/>
          <pc:sldMk cId="1553741746" sldId="357"/>
        </pc:sldMkLst>
      </pc:sldChg>
      <pc:sldChg chg="add del">
        <pc:chgData name="Juan David Suarez" userId="e850854423d4af7c" providerId="LiveId" clId="{EDA91855-6332-4C03-B4A4-83E829EE56E2}" dt="2024-09-19T16:48:21.899" v="5411"/>
        <pc:sldMkLst>
          <pc:docMk/>
          <pc:sldMk cId="2942338674" sldId="357"/>
        </pc:sldMkLst>
      </pc:sldChg>
      <pc:sldChg chg="modSp add mod">
        <pc:chgData name="Juan David Suarez" userId="e850854423d4af7c" providerId="LiveId" clId="{EDA91855-6332-4C03-B4A4-83E829EE56E2}" dt="2024-09-21T23:18:21.681" v="12607" actId="27636"/>
        <pc:sldMkLst>
          <pc:docMk/>
          <pc:sldMk cId="2104051175" sldId="358"/>
        </pc:sldMkLst>
        <pc:spChg chg="mod">
          <ac:chgData name="Juan David Suarez" userId="e850854423d4af7c" providerId="LiveId" clId="{EDA91855-6332-4C03-B4A4-83E829EE56E2}" dt="2024-09-19T16:57:31.075" v="5473" actId="20577"/>
          <ac:spMkLst>
            <pc:docMk/>
            <pc:sldMk cId="2104051175" sldId="358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1T23:18:21.681" v="12607" actId="27636"/>
          <ac:spMkLst>
            <pc:docMk/>
            <pc:sldMk cId="2104051175" sldId="358"/>
            <ac:spMk id="5" creationId="{E1ADF057-A0BC-6407-0FD3-003971771939}"/>
          </ac:spMkLst>
        </pc:spChg>
      </pc:sldChg>
      <pc:sldChg chg="addSp delSp modSp add mod">
        <pc:chgData name="Juan David Suarez" userId="e850854423d4af7c" providerId="LiveId" clId="{EDA91855-6332-4C03-B4A4-83E829EE56E2}" dt="2024-09-24T16:58:32.560" v="21141" actId="33524"/>
        <pc:sldMkLst>
          <pc:docMk/>
          <pc:sldMk cId="3566350038" sldId="359"/>
        </pc:sldMkLst>
        <pc:spChg chg="mod">
          <ac:chgData name="Juan David Suarez" userId="e850854423d4af7c" providerId="LiveId" clId="{EDA91855-6332-4C03-B4A4-83E829EE56E2}" dt="2024-09-22T03:14:34.251" v="20014" actId="33524"/>
          <ac:spMkLst>
            <pc:docMk/>
            <pc:sldMk cId="3566350038" sldId="359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4T16:58:32.560" v="21141" actId="33524"/>
          <ac:spMkLst>
            <pc:docMk/>
            <pc:sldMk cId="3566350038" sldId="359"/>
            <ac:spMk id="4" creationId="{02610615-28F9-C9D0-70B8-73C1BE237C08}"/>
          </ac:spMkLst>
        </pc:spChg>
        <pc:spChg chg="del mod">
          <ac:chgData name="Juan David Suarez" userId="e850854423d4af7c" providerId="LiveId" clId="{EDA91855-6332-4C03-B4A4-83E829EE56E2}" dt="2024-09-19T17:32:06.205" v="6091" actId="478"/>
          <ac:spMkLst>
            <pc:docMk/>
            <pc:sldMk cId="3566350038" sldId="359"/>
            <ac:spMk id="5" creationId="{E1ADF057-A0BC-6407-0FD3-003971771939}"/>
          </ac:spMkLst>
        </pc:spChg>
      </pc:sldChg>
      <pc:sldChg chg="modSp add del mod ord">
        <pc:chgData name="Juan David Suarez" userId="e850854423d4af7c" providerId="LiveId" clId="{EDA91855-6332-4C03-B4A4-83E829EE56E2}" dt="2024-09-21T23:06:31.438" v="11519" actId="47"/>
        <pc:sldMkLst>
          <pc:docMk/>
          <pc:sldMk cId="636439606" sldId="360"/>
        </pc:sldMkLst>
        <pc:spChg chg="mod">
          <ac:chgData name="Juan David Suarez" userId="e850854423d4af7c" providerId="LiveId" clId="{EDA91855-6332-4C03-B4A4-83E829EE56E2}" dt="2024-09-21T23:06:26.305" v="11518" actId="20577"/>
          <ac:spMkLst>
            <pc:docMk/>
            <pc:sldMk cId="636439606" sldId="360"/>
            <ac:spMk id="2" creationId="{80813175-5681-1FEC-D0F2-EB44D2506251}"/>
          </ac:spMkLst>
        </pc:spChg>
      </pc:sldChg>
      <pc:sldChg chg="modSp add del mod">
        <pc:chgData name="Juan David Suarez" userId="e850854423d4af7c" providerId="LiveId" clId="{EDA91855-6332-4C03-B4A4-83E829EE56E2}" dt="2024-09-19T17:52:54.521" v="6740" actId="2696"/>
        <pc:sldMkLst>
          <pc:docMk/>
          <pc:sldMk cId="1099782673" sldId="361"/>
        </pc:sldMkLst>
        <pc:spChg chg="mod">
          <ac:chgData name="Juan David Suarez" userId="e850854423d4af7c" providerId="LiveId" clId="{EDA91855-6332-4C03-B4A4-83E829EE56E2}" dt="2024-09-19T17:32:32.014" v="6148" actId="20577"/>
          <ac:spMkLst>
            <pc:docMk/>
            <pc:sldMk cId="1099782673" sldId="361"/>
            <ac:spMk id="2" creationId="{8693CF40-722A-AC2F-1C95-C72765A6ED75}"/>
          </ac:spMkLst>
        </pc:spChg>
      </pc:sldChg>
      <pc:sldChg chg="add">
        <pc:chgData name="Juan David Suarez" userId="e850854423d4af7c" providerId="LiveId" clId="{EDA91855-6332-4C03-B4A4-83E829EE56E2}" dt="2024-09-19T17:52:57.948" v="6741"/>
        <pc:sldMkLst>
          <pc:docMk/>
          <pc:sldMk cId="1720569171" sldId="361"/>
        </pc:sldMkLst>
      </pc:sldChg>
      <pc:sldChg chg="addSp delSp modSp add mod ord">
        <pc:chgData name="Juan David Suarez" userId="e850854423d4af7c" providerId="LiveId" clId="{EDA91855-6332-4C03-B4A4-83E829EE56E2}" dt="2024-09-24T16:57:12.091" v="21095" actId="20577"/>
        <pc:sldMkLst>
          <pc:docMk/>
          <pc:sldMk cId="843339838" sldId="362"/>
        </pc:sldMkLst>
        <pc:spChg chg="mod">
          <ac:chgData name="Juan David Suarez" userId="e850854423d4af7c" providerId="LiveId" clId="{EDA91855-6332-4C03-B4A4-83E829EE56E2}" dt="2024-09-24T16:22:45.760" v="20633" actId="313"/>
          <ac:spMkLst>
            <pc:docMk/>
            <pc:sldMk cId="843339838" sldId="362"/>
            <ac:spMk id="2" creationId="{80813175-5681-1FEC-D0F2-EB44D2506251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3" creationId="{BEAD7913-2596-1908-5443-C986D9F9DA75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4" creationId="{B0170566-4AFE-F544-3DED-44919FA38408}"/>
          </ac:spMkLst>
        </pc:spChg>
        <pc:spChg chg="del">
          <ac:chgData name="Juan David Suarez" userId="e850854423d4af7c" providerId="LiveId" clId="{EDA91855-6332-4C03-B4A4-83E829EE56E2}" dt="2024-09-19T17:51:28.081" v="6709" actId="478"/>
          <ac:spMkLst>
            <pc:docMk/>
            <pc:sldMk cId="843339838" sldId="362"/>
            <ac:spMk id="5" creationId="{E1ADF057-A0BC-6407-0FD3-003971771939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6" creationId="{DE3C0044-352F-D1C6-18C0-5EE9207B77A6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7" creationId="{BF922762-06AE-258C-F882-DD63722A4301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8" creationId="{F30B8008-460F-6480-C190-BF93B8D8B642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9" creationId="{5DCD27CD-1372-85B0-DF64-834E5F644521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10" creationId="{E9BCF047-FA3D-A7CC-0FDB-2C45AB91143E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11" creationId="{AA02F286-E6E9-A954-B832-74AB4DD7195F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12" creationId="{0A0804F7-9EEB-D77C-B6E0-A8172FEDA391}"/>
          </ac:spMkLst>
        </pc:spChg>
        <pc:spChg chg="del">
          <ac:chgData name="Juan David Suarez" userId="e850854423d4af7c" providerId="LiveId" clId="{EDA91855-6332-4C03-B4A4-83E829EE56E2}" dt="2024-09-19T17:51:25.297" v="6708" actId="478"/>
          <ac:spMkLst>
            <pc:docMk/>
            <pc:sldMk cId="843339838" sldId="362"/>
            <ac:spMk id="13" creationId="{FA99021C-DF12-06C8-BE27-BD864299C4E8}"/>
          </ac:spMkLst>
        </pc:spChg>
        <pc:spChg chg="add del mod">
          <ac:chgData name="Juan David Suarez" userId="e850854423d4af7c" providerId="LiveId" clId="{EDA91855-6332-4C03-B4A4-83E829EE56E2}" dt="2024-09-24T16:16:45.957" v="20398" actId="1032"/>
          <ac:spMkLst>
            <pc:docMk/>
            <pc:sldMk cId="843339838" sldId="362"/>
            <ac:spMk id="15" creationId="{1B71391A-332E-D001-A4FE-C3C57ED542AF}"/>
          </ac:spMkLst>
        </pc:spChg>
        <pc:graphicFrameChg chg="add mod modGraphic">
          <ac:chgData name="Juan David Suarez" userId="e850854423d4af7c" providerId="LiveId" clId="{EDA91855-6332-4C03-B4A4-83E829EE56E2}" dt="2024-09-24T16:57:12.091" v="21095" actId="20577"/>
          <ac:graphicFrameMkLst>
            <pc:docMk/>
            <pc:sldMk cId="843339838" sldId="362"/>
            <ac:graphicFrameMk id="3" creationId="{840DD18B-E4A7-41C7-B1A5-94349E9645A9}"/>
          </ac:graphicFrameMkLst>
        </pc:graphicFrameChg>
        <pc:cxnChg chg="add del mod">
          <ac:chgData name="Juan David Suarez" userId="e850854423d4af7c" providerId="LiveId" clId="{EDA91855-6332-4C03-B4A4-83E829EE56E2}" dt="2024-09-24T16:36:38.003" v="21005" actId="478"/>
          <ac:cxnSpMkLst>
            <pc:docMk/>
            <pc:sldMk cId="843339838" sldId="362"/>
            <ac:cxnSpMk id="5" creationId="{7F721303-E3E3-158A-11AF-206F3FAE433B}"/>
          </ac:cxnSpMkLst>
        </pc:cxnChg>
      </pc:sldChg>
      <pc:sldChg chg="new del">
        <pc:chgData name="Juan David Suarez" userId="e850854423d4af7c" providerId="LiveId" clId="{EDA91855-6332-4C03-B4A4-83E829EE56E2}" dt="2024-09-19T17:51:14.056" v="6688" actId="680"/>
        <pc:sldMkLst>
          <pc:docMk/>
          <pc:sldMk cId="2357393445" sldId="362"/>
        </pc:sldMkLst>
      </pc:sldChg>
      <pc:sldChg chg="addSp modSp add mod">
        <pc:chgData name="Juan David Suarez" userId="e850854423d4af7c" providerId="LiveId" clId="{EDA91855-6332-4C03-B4A4-83E829EE56E2}" dt="2024-09-24T16:15:35.653" v="20344" actId="14100"/>
        <pc:sldMkLst>
          <pc:docMk/>
          <pc:sldMk cId="1720220197" sldId="363"/>
        </pc:sldMkLst>
        <pc:spChg chg="mod">
          <ac:chgData name="Juan David Suarez" userId="e850854423d4af7c" providerId="LiveId" clId="{EDA91855-6332-4C03-B4A4-83E829EE56E2}" dt="2024-09-19T17:52:19.742" v="6739" actId="20577"/>
          <ac:spMkLst>
            <pc:docMk/>
            <pc:sldMk cId="1720220197" sldId="363"/>
            <ac:spMk id="2" creationId="{80813175-5681-1FEC-D0F2-EB44D2506251}"/>
          </ac:spMkLst>
        </pc:spChg>
        <pc:picChg chg="add mod">
          <ac:chgData name="Juan David Suarez" userId="e850854423d4af7c" providerId="LiveId" clId="{EDA91855-6332-4C03-B4A4-83E829EE56E2}" dt="2024-09-24T16:15:35.653" v="20344" actId="14100"/>
          <ac:picMkLst>
            <pc:docMk/>
            <pc:sldMk cId="1720220197" sldId="363"/>
            <ac:picMk id="4" creationId="{0C23CC9D-61CE-B363-66AE-29BE9F128AB7}"/>
          </ac:picMkLst>
        </pc:picChg>
      </pc:sldChg>
      <pc:sldChg chg="add del">
        <pc:chgData name="Juan David Suarez" userId="e850854423d4af7c" providerId="LiveId" clId="{EDA91855-6332-4C03-B4A4-83E829EE56E2}" dt="2024-09-19T17:52:04.650" v="6719"/>
        <pc:sldMkLst>
          <pc:docMk/>
          <pc:sldMk cId="3996482209" sldId="363"/>
        </pc:sldMkLst>
      </pc:sldChg>
      <pc:sldChg chg="modSp add mod">
        <pc:chgData name="Juan David Suarez" userId="e850854423d4af7c" providerId="LiveId" clId="{EDA91855-6332-4C03-B4A4-83E829EE56E2}" dt="2024-09-19T20:34:07.098" v="7783" actId="20577"/>
        <pc:sldMkLst>
          <pc:docMk/>
          <pc:sldMk cId="2381538013" sldId="364"/>
        </pc:sldMkLst>
        <pc:spChg chg="mod">
          <ac:chgData name="Juan David Suarez" userId="e850854423d4af7c" providerId="LiveId" clId="{EDA91855-6332-4C03-B4A4-83E829EE56E2}" dt="2024-09-19T20:34:07.098" v="7783" actId="20577"/>
          <ac:spMkLst>
            <pc:docMk/>
            <pc:sldMk cId="2381538013" sldId="364"/>
            <ac:spMk id="2" creationId="{8693CF40-722A-AC2F-1C95-C72765A6ED75}"/>
          </ac:spMkLst>
        </pc:spChg>
      </pc:sldChg>
      <pc:sldChg chg="modSp add mod">
        <pc:chgData name="Juan David Suarez" userId="e850854423d4af7c" providerId="LiveId" clId="{EDA91855-6332-4C03-B4A4-83E829EE56E2}" dt="2024-09-21T23:07:14.549" v="11579" actId="313"/>
        <pc:sldMkLst>
          <pc:docMk/>
          <pc:sldMk cId="530203795" sldId="365"/>
        </pc:sldMkLst>
        <pc:spChg chg="mod">
          <ac:chgData name="Juan David Suarez" userId="e850854423d4af7c" providerId="LiveId" clId="{EDA91855-6332-4C03-B4A4-83E829EE56E2}" dt="2024-09-21T23:07:14.549" v="11579" actId="313"/>
          <ac:spMkLst>
            <pc:docMk/>
            <pc:sldMk cId="530203795" sldId="365"/>
            <ac:spMk id="2" creationId="{8693CF40-722A-AC2F-1C95-C72765A6ED75}"/>
          </ac:spMkLst>
        </pc:spChg>
      </pc:sldChg>
      <pc:sldChg chg="modSp add del mod">
        <pc:chgData name="Juan David Suarez" userId="e850854423d4af7c" providerId="LiveId" clId="{EDA91855-6332-4C03-B4A4-83E829EE56E2}" dt="2024-09-24T16:36:53.490" v="21007" actId="47"/>
        <pc:sldMkLst>
          <pc:docMk/>
          <pc:sldMk cId="59631911" sldId="366"/>
        </pc:sldMkLst>
        <pc:spChg chg="mod">
          <ac:chgData name="Juan David Suarez" userId="e850854423d4af7c" providerId="LiveId" clId="{EDA91855-6332-4C03-B4A4-83E829EE56E2}" dt="2024-09-19T21:24:07.351" v="7861" actId="20577"/>
          <ac:spMkLst>
            <pc:docMk/>
            <pc:sldMk cId="59631911" sldId="366"/>
            <ac:spMk id="2" creationId="{80813175-5681-1FEC-D0F2-EB44D2506251}"/>
          </ac:spMkLst>
        </pc:spChg>
      </pc:sldChg>
      <pc:sldChg chg="addSp delSp modSp new mod">
        <pc:chgData name="Juan David Suarez" userId="e850854423d4af7c" providerId="LiveId" clId="{EDA91855-6332-4C03-B4A4-83E829EE56E2}" dt="2024-09-22T00:28:59.878" v="14736" actId="20577"/>
        <pc:sldMkLst>
          <pc:docMk/>
          <pc:sldMk cId="2311329808" sldId="367"/>
        </pc:sldMkLst>
        <pc:spChg chg="del mod">
          <ac:chgData name="Juan David Suarez" userId="e850854423d4af7c" providerId="LiveId" clId="{EDA91855-6332-4C03-B4A4-83E829EE56E2}" dt="2024-09-21T22:23:26.367" v="8685" actId="478"/>
          <ac:spMkLst>
            <pc:docMk/>
            <pc:sldMk cId="2311329808" sldId="367"/>
            <ac:spMk id="2" creationId="{078AF713-3134-20B8-C391-B51571CC6599}"/>
          </ac:spMkLst>
        </pc:spChg>
        <pc:spChg chg="del mod">
          <ac:chgData name="Juan David Suarez" userId="e850854423d4af7c" providerId="LiveId" clId="{EDA91855-6332-4C03-B4A4-83E829EE56E2}" dt="2024-09-21T22:23:52.687" v="8723" actId="478"/>
          <ac:spMkLst>
            <pc:docMk/>
            <pc:sldMk cId="2311329808" sldId="367"/>
            <ac:spMk id="3" creationId="{6403D951-A80C-4BC8-3AB6-12CE026DB416}"/>
          </ac:spMkLst>
        </pc:spChg>
        <pc:spChg chg="add mod">
          <ac:chgData name="Juan David Suarez" userId="e850854423d4af7c" providerId="LiveId" clId="{EDA91855-6332-4C03-B4A4-83E829EE56E2}" dt="2024-09-21T22:23:48.688" v="8722" actId="20577"/>
          <ac:spMkLst>
            <pc:docMk/>
            <pc:sldMk cId="2311329808" sldId="367"/>
            <ac:spMk id="4" creationId="{5293440D-191B-442C-A118-D39F1DC933F4}"/>
          </ac:spMkLst>
        </pc:spChg>
        <pc:spChg chg="add mod">
          <ac:chgData name="Juan David Suarez" userId="e850854423d4af7c" providerId="LiveId" clId="{EDA91855-6332-4C03-B4A4-83E829EE56E2}" dt="2024-09-21T22:27:35.756" v="8923" actId="208"/>
          <ac:spMkLst>
            <pc:docMk/>
            <pc:sldMk cId="2311329808" sldId="367"/>
            <ac:spMk id="5" creationId="{1A905263-5FED-9D8F-61B2-220A58F66607}"/>
          </ac:spMkLst>
        </pc:spChg>
        <pc:spChg chg="add mod">
          <ac:chgData name="Juan David Suarez" userId="e850854423d4af7c" providerId="LiveId" clId="{EDA91855-6332-4C03-B4A4-83E829EE56E2}" dt="2024-09-21T22:27:35.756" v="8923" actId="208"/>
          <ac:spMkLst>
            <pc:docMk/>
            <pc:sldMk cId="2311329808" sldId="367"/>
            <ac:spMk id="6" creationId="{B3ED4FE9-98C8-F937-E308-4365D7D6A73C}"/>
          </ac:spMkLst>
        </pc:spChg>
        <pc:spChg chg="add del mod">
          <ac:chgData name="Juan David Suarez" userId="e850854423d4af7c" providerId="LiveId" clId="{EDA91855-6332-4C03-B4A4-83E829EE56E2}" dt="2024-09-21T22:26:06.689" v="8915" actId="478"/>
          <ac:spMkLst>
            <pc:docMk/>
            <pc:sldMk cId="2311329808" sldId="367"/>
            <ac:spMk id="7" creationId="{BE782F07-4B2B-F886-D6BB-9CA64A36A09A}"/>
          </ac:spMkLst>
        </pc:spChg>
        <pc:spChg chg="add mod">
          <ac:chgData name="Juan David Suarez" userId="e850854423d4af7c" providerId="LiveId" clId="{EDA91855-6332-4C03-B4A4-83E829EE56E2}" dt="2024-09-22T00:28:57.174" v="14734" actId="20577"/>
          <ac:spMkLst>
            <pc:docMk/>
            <pc:sldMk cId="2311329808" sldId="367"/>
            <ac:spMk id="8" creationId="{3C869135-7A00-7A86-4D21-76A37CC840E9}"/>
          </ac:spMkLst>
        </pc:spChg>
        <pc:spChg chg="add mod">
          <ac:chgData name="Juan David Suarez" userId="e850854423d4af7c" providerId="LiveId" clId="{EDA91855-6332-4C03-B4A4-83E829EE56E2}" dt="2024-09-21T22:27:35.756" v="8923" actId="208"/>
          <ac:spMkLst>
            <pc:docMk/>
            <pc:sldMk cId="2311329808" sldId="367"/>
            <ac:spMk id="9" creationId="{4D0E5686-0627-8B03-1030-1ECE97DCD598}"/>
          </ac:spMkLst>
        </pc:spChg>
        <pc:spChg chg="add mod">
          <ac:chgData name="Juan David Suarez" userId="e850854423d4af7c" providerId="LiveId" clId="{EDA91855-6332-4C03-B4A4-83E829EE56E2}" dt="2024-09-21T22:27:35.756" v="8923" actId="208"/>
          <ac:spMkLst>
            <pc:docMk/>
            <pc:sldMk cId="2311329808" sldId="367"/>
            <ac:spMk id="10" creationId="{9BBD275F-23D6-C54D-49E6-4654899C43E5}"/>
          </ac:spMkLst>
        </pc:spChg>
        <pc:spChg chg="add mod">
          <ac:chgData name="Juan David Suarez" userId="e850854423d4af7c" providerId="LiveId" clId="{EDA91855-6332-4C03-B4A4-83E829EE56E2}" dt="2024-09-22T00:28:59.878" v="14736" actId="20577"/>
          <ac:spMkLst>
            <pc:docMk/>
            <pc:sldMk cId="2311329808" sldId="367"/>
            <ac:spMk id="11" creationId="{5ED39225-2F42-AE45-924E-509DBE796BFA}"/>
          </ac:spMkLst>
        </pc:spChg>
        <pc:spChg chg="add mod">
          <ac:chgData name="Juan David Suarez" userId="e850854423d4af7c" providerId="LiveId" clId="{EDA91855-6332-4C03-B4A4-83E829EE56E2}" dt="2024-09-21T22:27:35.756" v="8923" actId="208"/>
          <ac:spMkLst>
            <pc:docMk/>
            <pc:sldMk cId="2311329808" sldId="367"/>
            <ac:spMk id="12" creationId="{6AB67A30-5350-749F-8180-8609B72EBC24}"/>
          </ac:spMkLst>
        </pc:spChg>
      </pc:sldChg>
      <pc:sldChg chg="addSp delSp modSp new mod ord">
        <pc:chgData name="Juan David Suarez" userId="e850854423d4af7c" providerId="LiveId" clId="{EDA91855-6332-4C03-B4A4-83E829EE56E2}" dt="2024-09-22T00:34:21.381" v="15269" actId="33524"/>
        <pc:sldMkLst>
          <pc:docMk/>
          <pc:sldMk cId="1630124147" sldId="368"/>
        </pc:sldMkLst>
        <pc:spChg chg="del">
          <ac:chgData name="Juan David Suarez" userId="e850854423d4af7c" providerId="LiveId" clId="{EDA91855-6332-4C03-B4A4-83E829EE56E2}" dt="2024-09-21T22:31:29.571" v="9058" actId="478"/>
          <ac:spMkLst>
            <pc:docMk/>
            <pc:sldMk cId="1630124147" sldId="368"/>
            <ac:spMk id="2" creationId="{F1400EBD-A5DD-35D8-D72B-3B1B1AC7BEB5}"/>
          </ac:spMkLst>
        </pc:spChg>
        <pc:spChg chg="del">
          <ac:chgData name="Juan David Suarez" userId="e850854423d4af7c" providerId="LiveId" clId="{EDA91855-6332-4C03-B4A4-83E829EE56E2}" dt="2024-09-21T22:31:33.337" v="9060" actId="478"/>
          <ac:spMkLst>
            <pc:docMk/>
            <pc:sldMk cId="1630124147" sldId="368"/>
            <ac:spMk id="3" creationId="{E57DFE26-630F-2DE0-6BC4-39FFC3FC41EC}"/>
          </ac:spMkLst>
        </pc:spChg>
        <pc:spChg chg="add mod">
          <ac:chgData name="Juan David Suarez" userId="e850854423d4af7c" providerId="LiveId" clId="{EDA91855-6332-4C03-B4A4-83E829EE56E2}" dt="2024-09-22T00:34:21.381" v="15269" actId="33524"/>
          <ac:spMkLst>
            <pc:docMk/>
            <pc:sldMk cId="1630124147" sldId="368"/>
            <ac:spMk id="4" creationId="{349EC57C-333C-E3DB-1CE2-8296B281659A}"/>
          </ac:spMkLst>
        </pc:spChg>
        <pc:picChg chg="add mod">
          <ac:chgData name="Juan David Suarez" userId="e850854423d4af7c" providerId="LiveId" clId="{EDA91855-6332-4C03-B4A4-83E829EE56E2}" dt="2024-09-22T00:27:01.841" v="14725" actId="14100"/>
          <ac:picMkLst>
            <pc:docMk/>
            <pc:sldMk cId="1630124147" sldId="368"/>
            <ac:picMk id="6" creationId="{46A44F68-B2DD-4B3A-FA1A-E59283C38668}"/>
          </ac:picMkLst>
        </pc:picChg>
      </pc:sldChg>
      <pc:sldChg chg="modSp add del mod">
        <pc:chgData name="Juan David Suarez" userId="e850854423d4af7c" providerId="LiveId" clId="{EDA91855-6332-4C03-B4A4-83E829EE56E2}" dt="2024-09-21T23:33:27.518" v="13305" actId="47"/>
        <pc:sldMkLst>
          <pc:docMk/>
          <pc:sldMk cId="2000936838" sldId="369"/>
        </pc:sldMkLst>
        <pc:spChg chg="mod">
          <ac:chgData name="Juan David Suarez" userId="e850854423d4af7c" providerId="LiveId" clId="{EDA91855-6332-4C03-B4A4-83E829EE56E2}" dt="2024-09-21T23:30:53.099" v="13297" actId="20577"/>
          <ac:spMkLst>
            <pc:docMk/>
            <pc:sldMk cId="2000936838" sldId="369"/>
            <ac:spMk id="2" creationId="{80813175-5681-1FEC-D0F2-EB44D2506251}"/>
          </ac:spMkLst>
        </pc:spChg>
      </pc:sldChg>
      <pc:sldChg chg="new del">
        <pc:chgData name="Juan David Suarez" userId="e850854423d4af7c" providerId="LiveId" clId="{EDA91855-6332-4C03-B4A4-83E829EE56E2}" dt="2024-09-21T22:45:34.886" v="9607" actId="47"/>
        <pc:sldMkLst>
          <pc:docMk/>
          <pc:sldMk cId="776821163" sldId="370"/>
        </pc:sldMkLst>
      </pc:sldChg>
      <pc:sldChg chg="addSp delSp modSp add mod">
        <pc:chgData name="Juan David Suarez" userId="e850854423d4af7c" providerId="LiveId" clId="{EDA91855-6332-4C03-B4A4-83E829EE56E2}" dt="2024-09-22T01:49:54.154" v="17463" actId="33524"/>
        <pc:sldMkLst>
          <pc:docMk/>
          <pc:sldMk cId="3927630444" sldId="370"/>
        </pc:sldMkLst>
        <pc:spChg chg="mod">
          <ac:chgData name="Juan David Suarez" userId="e850854423d4af7c" providerId="LiveId" clId="{EDA91855-6332-4C03-B4A4-83E829EE56E2}" dt="2024-09-21T22:55:19.773" v="10339" actId="20577"/>
          <ac:spMkLst>
            <pc:docMk/>
            <pc:sldMk cId="3927630444" sldId="370"/>
            <ac:spMk id="2" creationId="{80813175-5681-1FEC-D0F2-EB44D2506251}"/>
          </ac:spMkLst>
        </pc:spChg>
        <pc:spChg chg="del mod">
          <ac:chgData name="Juan David Suarez" userId="e850854423d4af7c" providerId="LiveId" clId="{EDA91855-6332-4C03-B4A4-83E829EE56E2}" dt="2024-09-21T22:54:38.939" v="10320" actId="21"/>
          <ac:spMkLst>
            <pc:docMk/>
            <pc:sldMk cId="3927630444" sldId="370"/>
            <ac:spMk id="3" creationId="{4DC373B7-84A2-E37F-1632-8FEADF17C905}"/>
          </ac:spMkLst>
        </pc:spChg>
        <pc:spChg chg="add del mod">
          <ac:chgData name="Juan David Suarez" userId="e850854423d4af7c" providerId="LiveId" clId="{EDA91855-6332-4C03-B4A4-83E829EE56E2}" dt="2024-09-21T22:55:02.613" v="10328" actId="478"/>
          <ac:spMkLst>
            <pc:docMk/>
            <pc:sldMk cId="3927630444" sldId="370"/>
            <ac:spMk id="5" creationId="{12CA302D-E9F7-E512-5E16-9DBE9A0AF7AC}"/>
          </ac:spMkLst>
        </pc:spChg>
        <pc:spChg chg="add mod">
          <ac:chgData name="Juan David Suarez" userId="e850854423d4af7c" providerId="LiveId" clId="{EDA91855-6332-4C03-B4A4-83E829EE56E2}" dt="2024-09-22T01:49:54.154" v="17463" actId="33524"/>
          <ac:spMkLst>
            <pc:docMk/>
            <pc:sldMk cId="3927630444" sldId="370"/>
            <ac:spMk id="6" creationId="{2086A9F1-00BD-B9C4-1B97-2854D7641E8C}"/>
          </ac:spMkLst>
        </pc:spChg>
      </pc:sldChg>
      <pc:sldChg chg="addSp modSp add mod">
        <pc:chgData name="Juan David Suarez" userId="e850854423d4af7c" providerId="LiveId" clId="{EDA91855-6332-4C03-B4A4-83E829EE56E2}" dt="2024-09-22T02:17:16.946" v="18398" actId="14100"/>
        <pc:sldMkLst>
          <pc:docMk/>
          <pc:sldMk cId="991009201" sldId="371"/>
        </pc:sldMkLst>
        <pc:spChg chg="mod">
          <ac:chgData name="Juan David Suarez" userId="e850854423d4af7c" providerId="LiveId" clId="{EDA91855-6332-4C03-B4A4-83E829EE56E2}" dt="2024-09-21T22:58:19.469" v="10580" actId="20577"/>
          <ac:spMkLst>
            <pc:docMk/>
            <pc:sldMk cId="991009201" sldId="371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2:07:08.476" v="17753" actId="21"/>
          <ac:spMkLst>
            <pc:docMk/>
            <pc:sldMk cId="991009201" sldId="371"/>
            <ac:spMk id="5" creationId="{E1ADF057-A0BC-6407-0FD3-003971771939}"/>
          </ac:spMkLst>
        </pc:spChg>
        <pc:graphicFrameChg chg="add mod modGraphic">
          <ac:chgData name="Juan David Suarez" userId="e850854423d4af7c" providerId="LiveId" clId="{EDA91855-6332-4C03-B4A4-83E829EE56E2}" dt="2024-09-22T02:17:16.946" v="18398" actId="14100"/>
          <ac:graphicFrameMkLst>
            <pc:docMk/>
            <pc:sldMk cId="991009201" sldId="371"/>
            <ac:graphicFrameMk id="3" creationId="{D5E3FC29-A3AC-3B03-F0AE-D22597229F67}"/>
          </ac:graphicFrameMkLst>
        </pc:graphicFrameChg>
      </pc:sldChg>
      <pc:sldChg chg="addSp modSp add mod modNotesTx">
        <pc:chgData name="Juan David Suarez" userId="e850854423d4af7c" providerId="LiveId" clId="{EDA91855-6332-4C03-B4A4-83E829EE56E2}" dt="2024-09-24T16:10:36.405" v="20287"/>
        <pc:sldMkLst>
          <pc:docMk/>
          <pc:sldMk cId="806582386" sldId="372"/>
        </pc:sldMkLst>
        <pc:spChg chg="mod">
          <ac:chgData name="Juan David Suarez" userId="e850854423d4af7c" providerId="LiveId" clId="{EDA91855-6332-4C03-B4A4-83E829EE56E2}" dt="2024-09-21T23:01:35.783" v="11059" actId="33524"/>
          <ac:spMkLst>
            <pc:docMk/>
            <pc:sldMk cId="806582386" sldId="372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2:19:44.594" v="18419" actId="1076"/>
          <ac:spMkLst>
            <pc:docMk/>
            <pc:sldMk cId="806582386" sldId="372"/>
            <ac:spMk id="5" creationId="{E1ADF057-A0BC-6407-0FD3-003971771939}"/>
          </ac:spMkLst>
        </pc:spChg>
        <pc:graphicFrameChg chg="add mod modGraphic">
          <ac:chgData name="Juan David Suarez" userId="e850854423d4af7c" providerId="LiveId" clId="{EDA91855-6332-4C03-B4A4-83E829EE56E2}" dt="2024-09-24T16:10:36.405" v="20287"/>
          <ac:graphicFrameMkLst>
            <pc:docMk/>
            <pc:sldMk cId="806582386" sldId="372"/>
            <ac:graphicFrameMk id="3" creationId="{5EB44857-DAFC-9623-21FE-31DB460D5CED}"/>
          </ac:graphicFrameMkLst>
        </pc:graphicFrameChg>
      </pc:sldChg>
      <pc:sldChg chg="modSp add mod">
        <pc:chgData name="Juan David Suarez" userId="e850854423d4af7c" providerId="LiveId" clId="{EDA91855-6332-4C03-B4A4-83E829EE56E2}" dt="2024-09-21T23:07:47.239" v="11581" actId="20577"/>
        <pc:sldMkLst>
          <pc:docMk/>
          <pc:sldMk cId="137254345" sldId="373"/>
        </pc:sldMkLst>
        <pc:spChg chg="mod">
          <ac:chgData name="Juan David Suarez" userId="e850854423d4af7c" providerId="LiveId" clId="{EDA91855-6332-4C03-B4A4-83E829EE56E2}" dt="2024-09-21T23:07:47.239" v="11581" actId="20577"/>
          <ac:spMkLst>
            <pc:docMk/>
            <pc:sldMk cId="137254345" sldId="373"/>
            <ac:spMk id="2" creationId="{8693CF40-722A-AC2F-1C95-C72765A6ED75}"/>
          </ac:spMkLst>
        </pc:spChg>
      </pc:sldChg>
      <pc:sldChg chg="add del">
        <pc:chgData name="Juan David Suarez" userId="e850854423d4af7c" providerId="LiveId" clId="{EDA91855-6332-4C03-B4A4-83E829EE56E2}" dt="2024-09-21T23:08:57.870" v="11700" actId="47"/>
        <pc:sldMkLst>
          <pc:docMk/>
          <pc:sldMk cId="3635753180" sldId="374"/>
        </pc:sldMkLst>
      </pc:sldChg>
      <pc:sldChg chg="addSp delSp modSp add mod modNotesTx">
        <pc:chgData name="Juan David Suarez" userId="e850854423d4af7c" providerId="LiveId" clId="{EDA91855-6332-4C03-B4A4-83E829EE56E2}" dt="2024-09-22T03:03:34.516" v="19881" actId="1076"/>
        <pc:sldMkLst>
          <pc:docMk/>
          <pc:sldMk cId="1331517840" sldId="375"/>
        </pc:sldMkLst>
        <pc:spChg chg="mod">
          <ac:chgData name="Juan David Suarez" userId="e850854423d4af7c" providerId="LiveId" clId="{EDA91855-6332-4C03-B4A4-83E829EE56E2}" dt="2024-09-22T02:56:39.598" v="19812" actId="20577"/>
          <ac:spMkLst>
            <pc:docMk/>
            <pc:sldMk cId="1331517840" sldId="375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2T03:01:34.901" v="19827" actId="207"/>
          <ac:spMkLst>
            <pc:docMk/>
            <pc:sldMk cId="1331517840" sldId="375"/>
            <ac:spMk id="6" creationId="{E89C6DE2-AB5C-7691-BD4E-3730C96FBB77}"/>
          </ac:spMkLst>
        </pc:spChg>
        <pc:spChg chg="add del mod">
          <ac:chgData name="Juan David Suarez" userId="e850854423d4af7c" providerId="LiveId" clId="{EDA91855-6332-4C03-B4A4-83E829EE56E2}" dt="2024-09-22T03:01:07.780" v="19820" actId="1032"/>
          <ac:spMkLst>
            <pc:docMk/>
            <pc:sldMk cId="1331517840" sldId="375"/>
            <ac:spMk id="15" creationId="{1B71391A-332E-D001-A4FE-C3C57ED542AF}"/>
          </ac:spMkLst>
        </pc:spChg>
        <pc:graphicFrameChg chg="add del modGraphic">
          <ac:chgData name="Juan David Suarez" userId="e850854423d4af7c" providerId="LiveId" clId="{EDA91855-6332-4C03-B4A4-83E829EE56E2}" dt="2024-09-22T02:58:59.591" v="19817" actId="1032"/>
          <ac:graphicFrameMkLst>
            <pc:docMk/>
            <pc:sldMk cId="1331517840" sldId="375"/>
            <ac:graphicFrameMk id="3" creationId="{2614BB07-05A2-75C6-61FD-8768070A7965}"/>
          </ac:graphicFrameMkLst>
        </pc:graphicFrameChg>
        <pc:graphicFrameChg chg="add del modGraphic">
          <ac:chgData name="Juan David Suarez" userId="e850854423d4af7c" providerId="LiveId" clId="{EDA91855-6332-4C03-B4A4-83E829EE56E2}" dt="2024-09-22T02:59:25.778" v="19819" actId="1032"/>
          <ac:graphicFrameMkLst>
            <pc:docMk/>
            <pc:sldMk cId="1331517840" sldId="375"/>
            <ac:graphicFrameMk id="4" creationId="{2C6137AD-E54A-206F-FCB4-B4649A7E6B83}"/>
          </ac:graphicFrameMkLst>
        </pc:graphicFrameChg>
        <pc:graphicFrameChg chg="add mod modGraphic">
          <ac:chgData name="Juan David Suarez" userId="e850854423d4af7c" providerId="LiveId" clId="{EDA91855-6332-4C03-B4A4-83E829EE56E2}" dt="2024-09-22T03:03:34.516" v="19881" actId="1076"/>
          <ac:graphicFrameMkLst>
            <pc:docMk/>
            <pc:sldMk cId="1331517840" sldId="375"/>
            <ac:graphicFrameMk id="5" creationId="{E24E4F34-D5E7-4696-ED9A-FA470BFE7038}"/>
          </ac:graphicFrameMkLst>
        </pc:graphicFrameChg>
      </pc:sldChg>
      <pc:sldChg chg="addSp delSp modSp add mod">
        <pc:chgData name="Juan David Suarez" userId="e850854423d4af7c" providerId="LiveId" clId="{EDA91855-6332-4C03-B4A4-83E829EE56E2}" dt="2024-09-22T03:04:46.063" v="19887" actId="1076"/>
        <pc:sldMkLst>
          <pc:docMk/>
          <pc:sldMk cId="1886766825" sldId="376"/>
        </pc:sldMkLst>
        <pc:spChg chg="mod">
          <ac:chgData name="Juan David Suarez" userId="e850854423d4af7c" providerId="LiveId" clId="{EDA91855-6332-4C03-B4A4-83E829EE56E2}" dt="2024-09-21T23:08:23.330" v="11666" actId="20577"/>
          <ac:spMkLst>
            <pc:docMk/>
            <pc:sldMk cId="1886766825" sldId="376"/>
            <ac:spMk id="2" creationId="{80813175-5681-1FEC-D0F2-EB44D2506251}"/>
          </ac:spMkLst>
        </pc:spChg>
        <pc:spChg chg="add del mod">
          <ac:chgData name="Juan David Suarez" userId="e850854423d4af7c" providerId="LiveId" clId="{EDA91855-6332-4C03-B4A4-83E829EE56E2}" dt="2024-09-22T03:04:26.996" v="19882" actId="478"/>
          <ac:spMkLst>
            <pc:docMk/>
            <pc:sldMk cId="1886766825" sldId="376"/>
            <ac:spMk id="4" creationId="{F5BDF99D-6970-0D1A-8FB9-E888057877EB}"/>
          </ac:spMkLst>
        </pc:spChg>
        <pc:spChg chg="del">
          <ac:chgData name="Juan David Suarez" userId="e850854423d4af7c" providerId="LiveId" clId="{EDA91855-6332-4C03-B4A4-83E829EE56E2}" dt="2024-09-21T23:13:13.274" v="12107" actId="478"/>
          <ac:spMkLst>
            <pc:docMk/>
            <pc:sldMk cId="1886766825" sldId="376"/>
            <ac:spMk id="5" creationId="{E1ADF057-A0BC-6407-0FD3-003971771939}"/>
          </ac:spMkLst>
        </pc:spChg>
        <pc:spChg chg="add del">
          <ac:chgData name="Juan David Suarez" userId="e850854423d4af7c" providerId="LiveId" clId="{EDA91855-6332-4C03-B4A4-83E829EE56E2}" dt="2024-09-22T03:04:28.319" v="19884" actId="22"/>
          <ac:spMkLst>
            <pc:docMk/>
            <pc:sldMk cId="1886766825" sldId="376"/>
            <ac:spMk id="7" creationId="{37140B68-E764-D7AA-31CA-2DEA70E30718}"/>
          </ac:spMkLst>
        </pc:spChg>
        <pc:picChg chg="add mod">
          <ac:chgData name="Juan David Suarez" userId="e850854423d4af7c" providerId="LiveId" clId="{EDA91855-6332-4C03-B4A4-83E829EE56E2}" dt="2024-09-22T03:04:46.063" v="19887" actId="1076"/>
          <ac:picMkLst>
            <pc:docMk/>
            <pc:sldMk cId="1886766825" sldId="376"/>
            <ac:picMk id="9" creationId="{CF32E86A-4A33-9EFE-32A9-A8C5A30756CE}"/>
          </ac:picMkLst>
        </pc:picChg>
      </pc:sldChg>
      <pc:sldChg chg="addSp delSp modSp add mod">
        <pc:chgData name="Juan David Suarez" userId="e850854423d4af7c" providerId="LiveId" clId="{EDA91855-6332-4C03-B4A4-83E829EE56E2}" dt="2024-09-22T03:07:59.599" v="19975" actId="20577"/>
        <pc:sldMkLst>
          <pc:docMk/>
          <pc:sldMk cId="1945996797" sldId="377"/>
        </pc:sldMkLst>
        <pc:spChg chg="mod">
          <ac:chgData name="Juan David Suarez" userId="e850854423d4af7c" providerId="LiveId" clId="{EDA91855-6332-4C03-B4A4-83E829EE56E2}" dt="2024-09-21T23:08:42.425" v="11698" actId="20577"/>
          <ac:spMkLst>
            <pc:docMk/>
            <pc:sldMk cId="1945996797" sldId="377"/>
            <ac:spMk id="2" creationId="{80813175-5681-1FEC-D0F2-EB44D2506251}"/>
          </ac:spMkLst>
        </pc:spChg>
        <pc:spChg chg="add del mod">
          <ac:chgData name="Juan David Suarez" userId="e850854423d4af7c" providerId="LiveId" clId="{EDA91855-6332-4C03-B4A4-83E829EE56E2}" dt="2024-09-22T03:06:37.154" v="19896" actId="22"/>
          <ac:spMkLst>
            <pc:docMk/>
            <pc:sldMk cId="1945996797" sldId="377"/>
            <ac:spMk id="4" creationId="{3DBF9FD6-58E1-DD42-1E35-1CF0863A69F2}"/>
          </ac:spMkLst>
        </pc:spChg>
        <pc:spChg chg="del">
          <ac:chgData name="Juan David Suarez" userId="e850854423d4af7c" providerId="LiveId" clId="{EDA91855-6332-4C03-B4A4-83E829EE56E2}" dt="2024-09-21T23:08:49.697" v="11699" actId="478"/>
          <ac:spMkLst>
            <pc:docMk/>
            <pc:sldMk cId="1945996797" sldId="377"/>
            <ac:spMk id="5" creationId="{E1ADF057-A0BC-6407-0FD3-003971771939}"/>
          </ac:spMkLst>
        </pc:spChg>
        <pc:spChg chg="add mod">
          <ac:chgData name="Juan David Suarez" userId="e850854423d4af7c" providerId="LiveId" clId="{EDA91855-6332-4C03-B4A4-83E829EE56E2}" dt="2024-09-22T03:07:46.853" v="19931" actId="1076"/>
          <ac:spMkLst>
            <pc:docMk/>
            <pc:sldMk cId="1945996797" sldId="377"/>
            <ac:spMk id="10" creationId="{53449642-6B70-4884-5288-3AB39A94749D}"/>
          </ac:spMkLst>
        </pc:spChg>
        <pc:spChg chg="add mod">
          <ac:chgData name="Juan David Suarez" userId="e850854423d4af7c" providerId="LiveId" clId="{EDA91855-6332-4C03-B4A4-83E829EE56E2}" dt="2024-09-22T03:07:59.599" v="19975" actId="20577"/>
          <ac:spMkLst>
            <pc:docMk/>
            <pc:sldMk cId="1945996797" sldId="377"/>
            <ac:spMk id="11" creationId="{79993096-D110-4277-6E40-8832D08A9161}"/>
          </ac:spMkLst>
        </pc:spChg>
        <pc:picChg chg="add mod ord">
          <ac:chgData name="Juan David Suarez" userId="e850854423d4af7c" providerId="LiveId" clId="{EDA91855-6332-4C03-B4A4-83E829EE56E2}" dt="2024-09-22T03:06:42.955" v="19899" actId="1076"/>
          <ac:picMkLst>
            <pc:docMk/>
            <pc:sldMk cId="1945996797" sldId="377"/>
            <ac:picMk id="7" creationId="{0EA2FA37-6F51-A052-639E-AAD52DDC79B5}"/>
          </ac:picMkLst>
        </pc:picChg>
        <pc:picChg chg="add mod">
          <ac:chgData name="Juan David Suarez" userId="e850854423d4af7c" providerId="LiveId" clId="{EDA91855-6332-4C03-B4A4-83E829EE56E2}" dt="2024-09-22T03:07:16.511" v="19903" actId="1076"/>
          <ac:picMkLst>
            <pc:docMk/>
            <pc:sldMk cId="1945996797" sldId="377"/>
            <ac:picMk id="9" creationId="{990F4D62-26EA-8786-6E3A-190A47713907}"/>
          </ac:picMkLst>
        </pc:picChg>
      </pc:sldChg>
      <pc:sldChg chg="addSp delSp modSp add del mod">
        <pc:chgData name="Juan David Suarez" userId="e850854423d4af7c" providerId="LiveId" clId="{EDA91855-6332-4C03-B4A4-83E829EE56E2}" dt="2024-09-21T23:26:04.395" v="12823" actId="2696"/>
        <pc:sldMkLst>
          <pc:docMk/>
          <pc:sldMk cId="2386264488" sldId="378"/>
        </pc:sldMkLst>
        <pc:spChg chg="mod">
          <ac:chgData name="Juan David Suarez" userId="e850854423d4af7c" providerId="LiveId" clId="{EDA91855-6332-4C03-B4A4-83E829EE56E2}" dt="2024-09-21T23:09:51.109" v="11769" actId="20577"/>
          <ac:spMkLst>
            <pc:docMk/>
            <pc:sldMk cId="2386264488" sldId="378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1T23:09:15.743" v="11713" actId="478"/>
          <ac:spMkLst>
            <pc:docMk/>
            <pc:sldMk cId="2386264488" sldId="378"/>
            <ac:spMk id="4" creationId="{9DCD5F24-EB53-BE3A-3126-81DB0A66FF08}"/>
          </ac:spMkLst>
        </pc:spChg>
        <pc:spChg chg="del">
          <ac:chgData name="Juan David Suarez" userId="e850854423d4af7c" providerId="LiveId" clId="{EDA91855-6332-4C03-B4A4-83E829EE56E2}" dt="2024-09-21T23:09:15.743" v="11713" actId="478"/>
          <ac:spMkLst>
            <pc:docMk/>
            <pc:sldMk cId="2386264488" sldId="378"/>
            <ac:spMk id="5" creationId="{E1ADF057-A0BC-6407-0FD3-003971771939}"/>
          </ac:spMkLst>
        </pc:spChg>
      </pc:sldChg>
      <pc:sldChg chg="modSp add del mod">
        <pc:chgData name="Juan David Suarez" userId="e850854423d4af7c" providerId="LiveId" clId="{EDA91855-6332-4C03-B4A4-83E829EE56E2}" dt="2024-09-21T23:32:54.554" v="13303" actId="2696"/>
        <pc:sldMkLst>
          <pc:docMk/>
          <pc:sldMk cId="2489009642" sldId="378"/>
        </pc:sldMkLst>
        <pc:spChg chg="mod">
          <ac:chgData name="Juan David Suarez" userId="e850854423d4af7c" providerId="LiveId" clId="{EDA91855-6332-4C03-B4A4-83E829EE56E2}" dt="2024-09-21T23:28:11.360" v="13260" actId="20577"/>
          <ac:spMkLst>
            <pc:docMk/>
            <pc:sldMk cId="2489009642" sldId="378"/>
            <ac:spMk id="2" creationId="{80813175-5681-1FEC-D0F2-EB44D2506251}"/>
          </ac:spMkLst>
        </pc:spChg>
      </pc:sldChg>
      <pc:sldChg chg="add del">
        <pc:chgData name="Juan David Suarez" userId="e850854423d4af7c" providerId="LiveId" clId="{EDA91855-6332-4C03-B4A4-83E829EE56E2}" dt="2024-09-22T00:46:20.293" v="15918" actId="47"/>
        <pc:sldMkLst>
          <pc:docMk/>
          <pc:sldMk cId="3145434744" sldId="378"/>
        </pc:sldMkLst>
      </pc:sldChg>
      <pc:sldChg chg="modSp add del mod">
        <pc:chgData name="Juan David Suarez" userId="e850854423d4af7c" providerId="LiveId" clId="{EDA91855-6332-4C03-B4A4-83E829EE56E2}" dt="2024-09-21T23:26:04.395" v="12823" actId="2696"/>
        <pc:sldMkLst>
          <pc:docMk/>
          <pc:sldMk cId="1553384430" sldId="379"/>
        </pc:sldMkLst>
        <pc:spChg chg="mod">
          <ac:chgData name="Juan David Suarez" userId="e850854423d4af7c" providerId="LiveId" clId="{EDA91855-6332-4C03-B4A4-83E829EE56E2}" dt="2024-09-21T23:09:31.992" v="11747" actId="20577"/>
          <ac:spMkLst>
            <pc:docMk/>
            <pc:sldMk cId="1553384430" sldId="379"/>
            <ac:spMk id="2" creationId="{80813175-5681-1FEC-D0F2-EB44D2506251}"/>
          </ac:spMkLst>
        </pc:spChg>
      </pc:sldChg>
      <pc:sldChg chg="add del">
        <pc:chgData name="Juan David Suarez" userId="e850854423d4af7c" providerId="LiveId" clId="{EDA91855-6332-4C03-B4A4-83E829EE56E2}" dt="2024-09-22T00:46:20.850" v="15919" actId="47"/>
        <pc:sldMkLst>
          <pc:docMk/>
          <pc:sldMk cId="3023738438" sldId="379"/>
        </pc:sldMkLst>
      </pc:sldChg>
      <pc:sldChg chg="add del">
        <pc:chgData name="Juan David Suarez" userId="e850854423d4af7c" providerId="LiveId" clId="{EDA91855-6332-4C03-B4A4-83E829EE56E2}" dt="2024-09-21T23:32:54.554" v="13303" actId="2696"/>
        <pc:sldMkLst>
          <pc:docMk/>
          <pc:sldMk cId="3771183202" sldId="379"/>
        </pc:sldMkLst>
      </pc:sldChg>
      <pc:sldChg chg="modSp add del mod">
        <pc:chgData name="Juan David Suarez" userId="e850854423d4af7c" providerId="LiveId" clId="{EDA91855-6332-4C03-B4A4-83E829EE56E2}" dt="2024-09-21T23:09:40.989" v="11751" actId="47"/>
        <pc:sldMkLst>
          <pc:docMk/>
          <pc:sldMk cId="95067524" sldId="380"/>
        </pc:sldMkLst>
        <pc:spChg chg="mod">
          <ac:chgData name="Juan David Suarez" userId="e850854423d4af7c" providerId="LiveId" clId="{EDA91855-6332-4C03-B4A4-83E829EE56E2}" dt="2024-09-21T23:09:38.093" v="11750" actId="20577"/>
          <ac:spMkLst>
            <pc:docMk/>
            <pc:sldMk cId="95067524" sldId="380"/>
            <ac:spMk id="2" creationId="{80813175-5681-1FEC-D0F2-EB44D2506251}"/>
          </ac:spMkLst>
        </pc:spChg>
      </pc:sldChg>
      <pc:sldChg chg="modSp add del mod">
        <pc:chgData name="Juan David Suarez" userId="e850854423d4af7c" providerId="LiveId" clId="{EDA91855-6332-4C03-B4A4-83E829EE56E2}" dt="2024-09-24T16:57:45.409" v="21104" actId="20577"/>
        <pc:sldMkLst>
          <pc:docMk/>
          <pc:sldMk cId="1942808443" sldId="380"/>
        </pc:sldMkLst>
        <pc:spChg chg="mod">
          <ac:chgData name="Juan David Suarez" userId="e850854423d4af7c" providerId="LiveId" clId="{EDA91855-6332-4C03-B4A4-83E829EE56E2}" dt="2024-09-21T23:14:10.306" v="12157" actId="20577"/>
          <ac:spMkLst>
            <pc:docMk/>
            <pc:sldMk cId="1942808443" sldId="380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4T16:57:45.409" v="21104" actId="20577"/>
          <ac:spMkLst>
            <pc:docMk/>
            <pc:sldMk cId="1942808443" sldId="380"/>
            <ac:spMk id="15" creationId="{1B71391A-332E-D001-A4FE-C3C57ED542AF}"/>
          </ac:spMkLst>
        </pc:spChg>
      </pc:sldChg>
      <pc:sldChg chg="new del">
        <pc:chgData name="Juan David Suarez" userId="e850854423d4af7c" providerId="LiveId" clId="{EDA91855-6332-4C03-B4A4-83E829EE56E2}" dt="2024-09-21T23:19:13.098" v="12609" actId="47"/>
        <pc:sldMkLst>
          <pc:docMk/>
          <pc:sldMk cId="1770967677" sldId="381"/>
        </pc:sldMkLst>
      </pc:sldChg>
      <pc:sldChg chg="addSp delSp modSp add mod">
        <pc:chgData name="Juan David Suarez" userId="e850854423d4af7c" providerId="LiveId" clId="{EDA91855-6332-4C03-B4A4-83E829EE56E2}" dt="2024-09-22T15:39:23.643" v="20017" actId="1076"/>
        <pc:sldMkLst>
          <pc:docMk/>
          <pc:sldMk cId="3216998501" sldId="381"/>
        </pc:sldMkLst>
        <pc:spChg chg="mod">
          <ac:chgData name="Juan David Suarez" userId="e850854423d4af7c" providerId="LiveId" clId="{EDA91855-6332-4C03-B4A4-83E829EE56E2}" dt="2024-09-21T23:20:34.773" v="12646" actId="20577"/>
          <ac:spMkLst>
            <pc:docMk/>
            <pc:sldMk cId="3216998501" sldId="381"/>
            <ac:spMk id="2" creationId="{80813175-5681-1FEC-D0F2-EB44D2506251}"/>
          </ac:spMkLst>
        </pc:spChg>
        <pc:spChg chg="del">
          <ac:chgData name="Juan David Suarez" userId="e850854423d4af7c" providerId="LiveId" clId="{EDA91855-6332-4C03-B4A4-83E829EE56E2}" dt="2024-09-21T23:20:37.449" v="12647" actId="478"/>
          <ac:spMkLst>
            <pc:docMk/>
            <pc:sldMk cId="3216998501" sldId="381"/>
            <ac:spMk id="4" creationId="{02610615-28F9-C9D0-70B8-73C1BE237C08}"/>
          </ac:spMkLst>
        </pc:spChg>
        <pc:picChg chg="add mod">
          <ac:chgData name="Juan David Suarez" userId="e850854423d4af7c" providerId="LiveId" clId="{EDA91855-6332-4C03-B4A4-83E829EE56E2}" dt="2024-09-22T15:39:23.643" v="20017" actId="1076"/>
          <ac:picMkLst>
            <pc:docMk/>
            <pc:sldMk cId="3216998501" sldId="381"/>
            <ac:picMk id="5" creationId="{B94509C0-C76B-0B82-5B9F-275C5EB54F42}"/>
          </ac:picMkLst>
        </pc:picChg>
      </pc:sldChg>
      <pc:sldChg chg="addSp delSp modSp add mod">
        <pc:chgData name="Juan David Suarez" userId="e850854423d4af7c" providerId="LiveId" clId="{EDA91855-6332-4C03-B4A4-83E829EE56E2}" dt="2024-09-22T03:05:30.639" v="19895" actId="571"/>
        <pc:sldMkLst>
          <pc:docMk/>
          <pc:sldMk cId="2849204532" sldId="382"/>
        </pc:sldMkLst>
        <pc:spChg chg="mod">
          <ac:chgData name="Juan David Suarez" userId="e850854423d4af7c" providerId="LiveId" clId="{EDA91855-6332-4C03-B4A4-83E829EE56E2}" dt="2024-09-21T23:22:44.754" v="12683" actId="33524"/>
          <ac:spMkLst>
            <pc:docMk/>
            <pc:sldMk cId="2849204532" sldId="382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2T03:05:07.219" v="19890" actId="207"/>
          <ac:spMkLst>
            <pc:docMk/>
            <pc:sldMk cId="2849204532" sldId="382"/>
            <ac:spMk id="3" creationId="{4FB749BE-1C0D-C7DF-EBAC-6E28BB47038C}"/>
          </ac:spMkLst>
        </pc:spChg>
        <pc:spChg chg="del">
          <ac:chgData name="Juan David Suarez" userId="e850854423d4af7c" providerId="LiveId" clId="{EDA91855-6332-4C03-B4A4-83E829EE56E2}" dt="2024-09-21T23:23:19.295" v="12738" actId="478"/>
          <ac:spMkLst>
            <pc:docMk/>
            <pc:sldMk cId="2849204532" sldId="382"/>
            <ac:spMk id="4" creationId="{F5BDF99D-6970-0D1A-8FB9-E888057877EB}"/>
          </ac:spMkLst>
        </pc:spChg>
        <pc:spChg chg="add mod">
          <ac:chgData name="Juan David Suarez" userId="e850854423d4af7c" providerId="LiveId" clId="{EDA91855-6332-4C03-B4A4-83E829EE56E2}" dt="2024-09-22T03:05:07.219" v="19890" actId="207"/>
          <ac:spMkLst>
            <pc:docMk/>
            <pc:sldMk cId="2849204532" sldId="382"/>
            <ac:spMk id="5" creationId="{48C7A135-538C-AC07-0F85-28352D09558F}"/>
          </ac:spMkLst>
        </pc:spChg>
        <pc:spChg chg="add mod">
          <ac:chgData name="Juan David Suarez" userId="e850854423d4af7c" providerId="LiveId" clId="{EDA91855-6332-4C03-B4A4-83E829EE56E2}" dt="2024-09-22T03:05:07.219" v="19890" actId="207"/>
          <ac:spMkLst>
            <pc:docMk/>
            <pc:sldMk cId="2849204532" sldId="382"/>
            <ac:spMk id="6" creationId="{BDA4EF43-5D8E-42DA-75E0-2EEADF860969}"/>
          </ac:spMkLst>
        </pc:spChg>
        <pc:cxnChg chg="add mod">
          <ac:chgData name="Juan David Suarez" userId="e850854423d4af7c" providerId="LiveId" clId="{EDA91855-6332-4C03-B4A4-83E829EE56E2}" dt="2024-09-22T03:05:28.007" v="19894" actId="208"/>
          <ac:cxnSpMkLst>
            <pc:docMk/>
            <pc:sldMk cId="2849204532" sldId="382"/>
            <ac:cxnSpMk id="8" creationId="{35A37D35-05DE-1DAE-24BB-3467CF4D1F9E}"/>
          </ac:cxnSpMkLst>
        </pc:cxnChg>
        <pc:cxnChg chg="add mod">
          <ac:chgData name="Juan David Suarez" userId="e850854423d4af7c" providerId="LiveId" clId="{EDA91855-6332-4C03-B4A4-83E829EE56E2}" dt="2024-09-22T03:05:28.007" v="19894" actId="208"/>
          <ac:cxnSpMkLst>
            <pc:docMk/>
            <pc:sldMk cId="2849204532" sldId="382"/>
            <ac:cxnSpMk id="9" creationId="{1A9BF98B-D42E-62D4-C356-678AA7F895DD}"/>
          </ac:cxnSpMkLst>
        </pc:cxnChg>
        <pc:cxnChg chg="add mod">
          <ac:chgData name="Juan David Suarez" userId="e850854423d4af7c" providerId="LiveId" clId="{EDA91855-6332-4C03-B4A4-83E829EE56E2}" dt="2024-09-22T03:05:30.639" v="19895" actId="571"/>
          <ac:cxnSpMkLst>
            <pc:docMk/>
            <pc:sldMk cId="2849204532" sldId="382"/>
            <ac:cxnSpMk id="10" creationId="{6124FA50-7301-E079-BA7F-975A4ADD885A}"/>
          </ac:cxnSpMkLst>
        </pc:cxnChg>
        <pc:cxnChg chg="add mod">
          <ac:chgData name="Juan David Suarez" userId="e850854423d4af7c" providerId="LiveId" clId="{EDA91855-6332-4C03-B4A4-83E829EE56E2}" dt="2024-09-22T03:05:30.639" v="19895" actId="571"/>
          <ac:cxnSpMkLst>
            <pc:docMk/>
            <pc:sldMk cId="2849204532" sldId="382"/>
            <ac:cxnSpMk id="11" creationId="{57DAA77F-D17D-0998-93AB-3C7277F4508C}"/>
          </ac:cxnSpMkLst>
        </pc:cxnChg>
      </pc:sldChg>
      <pc:sldChg chg="modSp add del mod">
        <pc:chgData name="Juan David Suarez" userId="e850854423d4af7c" providerId="LiveId" clId="{EDA91855-6332-4C03-B4A4-83E829EE56E2}" dt="2024-09-21T23:32:54.554" v="13303" actId="2696"/>
        <pc:sldMkLst>
          <pc:docMk/>
          <pc:sldMk cId="1216465196" sldId="383"/>
        </pc:sldMkLst>
        <pc:spChg chg="mod">
          <ac:chgData name="Juan David Suarez" userId="e850854423d4af7c" providerId="LiveId" clId="{EDA91855-6332-4C03-B4A4-83E829EE56E2}" dt="2024-09-21T23:24:56.042" v="12809" actId="20577"/>
          <ac:spMkLst>
            <pc:docMk/>
            <pc:sldMk cId="1216465196" sldId="383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1T23:27:57.626" v="13246" actId="20577"/>
          <ac:spMkLst>
            <pc:docMk/>
            <pc:sldMk cId="1216465196" sldId="383"/>
            <ac:spMk id="3" creationId="{4DC373B7-84A2-E37F-1632-8FEADF17C905}"/>
          </ac:spMkLst>
        </pc:spChg>
      </pc:sldChg>
      <pc:sldChg chg="addSp delSp modSp add mod modNotesTx">
        <pc:chgData name="Juan David Suarez" userId="e850854423d4af7c" providerId="LiveId" clId="{EDA91855-6332-4C03-B4A4-83E829EE56E2}" dt="2024-09-22T02:05:46.744" v="17741" actId="1076"/>
        <pc:sldMkLst>
          <pc:docMk/>
          <pc:sldMk cId="3821904487" sldId="383"/>
        </pc:sldMkLst>
        <pc:spChg chg="mod">
          <ac:chgData name="Juan David Suarez" userId="e850854423d4af7c" providerId="LiveId" clId="{EDA91855-6332-4C03-B4A4-83E829EE56E2}" dt="2024-09-22T02:05:31.781" v="17728" actId="1076"/>
          <ac:spMkLst>
            <pc:docMk/>
            <pc:sldMk cId="3821904487" sldId="383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2:05:46.744" v="17741" actId="1076"/>
          <ac:spMkLst>
            <pc:docMk/>
            <pc:sldMk cId="3821904487" sldId="383"/>
            <ac:spMk id="3" creationId="{4DC373B7-84A2-E37F-1632-8FEADF17C905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7" creationId="{C54AA7EF-DA2A-D0AB-0254-6287CD804294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8" creationId="{2A08356F-E702-B726-09AB-437B49727FC7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9" creationId="{52F96FCA-DA5C-0659-558F-9060F902D7F8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0" creationId="{F9809869-910B-C153-6A10-6EA55EA40DCF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1" creationId="{B699139D-D71D-CEA8-D6ED-0E0ABBC7C837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2" creationId="{CF856004-EC9D-D236-C0A2-AEA0DE9FEAC6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3" creationId="{3A1259B4-14A1-884E-5657-FCE820DDE37B}"/>
          </ac:spMkLst>
        </pc:spChg>
        <pc:spChg chg="add del mod">
          <ac:chgData name="Juan David Suarez" userId="e850854423d4af7c" providerId="LiveId" clId="{EDA91855-6332-4C03-B4A4-83E829EE56E2}" dt="2024-09-22T00:45:32.518" v="15903" actId="478"/>
          <ac:spMkLst>
            <pc:docMk/>
            <pc:sldMk cId="3821904487" sldId="383"/>
            <ac:spMk id="14" creationId="{3890F8FA-24D0-85B8-2F12-456E790E2551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5" creationId="{8A8773EC-979D-FD05-DB08-A38DEC470A01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6" creationId="{2F8C1F7C-92B5-A578-ABB4-05CAC2794B28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7" creationId="{186636ED-4519-9BED-769D-65EF782DE051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18" creationId="{D3C40C80-800A-5BB3-22E3-865DD2D29644}"/>
          </ac:spMkLst>
        </pc:spChg>
        <pc:spChg chg="add del">
          <ac:chgData name="Juan David Suarez" userId="e850854423d4af7c" providerId="LiveId" clId="{EDA91855-6332-4C03-B4A4-83E829EE56E2}" dt="2024-09-22T00:54:35.641" v="16433" actId="478"/>
          <ac:spMkLst>
            <pc:docMk/>
            <pc:sldMk cId="3821904487" sldId="383"/>
            <ac:spMk id="19" creationId="{CDCB8C5F-CBCE-26FC-F00B-29001C44F60A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20" creationId="{F38FE74C-ACA0-401B-52C1-C6D6144FC173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21" creationId="{4C82A5A3-A330-5BF6-E071-5E37CC24C634}"/>
          </ac:spMkLst>
        </pc:spChg>
        <pc:spChg chg="add mod">
          <ac:chgData name="Juan David Suarez" userId="e850854423d4af7c" providerId="LiveId" clId="{EDA91855-6332-4C03-B4A4-83E829EE56E2}" dt="2024-09-22T02:05:42.370" v="17740" actId="1036"/>
          <ac:spMkLst>
            <pc:docMk/>
            <pc:sldMk cId="3821904487" sldId="383"/>
            <ac:spMk id="22" creationId="{14292441-93BB-0081-1048-FF43E4C2BB82}"/>
          </ac:spMkLst>
        </pc:spChg>
        <pc:picChg chg="add mod">
          <ac:chgData name="Juan David Suarez" userId="e850854423d4af7c" providerId="LiveId" clId="{EDA91855-6332-4C03-B4A4-83E829EE56E2}" dt="2024-09-22T02:05:42.370" v="17740" actId="1036"/>
          <ac:picMkLst>
            <pc:docMk/>
            <pc:sldMk cId="3821904487" sldId="383"/>
            <ac:picMk id="5" creationId="{9DC9B414-6B98-E905-ACF2-7309DDABA0AB}"/>
          </ac:picMkLst>
        </pc:picChg>
        <pc:picChg chg="add mod">
          <ac:chgData name="Juan David Suarez" userId="e850854423d4af7c" providerId="LiveId" clId="{EDA91855-6332-4C03-B4A4-83E829EE56E2}" dt="2024-09-22T02:05:42.370" v="17740" actId="1036"/>
          <ac:picMkLst>
            <pc:docMk/>
            <pc:sldMk cId="3821904487" sldId="383"/>
            <ac:picMk id="6" creationId="{4D8A2036-B877-ABE2-E90B-65810027CBC0}"/>
          </ac:picMkLst>
        </pc:picChg>
      </pc:sldChg>
      <pc:sldChg chg="addSp delSp modSp new mod">
        <pc:chgData name="Juan David Suarez" userId="e850854423d4af7c" providerId="LiveId" clId="{EDA91855-6332-4C03-B4A4-83E829EE56E2}" dt="2024-09-22T00:03:58.760" v="14017" actId="20577"/>
        <pc:sldMkLst>
          <pc:docMk/>
          <pc:sldMk cId="1496184925" sldId="384"/>
        </pc:sldMkLst>
        <pc:spChg chg="del">
          <ac:chgData name="Juan David Suarez" userId="e850854423d4af7c" providerId="LiveId" clId="{EDA91855-6332-4C03-B4A4-83E829EE56E2}" dt="2024-09-21T23:57:18.194" v="13854" actId="478"/>
          <ac:spMkLst>
            <pc:docMk/>
            <pc:sldMk cId="1496184925" sldId="384"/>
            <ac:spMk id="2" creationId="{D67FF451-E2A8-FDC8-69F3-1A6D33F16913}"/>
          </ac:spMkLst>
        </pc:spChg>
        <pc:spChg chg="del">
          <ac:chgData name="Juan David Suarez" userId="e850854423d4af7c" providerId="LiveId" clId="{EDA91855-6332-4C03-B4A4-83E829EE56E2}" dt="2024-09-21T23:57:18.194" v="13854" actId="478"/>
          <ac:spMkLst>
            <pc:docMk/>
            <pc:sldMk cId="1496184925" sldId="384"/>
            <ac:spMk id="3" creationId="{3E0F1F8F-5A41-4E49-DF97-754CAA278B6D}"/>
          </ac:spMkLst>
        </pc:spChg>
        <pc:spChg chg="add mod">
          <ac:chgData name="Juan David Suarez" userId="e850854423d4af7c" providerId="LiveId" clId="{EDA91855-6332-4C03-B4A4-83E829EE56E2}" dt="2024-09-22T00:03:58.760" v="14017" actId="20577"/>
          <ac:spMkLst>
            <pc:docMk/>
            <pc:sldMk cId="1496184925" sldId="384"/>
            <ac:spMk id="4" creationId="{C769719E-8120-F1BF-E620-61B241B13557}"/>
          </ac:spMkLst>
        </pc:spChg>
        <pc:picChg chg="add del mod">
          <ac:chgData name="Juan David Suarez" userId="e850854423d4af7c" providerId="LiveId" clId="{EDA91855-6332-4C03-B4A4-83E829EE56E2}" dt="2024-09-21T23:59:12.440" v="13967" actId="478"/>
          <ac:picMkLst>
            <pc:docMk/>
            <pc:sldMk cId="1496184925" sldId="384"/>
            <ac:picMk id="3074" creationId="{09A8241B-3EFE-0D8F-561A-DD77B4A484D9}"/>
          </ac:picMkLst>
        </pc:picChg>
        <pc:picChg chg="add mod">
          <ac:chgData name="Juan David Suarez" userId="e850854423d4af7c" providerId="LiveId" clId="{EDA91855-6332-4C03-B4A4-83E829EE56E2}" dt="2024-09-22T00:00:10.906" v="13972" actId="1076"/>
          <ac:picMkLst>
            <pc:docMk/>
            <pc:sldMk cId="1496184925" sldId="384"/>
            <ac:picMk id="3076" creationId="{E0FE8C86-6E69-65D1-8E78-F7617C5CF6CB}"/>
          </ac:picMkLst>
        </pc:picChg>
      </pc:sldChg>
      <pc:sldChg chg="modSp add mod">
        <pc:chgData name="Juan David Suarez" userId="e850854423d4af7c" providerId="LiveId" clId="{EDA91855-6332-4C03-B4A4-83E829EE56E2}" dt="2024-09-22T00:14:49.882" v="14412" actId="20577"/>
        <pc:sldMkLst>
          <pc:docMk/>
          <pc:sldMk cId="628834633" sldId="385"/>
        </pc:sldMkLst>
        <pc:graphicFrameChg chg="mod modGraphic">
          <ac:chgData name="Juan David Suarez" userId="e850854423d4af7c" providerId="LiveId" clId="{EDA91855-6332-4C03-B4A4-83E829EE56E2}" dt="2024-09-22T00:14:49.882" v="14412" actId="20577"/>
          <ac:graphicFrameMkLst>
            <pc:docMk/>
            <pc:sldMk cId="628834633" sldId="385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2T00:31:28.187" v="14964" actId="207"/>
        <pc:sldMkLst>
          <pc:docMk/>
          <pc:sldMk cId="746523760" sldId="386"/>
        </pc:sldMkLst>
        <pc:graphicFrameChg chg="mod modGraphic">
          <ac:chgData name="Juan David Suarez" userId="e850854423d4af7c" providerId="LiveId" clId="{EDA91855-6332-4C03-B4A4-83E829EE56E2}" dt="2024-09-22T00:31:28.187" v="14964" actId="207"/>
          <ac:graphicFrameMkLst>
            <pc:docMk/>
            <pc:sldMk cId="746523760" sldId="386"/>
            <ac:graphicFrameMk id="7" creationId="{41382D0E-39E6-D237-1057-2DEB927BB84B}"/>
          </ac:graphicFrameMkLst>
        </pc:graphicFrameChg>
      </pc:sldChg>
      <pc:sldChg chg="addSp delSp modSp add mod">
        <pc:chgData name="Juan David Suarez" userId="e850854423d4af7c" providerId="LiveId" clId="{EDA91855-6332-4C03-B4A4-83E829EE56E2}" dt="2024-09-22T02:06:09.171" v="17742" actId="33524"/>
        <pc:sldMkLst>
          <pc:docMk/>
          <pc:sldMk cId="3957503683" sldId="387"/>
        </pc:sldMkLst>
        <pc:spChg chg="mod">
          <ac:chgData name="Juan David Suarez" userId="e850854423d4af7c" providerId="LiveId" clId="{EDA91855-6332-4C03-B4A4-83E829EE56E2}" dt="2024-09-22T00:50:20.344" v="16109" actId="33524"/>
          <ac:spMkLst>
            <pc:docMk/>
            <pc:sldMk cId="3957503683" sldId="387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2:06:09.171" v="17742" actId="33524"/>
          <ac:spMkLst>
            <pc:docMk/>
            <pc:sldMk cId="3957503683" sldId="387"/>
            <ac:spMk id="3" creationId="{4DC373B7-84A2-E37F-1632-8FEADF17C905}"/>
          </ac:spMkLst>
        </pc:spChg>
        <pc:spChg chg="del">
          <ac:chgData name="Juan David Suarez" userId="e850854423d4af7c" providerId="LiveId" clId="{EDA91855-6332-4C03-B4A4-83E829EE56E2}" dt="2024-09-22T00:50:14.055" v="16107" actId="478"/>
          <ac:spMkLst>
            <pc:docMk/>
            <pc:sldMk cId="3957503683" sldId="387"/>
            <ac:spMk id="7" creationId="{C54AA7EF-DA2A-D0AB-0254-6287CD804294}"/>
          </ac:spMkLst>
        </pc:spChg>
        <pc:spChg chg="del">
          <ac:chgData name="Juan David Suarez" userId="e850854423d4af7c" providerId="LiveId" clId="{EDA91855-6332-4C03-B4A4-83E829EE56E2}" dt="2024-09-22T00:50:14.055" v="16107" actId="478"/>
          <ac:spMkLst>
            <pc:docMk/>
            <pc:sldMk cId="3957503683" sldId="387"/>
            <ac:spMk id="8" creationId="{2A08356F-E702-B726-09AB-437B49727FC7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9" creationId="{52F96FCA-DA5C-0659-558F-9060F902D7F8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0" creationId="{F9809869-910B-C153-6A10-6EA55EA40DCF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1" creationId="{B699139D-D71D-CEA8-D6ED-0E0ABBC7C837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2" creationId="{CF856004-EC9D-D236-C0A2-AEA0DE9FEAC6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3" creationId="{3A1259B4-14A1-884E-5657-FCE820DDE37B}"/>
          </ac:spMkLst>
        </pc:spChg>
        <pc:spChg chg="add mod">
          <ac:chgData name="Juan David Suarez" userId="e850854423d4af7c" providerId="LiveId" clId="{EDA91855-6332-4C03-B4A4-83E829EE56E2}" dt="2024-09-22T01:10:49.500" v="16520" actId="113"/>
          <ac:spMkLst>
            <pc:docMk/>
            <pc:sldMk cId="3957503683" sldId="387"/>
            <ac:spMk id="14" creationId="{9B823A49-2A8D-C78B-547A-F8472E1C8590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5" creationId="{8A8773EC-979D-FD05-DB08-A38DEC470A01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6" creationId="{2F8C1F7C-92B5-A578-ABB4-05CAC2794B28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7" creationId="{186636ED-4519-9BED-769D-65EF782DE051}"/>
          </ac:spMkLst>
        </pc:spChg>
        <pc:spChg chg="del">
          <ac:chgData name="Juan David Suarez" userId="e850854423d4af7c" providerId="LiveId" clId="{EDA91855-6332-4C03-B4A4-83E829EE56E2}" dt="2024-09-22T00:50:11.932" v="16106" actId="478"/>
          <ac:spMkLst>
            <pc:docMk/>
            <pc:sldMk cId="3957503683" sldId="387"/>
            <ac:spMk id="18" creationId="{D3C40C80-800A-5BB3-22E3-865DD2D29644}"/>
          </ac:spMkLst>
        </pc:spChg>
        <pc:picChg chg="del">
          <ac:chgData name="Juan David Suarez" userId="e850854423d4af7c" providerId="LiveId" clId="{EDA91855-6332-4C03-B4A4-83E829EE56E2}" dt="2024-09-22T00:50:11.932" v="16106" actId="478"/>
          <ac:picMkLst>
            <pc:docMk/>
            <pc:sldMk cId="3957503683" sldId="387"/>
            <ac:picMk id="5" creationId="{9DC9B414-6B98-E905-ACF2-7309DDABA0AB}"/>
          </ac:picMkLst>
        </pc:picChg>
        <pc:picChg chg="del">
          <ac:chgData name="Juan David Suarez" userId="e850854423d4af7c" providerId="LiveId" clId="{EDA91855-6332-4C03-B4A4-83E829EE56E2}" dt="2024-09-22T00:50:11.932" v="16106" actId="478"/>
          <ac:picMkLst>
            <pc:docMk/>
            <pc:sldMk cId="3957503683" sldId="387"/>
            <ac:picMk id="6" creationId="{4D8A2036-B877-ABE2-E90B-65810027CBC0}"/>
          </ac:picMkLst>
        </pc:picChg>
        <pc:picChg chg="add mod">
          <ac:chgData name="Juan David Suarez" userId="e850854423d4af7c" providerId="LiveId" clId="{EDA91855-6332-4C03-B4A4-83E829EE56E2}" dt="2024-09-22T01:10:33.143" v="16508" actId="1076"/>
          <ac:picMkLst>
            <pc:docMk/>
            <pc:sldMk cId="3957503683" sldId="387"/>
            <ac:picMk id="20" creationId="{120F2A71-72E5-E66E-F5C6-8EFB4946246D}"/>
          </ac:picMkLst>
        </pc:picChg>
      </pc:sldChg>
      <pc:sldChg chg="addSp delSp modSp add mod">
        <pc:chgData name="Juan David Suarez" userId="e850854423d4af7c" providerId="LiveId" clId="{EDA91855-6332-4C03-B4A4-83E829EE56E2}" dt="2024-09-22T01:21:31.770" v="16827" actId="1076"/>
        <pc:sldMkLst>
          <pc:docMk/>
          <pc:sldMk cId="1628889517" sldId="388"/>
        </pc:sldMkLst>
        <pc:spChg chg="mod">
          <ac:chgData name="Juan David Suarez" userId="e850854423d4af7c" providerId="LiveId" clId="{EDA91855-6332-4C03-B4A4-83E829EE56E2}" dt="2024-09-22T01:16:50.214" v="16771" actId="313"/>
          <ac:spMkLst>
            <pc:docMk/>
            <pc:sldMk cId="1628889517" sldId="388"/>
            <ac:spMk id="4" creationId="{349EC57C-333C-E3DB-1CE2-8296B281659A}"/>
          </ac:spMkLst>
        </pc:spChg>
        <pc:spChg chg="add mod">
          <ac:chgData name="Juan David Suarez" userId="e850854423d4af7c" providerId="LiveId" clId="{EDA91855-6332-4C03-B4A4-83E829EE56E2}" dt="2024-09-22T01:21:28.343" v="16826" actId="571"/>
          <ac:spMkLst>
            <pc:docMk/>
            <pc:sldMk cId="1628889517" sldId="388"/>
            <ac:spMk id="5" creationId="{333F88E3-12CA-352F-44A7-A84871D01108}"/>
          </ac:spMkLst>
        </pc:spChg>
        <pc:spChg chg="add mod">
          <ac:chgData name="Juan David Suarez" userId="e850854423d4af7c" providerId="LiveId" clId="{EDA91855-6332-4C03-B4A4-83E829EE56E2}" dt="2024-09-22T01:21:28.343" v="16826" actId="571"/>
          <ac:spMkLst>
            <pc:docMk/>
            <pc:sldMk cId="1628889517" sldId="388"/>
            <ac:spMk id="7" creationId="{0696A294-CA83-0C62-9783-E1A247E7727F}"/>
          </ac:spMkLst>
        </pc:spChg>
        <pc:spChg chg="add mod">
          <ac:chgData name="Juan David Suarez" userId="e850854423d4af7c" providerId="LiveId" clId="{EDA91855-6332-4C03-B4A4-83E829EE56E2}" dt="2024-09-22T01:19:54.076" v="16796" actId="207"/>
          <ac:spMkLst>
            <pc:docMk/>
            <pc:sldMk cId="1628889517" sldId="388"/>
            <ac:spMk id="8" creationId="{2F71E4B4-8784-9B10-78F0-2992999E45BA}"/>
          </ac:spMkLst>
        </pc:spChg>
        <pc:spChg chg="add mod">
          <ac:chgData name="Juan David Suarez" userId="e850854423d4af7c" providerId="LiveId" clId="{EDA91855-6332-4C03-B4A4-83E829EE56E2}" dt="2024-09-22T01:19:39.131" v="16795" actId="207"/>
          <ac:spMkLst>
            <pc:docMk/>
            <pc:sldMk cId="1628889517" sldId="388"/>
            <ac:spMk id="9" creationId="{71E1115D-FD32-9A69-0B6B-A0A9D1E826B4}"/>
          </ac:spMkLst>
        </pc:spChg>
        <pc:spChg chg="add mod">
          <ac:chgData name="Juan David Suarez" userId="e850854423d4af7c" providerId="LiveId" clId="{EDA91855-6332-4C03-B4A4-83E829EE56E2}" dt="2024-09-22T01:19:54.076" v="16796" actId="207"/>
          <ac:spMkLst>
            <pc:docMk/>
            <pc:sldMk cId="1628889517" sldId="388"/>
            <ac:spMk id="10" creationId="{DFBCF5CE-7348-AE96-2A8E-61935933C373}"/>
          </ac:spMkLst>
        </pc:spChg>
        <pc:spChg chg="add mod">
          <ac:chgData name="Juan David Suarez" userId="e850854423d4af7c" providerId="LiveId" clId="{EDA91855-6332-4C03-B4A4-83E829EE56E2}" dt="2024-09-22T01:20:30.676" v="16814" actId="20577"/>
          <ac:spMkLst>
            <pc:docMk/>
            <pc:sldMk cId="1628889517" sldId="388"/>
            <ac:spMk id="21" creationId="{826CC2A7-8FFE-BFE7-0C18-06483ADEC6A8}"/>
          </ac:spMkLst>
        </pc:spChg>
        <pc:spChg chg="add mod">
          <ac:chgData name="Juan David Suarez" userId="e850854423d4af7c" providerId="LiveId" clId="{EDA91855-6332-4C03-B4A4-83E829EE56E2}" dt="2024-09-22T01:20:37.040" v="16818" actId="20577"/>
          <ac:spMkLst>
            <pc:docMk/>
            <pc:sldMk cId="1628889517" sldId="388"/>
            <ac:spMk id="22" creationId="{4ED0F9B5-1D36-47C2-E55C-E335BD81ADB8}"/>
          </ac:spMkLst>
        </pc:spChg>
        <pc:spChg chg="add mod">
          <ac:chgData name="Juan David Suarez" userId="e850854423d4af7c" providerId="LiveId" clId="{EDA91855-6332-4C03-B4A4-83E829EE56E2}" dt="2024-09-22T01:20:43.233" v="16822" actId="20577"/>
          <ac:spMkLst>
            <pc:docMk/>
            <pc:sldMk cId="1628889517" sldId="388"/>
            <ac:spMk id="23" creationId="{1EDF52D9-8942-D14F-8B34-F8CFCDDC501F}"/>
          </ac:spMkLst>
        </pc:spChg>
        <pc:spChg chg="add mod">
          <ac:chgData name="Juan David Suarez" userId="e850854423d4af7c" providerId="LiveId" clId="{EDA91855-6332-4C03-B4A4-83E829EE56E2}" dt="2024-09-22T01:21:31.770" v="16827" actId="1076"/>
          <ac:spMkLst>
            <pc:docMk/>
            <pc:sldMk cId="1628889517" sldId="388"/>
            <ac:spMk id="25" creationId="{0CB5D575-3E09-2A49-261A-68743B4FCD3B}"/>
          </ac:spMkLst>
        </pc:spChg>
        <pc:grpChg chg="add mod">
          <ac:chgData name="Juan David Suarez" userId="e850854423d4af7c" providerId="LiveId" clId="{EDA91855-6332-4C03-B4A4-83E829EE56E2}" dt="2024-09-22T01:21:28.343" v="16826" actId="571"/>
          <ac:grpSpMkLst>
            <pc:docMk/>
            <pc:sldMk cId="1628889517" sldId="388"/>
            <ac:grpSpMk id="24" creationId="{E132C8FD-2E3D-7E86-885F-8CE6AC9A281F}"/>
          </ac:grpSpMkLst>
        </pc:grpChg>
        <pc:picChg chg="add mod">
          <ac:chgData name="Juan David Suarez" userId="e850854423d4af7c" providerId="LiveId" clId="{EDA91855-6332-4C03-B4A4-83E829EE56E2}" dt="2024-09-22T01:21:28.343" v="16826" actId="571"/>
          <ac:picMkLst>
            <pc:docMk/>
            <pc:sldMk cId="1628889517" sldId="388"/>
            <ac:picMk id="3" creationId="{16244025-465F-6D4C-F9A1-3AC1780E4689}"/>
          </ac:picMkLst>
        </pc:picChg>
        <pc:picChg chg="del mod">
          <ac:chgData name="Juan David Suarez" userId="e850854423d4af7c" providerId="LiveId" clId="{EDA91855-6332-4C03-B4A4-83E829EE56E2}" dt="2024-09-22T01:18:04.914" v="16775" actId="478"/>
          <ac:picMkLst>
            <pc:docMk/>
            <pc:sldMk cId="1628889517" sldId="388"/>
            <ac:picMk id="6" creationId="{46A44F68-B2DD-4B3A-FA1A-E59283C38668}"/>
          </ac:picMkLst>
        </pc:picChg>
        <pc:cxnChg chg="add mod">
          <ac:chgData name="Juan David Suarez" userId="e850854423d4af7c" providerId="LiveId" clId="{EDA91855-6332-4C03-B4A4-83E829EE56E2}" dt="2024-09-22T01:20:01.435" v="16797" actId="208"/>
          <ac:cxnSpMkLst>
            <pc:docMk/>
            <pc:sldMk cId="1628889517" sldId="388"/>
            <ac:cxnSpMk id="12" creationId="{5A02FC39-F0FC-392B-8AC0-998E4CC1A077}"/>
          </ac:cxnSpMkLst>
        </pc:cxnChg>
        <pc:cxnChg chg="add mod">
          <ac:chgData name="Juan David Suarez" userId="e850854423d4af7c" providerId="LiveId" clId="{EDA91855-6332-4C03-B4A4-83E829EE56E2}" dt="2024-09-22T01:20:01.435" v="16797" actId="208"/>
          <ac:cxnSpMkLst>
            <pc:docMk/>
            <pc:sldMk cId="1628889517" sldId="388"/>
            <ac:cxnSpMk id="14" creationId="{BA96A96C-0DC5-95CE-0F41-348AB493949C}"/>
          </ac:cxnSpMkLst>
        </pc:cxnChg>
        <pc:cxnChg chg="add mod">
          <ac:chgData name="Juan David Suarez" userId="e850854423d4af7c" providerId="LiveId" clId="{EDA91855-6332-4C03-B4A4-83E829EE56E2}" dt="2024-09-22T01:20:01.435" v="16797" actId="208"/>
          <ac:cxnSpMkLst>
            <pc:docMk/>
            <pc:sldMk cId="1628889517" sldId="388"/>
            <ac:cxnSpMk id="16" creationId="{1366E0AC-3BE9-489A-4CF1-F9A7DD07D9C6}"/>
          </ac:cxnSpMkLst>
        </pc:cxnChg>
        <pc:cxnChg chg="add">
          <ac:chgData name="Juan David Suarez" userId="e850854423d4af7c" providerId="LiveId" clId="{EDA91855-6332-4C03-B4A4-83E829EE56E2}" dt="2024-09-22T01:20:08.364" v="16798" actId="11529"/>
          <ac:cxnSpMkLst>
            <pc:docMk/>
            <pc:sldMk cId="1628889517" sldId="388"/>
            <ac:cxnSpMk id="18" creationId="{F61E2934-E423-DD93-AC20-ACBA7EC1ED04}"/>
          </ac:cxnSpMkLst>
        </pc:cxnChg>
        <pc:cxnChg chg="add mod">
          <ac:chgData name="Juan David Suarez" userId="e850854423d4af7c" providerId="LiveId" clId="{EDA91855-6332-4C03-B4A4-83E829EE56E2}" dt="2024-09-22T01:20:16.266" v="16800" actId="1076"/>
          <ac:cxnSpMkLst>
            <pc:docMk/>
            <pc:sldMk cId="1628889517" sldId="388"/>
            <ac:cxnSpMk id="19" creationId="{60CEB31F-58BC-90A2-571D-60CAE4B34647}"/>
          </ac:cxnSpMkLst>
        </pc:cxnChg>
        <pc:cxnChg chg="add mod">
          <ac:chgData name="Juan David Suarez" userId="e850854423d4af7c" providerId="LiveId" clId="{EDA91855-6332-4C03-B4A4-83E829EE56E2}" dt="2024-09-22T01:20:19.941" v="16802" actId="1076"/>
          <ac:cxnSpMkLst>
            <pc:docMk/>
            <pc:sldMk cId="1628889517" sldId="388"/>
            <ac:cxnSpMk id="20" creationId="{40D4FB42-1157-5CF2-CD04-95784664FC40}"/>
          </ac:cxnSpMkLst>
        </pc:cxnChg>
      </pc:sldChg>
      <pc:sldChg chg="addSp delSp modSp add mod">
        <pc:chgData name="Juan David Suarez" userId="e850854423d4af7c" providerId="LiveId" clId="{EDA91855-6332-4C03-B4A4-83E829EE56E2}" dt="2024-09-22T01:40:31.349" v="17329" actId="1076"/>
        <pc:sldMkLst>
          <pc:docMk/>
          <pc:sldMk cId="2654387566" sldId="389"/>
        </pc:sldMkLst>
        <pc:spChg chg="mod">
          <ac:chgData name="Juan David Suarez" userId="e850854423d4af7c" providerId="LiveId" clId="{EDA91855-6332-4C03-B4A4-83E829EE56E2}" dt="2024-09-22T01:38:22.931" v="17301" actId="20577"/>
          <ac:spMkLst>
            <pc:docMk/>
            <pc:sldMk cId="2654387566" sldId="389"/>
            <ac:spMk id="2" creationId="{80813175-5681-1FEC-D0F2-EB44D2506251}"/>
          </ac:spMkLst>
        </pc:spChg>
        <pc:spChg chg="del">
          <ac:chgData name="Juan David Suarez" userId="e850854423d4af7c" providerId="LiveId" clId="{EDA91855-6332-4C03-B4A4-83E829EE56E2}" dt="2024-09-22T01:38:25.762" v="17302" actId="478"/>
          <ac:spMkLst>
            <pc:docMk/>
            <pc:sldMk cId="2654387566" sldId="389"/>
            <ac:spMk id="6" creationId="{2086A9F1-00BD-B9C4-1B97-2854D7641E8C}"/>
          </ac:spMkLst>
        </pc:spChg>
        <pc:picChg chg="add mod">
          <ac:chgData name="Juan David Suarez" userId="e850854423d4af7c" providerId="LiveId" clId="{EDA91855-6332-4C03-B4A4-83E829EE56E2}" dt="2024-09-22T01:40:31.349" v="17329" actId="1076"/>
          <ac:picMkLst>
            <pc:docMk/>
            <pc:sldMk cId="2654387566" sldId="389"/>
            <ac:picMk id="5122" creationId="{A00A530B-59E2-4C7C-1FF8-8BEA52E6FD01}"/>
          </ac:picMkLst>
        </pc:picChg>
      </pc:sldChg>
      <pc:sldChg chg="addSp modSp add mod">
        <pc:chgData name="Juan David Suarez" userId="e850854423d4af7c" providerId="LiveId" clId="{EDA91855-6332-4C03-B4A4-83E829EE56E2}" dt="2024-09-22T01:49:03.992" v="17334" actId="1076"/>
        <pc:sldMkLst>
          <pc:docMk/>
          <pc:sldMk cId="3161846703" sldId="390"/>
        </pc:sldMkLst>
        <pc:spChg chg="mod">
          <ac:chgData name="Juan David Suarez" userId="e850854423d4af7c" providerId="LiveId" clId="{EDA91855-6332-4C03-B4A4-83E829EE56E2}" dt="2024-09-22T01:39:09.460" v="17324" actId="20577"/>
          <ac:spMkLst>
            <pc:docMk/>
            <pc:sldMk cId="3161846703" sldId="390"/>
            <ac:spMk id="2" creationId="{80813175-5681-1FEC-D0F2-EB44D2506251}"/>
          </ac:spMkLst>
        </pc:spChg>
        <pc:picChg chg="add mod">
          <ac:chgData name="Juan David Suarez" userId="e850854423d4af7c" providerId="LiveId" clId="{EDA91855-6332-4C03-B4A4-83E829EE56E2}" dt="2024-09-22T01:49:03.992" v="17334" actId="1076"/>
          <ac:picMkLst>
            <pc:docMk/>
            <pc:sldMk cId="3161846703" sldId="390"/>
            <ac:picMk id="4" creationId="{9A69FC74-34DB-A264-9230-D39DD62E02A7}"/>
          </ac:picMkLst>
        </pc:picChg>
        <pc:picChg chg="add mod">
          <ac:chgData name="Juan David Suarez" userId="e850854423d4af7c" providerId="LiveId" clId="{EDA91855-6332-4C03-B4A4-83E829EE56E2}" dt="2024-09-22T01:44:27.758" v="17332" actId="14100"/>
          <ac:picMkLst>
            <pc:docMk/>
            <pc:sldMk cId="3161846703" sldId="390"/>
            <ac:picMk id="6146" creationId="{EFA4AD47-BDC2-7D58-7C97-991A2E455C6F}"/>
          </ac:picMkLst>
        </pc:picChg>
      </pc:sldChg>
      <pc:sldChg chg="new del">
        <pc:chgData name="Juan David Suarez" userId="e850854423d4af7c" providerId="LiveId" clId="{EDA91855-6332-4C03-B4A4-83E829EE56E2}" dt="2024-09-22T02:24:24.204" v="18566" actId="680"/>
        <pc:sldMkLst>
          <pc:docMk/>
          <pc:sldMk cId="1239687213" sldId="391"/>
        </pc:sldMkLst>
      </pc:sldChg>
      <pc:sldChg chg="add del">
        <pc:chgData name="Juan David Suarez" userId="e850854423d4af7c" providerId="LiveId" clId="{EDA91855-6332-4C03-B4A4-83E829EE56E2}" dt="2024-09-22T02:23:59.919" v="18564" actId="47"/>
        <pc:sldMkLst>
          <pc:docMk/>
          <pc:sldMk cId="1630773192" sldId="391"/>
        </pc:sldMkLst>
      </pc:sldChg>
      <pc:sldChg chg="add del">
        <pc:chgData name="Juan David Suarez" userId="e850854423d4af7c" providerId="LiveId" clId="{EDA91855-6332-4C03-B4A4-83E829EE56E2}" dt="2024-09-22T01:39:22.304" v="17326"/>
        <pc:sldMkLst>
          <pc:docMk/>
          <pc:sldMk cId="1892401172" sldId="391"/>
        </pc:sldMkLst>
      </pc:sldChg>
      <pc:sldChg chg="new del">
        <pc:chgData name="Juan David Suarez" userId="e850854423d4af7c" providerId="LiveId" clId="{EDA91855-6332-4C03-B4A4-83E829EE56E2}" dt="2024-09-22T01:51:06.365" v="17470" actId="680"/>
        <pc:sldMkLst>
          <pc:docMk/>
          <pc:sldMk cId="2247632440" sldId="391"/>
        </pc:sldMkLst>
      </pc:sldChg>
      <pc:sldChg chg="modSp add del mod">
        <pc:chgData name="Juan David Suarez" userId="e850854423d4af7c" providerId="LiveId" clId="{EDA91855-6332-4C03-B4A4-83E829EE56E2}" dt="2024-09-22T02:04:17.966" v="17688" actId="47"/>
        <pc:sldMkLst>
          <pc:docMk/>
          <pc:sldMk cId="3667944191" sldId="391"/>
        </pc:sldMkLst>
        <pc:spChg chg="mod">
          <ac:chgData name="Juan David Suarez" userId="e850854423d4af7c" providerId="LiveId" clId="{EDA91855-6332-4C03-B4A4-83E829EE56E2}" dt="2024-09-22T01:51:21.199" v="17475" actId="27636"/>
          <ac:spMkLst>
            <pc:docMk/>
            <pc:sldMk cId="3667944191" sldId="391"/>
            <ac:spMk id="5" creationId="{E1ADF057-A0BC-6407-0FD3-003971771939}"/>
          </ac:spMkLst>
        </pc:spChg>
      </pc:sldChg>
      <pc:sldChg chg="addSp delSp modSp add mod">
        <pc:chgData name="Juan David Suarez" userId="e850854423d4af7c" providerId="LiveId" clId="{EDA91855-6332-4C03-B4A4-83E829EE56E2}" dt="2024-09-22T02:51:09.724" v="19404" actId="20577"/>
        <pc:sldMkLst>
          <pc:docMk/>
          <pc:sldMk cId="3955724806" sldId="391"/>
        </pc:sldMkLst>
        <pc:spChg chg="mod">
          <ac:chgData name="Juan David Suarez" userId="e850854423d4af7c" providerId="LiveId" clId="{EDA91855-6332-4C03-B4A4-83E829EE56E2}" dt="2024-09-22T02:51:01.207" v="19399" actId="20577"/>
          <ac:spMkLst>
            <pc:docMk/>
            <pc:sldMk cId="3955724806" sldId="391"/>
            <ac:spMk id="2" creationId="{80813175-5681-1FEC-D0F2-EB44D2506251}"/>
          </ac:spMkLst>
        </pc:spChg>
        <pc:spChg chg="mod">
          <ac:chgData name="Juan David Suarez" userId="e850854423d4af7c" providerId="LiveId" clId="{EDA91855-6332-4C03-B4A4-83E829EE56E2}" dt="2024-09-22T02:29:37.784" v="18837" actId="20577"/>
          <ac:spMkLst>
            <pc:docMk/>
            <pc:sldMk cId="3955724806" sldId="391"/>
            <ac:spMk id="5" creationId="{E1ADF057-A0BC-6407-0FD3-003971771939}"/>
          </ac:spMkLst>
        </pc:spChg>
        <pc:spChg chg="add del mod">
          <ac:chgData name="Juan David Suarez" userId="e850854423d4af7c" providerId="LiveId" clId="{EDA91855-6332-4C03-B4A4-83E829EE56E2}" dt="2024-09-22T02:33:23.010" v="18950" actId="478"/>
          <ac:spMkLst>
            <pc:docMk/>
            <pc:sldMk cId="3955724806" sldId="391"/>
            <ac:spMk id="7" creationId="{D97436A7-7D2E-8FC3-9814-B3F98FC465F3}"/>
          </ac:spMkLst>
        </pc:spChg>
        <pc:spChg chg="add del mod">
          <ac:chgData name="Juan David Suarez" userId="e850854423d4af7c" providerId="LiveId" clId="{EDA91855-6332-4C03-B4A4-83E829EE56E2}" dt="2024-09-22T02:33:09.039" v="18944" actId="478"/>
          <ac:spMkLst>
            <pc:docMk/>
            <pc:sldMk cId="3955724806" sldId="391"/>
            <ac:spMk id="10" creationId="{08E1E017-E41F-7F7F-53CF-1B57BDD39583}"/>
          </ac:spMkLst>
        </pc:spChg>
        <pc:spChg chg="add mod">
          <ac:chgData name="Juan David Suarez" userId="e850854423d4af7c" providerId="LiveId" clId="{EDA91855-6332-4C03-B4A4-83E829EE56E2}" dt="2024-09-22T02:50:58.074" v="19396" actId="20577"/>
          <ac:spMkLst>
            <pc:docMk/>
            <pc:sldMk cId="3955724806" sldId="391"/>
            <ac:spMk id="11" creationId="{87C1E069-9385-F343-824E-89B8B39DC77D}"/>
          </ac:spMkLst>
        </pc:spChg>
        <pc:spChg chg="add mod">
          <ac:chgData name="Juan David Suarez" userId="e850854423d4af7c" providerId="LiveId" clId="{EDA91855-6332-4C03-B4A4-83E829EE56E2}" dt="2024-09-22T02:51:09.724" v="19404" actId="20577"/>
          <ac:spMkLst>
            <pc:docMk/>
            <pc:sldMk cId="3955724806" sldId="391"/>
            <ac:spMk id="12" creationId="{BCE7B165-6266-0075-E702-93D12612A7B7}"/>
          </ac:spMkLst>
        </pc:spChg>
        <pc:graphicFrameChg chg="del">
          <ac:chgData name="Juan David Suarez" userId="e850854423d4af7c" providerId="LiveId" clId="{EDA91855-6332-4C03-B4A4-83E829EE56E2}" dt="2024-09-22T02:24:44.726" v="18568" actId="478"/>
          <ac:graphicFrameMkLst>
            <pc:docMk/>
            <pc:sldMk cId="3955724806" sldId="391"/>
            <ac:graphicFrameMk id="3" creationId="{5EB44857-DAFC-9623-21FE-31DB460D5CED}"/>
          </ac:graphicFrameMkLst>
        </pc:graphicFrameChg>
        <pc:picChg chg="add del mod">
          <ac:chgData name="Juan David Suarez" userId="e850854423d4af7c" providerId="LiveId" clId="{EDA91855-6332-4C03-B4A4-83E829EE56E2}" dt="2024-09-22T02:33:09.039" v="18944" actId="478"/>
          <ac:picMkLst>
            <pc:docMk/>
            <pc:sldMk cId="3955724806" sldId="391"/>
            <ac:picMk id="6" creationId="{AD116220-16A4-6117-920B-2E2FC8D1066C}"/>
          </ac:picMkLst>
        </pc:picChg>
        <pc:picChg chg="add mod">
          <ac:chgData name="Juan David Suarez" userId="e850854423d4af7c" providerId="LiveId" clId="{EDA91855-6332-4C03-B4A4-83E829EE56E2}" dt="2024-09-22T02:33:27.363" v="18951" actId="1076"/>
          <ac:picMkLst>
            <pc:docMk/>
            <pc:sldMk cId="3955724806" sldId="391"/>
            <ac:picMk id="7170" creationId="{910DD56D-64AB-2232-7B37-B155BFB2EAD7}"/>
          </ac:picMkLst>
        </pc:picChg>
        <pc:cxnChg chg="add mod">
          <ac:chgData name="Juan David Suarez" userId="e850854423d4af7c" providerId="LiveId" clId="{EDA91855-6332-4C03-B4A4-83E829EE56E2}" dt="2024-09-22T02:33:27.363" v="18951" actId="1076"/>
          <ac:cxnSpMkLst>
            <pc:docMk/>
            <pc:sldMk cId="3955724806" sldId="391"/>
            <ac:cxnSpMk id="9" creationId="{467EE1FA-2024-287D-5C2E-EC6B1D591807}"/>
          </ac:cxnSpMkLst>
        </pc:cxnChg>
      </pc:sldChg>
      <pc:sldChg chg="add">
        <pc:chgData name="Juan David Suarez" userId="e850854423d4af7c" providerId="LiveId" clId="{EDA91855-6332-4C03-B4A4-83E829EE56E2}" dt="2024-09-24T16:59:24.112" v="21143"/>
        <pc:sldMkLst>
          <pc:docMk/>
          <pc:sldMk cId="829536813" sldId="392"/>
        </pc:sldMkLst>
      </pc:sldChg>
      <pc:sldChg chg="addSp delSp modSp add del mod">
        <pc:chgData name="Juan David Suarez" userId="e850854423d4af7c" providerId="LiveId" clId="{EDA91855-6332-4C03-B4A4-83E829EE56E2}" dt="2024-09-24T16:59:10.548" v="21142" actId="2696"/>
        <pc:sldMkLst>
          <pc:docMk/>
          <pc:sldMk cId="3428682549" sldId="392"/>
        </pc:sldMkLst>
        <pc:spChg chg="mod">
          <ac:chgData name="Juan David Suarez" userId="e850854423d4af7c" providerId="LiveId" clId="{EDA91855-6332-4C03-B4A4-83E829EE56E2}" dt="2024-09-22T02:37:50.448" v="19043" actId="20577"/>
          <ac:spMkLst>
            <pc:docMk/>
            <pc:sldMk cId="3428682549" sldId="392"/>
            <ac:spMk id="2" creationId="{80813175-5681-1FEC-D0F2-EB44D2506251}"/>
          </ac:spMkLst>
        </pc:spChg>
        <pc:spChg chg="del">
          <ac:chgData name="Juan David Suarez" userId="e850854423d4af7c" providerId="LiveId" clId="{EDA91855-6332-4C03-B4A4-83E829EE56E2}" dt="2024-09-22T02:37:56.293" v="19045" actId="478"/>
          <ac:spMkLst>
            <pc:docMk/>
            <pc:sldMk cId="3428682549" sldId="392"/>
            <ac:spMk id="5" creationId="{E1ADF057-A0BC-6407-0FD3-003971771939}"/>
          </ac:spMkLst>
        </pc:spChg>
        <pc:spChg chg="add del mod">
          <ac:chgData name="Juan David Suarez" userId="e850854423d4af7c" providerId="LiveId" clId="{EDA91855-6332-4C03-B4A4-83E829EE56E2}" dt="2024-09-22T02:40:07.585" v="19174" actId="478"/>
          <ac:spMkLst>
            <pc:docMk/>
            <pc:sldMk cId="3428682549" sldId="392"/>
            <ac:spMk id="6" creationId="{1AD92E40-7FEB-DAD3-26B3-D6D9744747AC}"/>
          </ac:spMkLst>
        </pc:spChg>
        <pc:spChg chg="add mod">
          <ac:chgData name="Juan David Suarez" userId="e850854423d4af7c" providerId="LiveId" clId="{EDA91855-6332-4C03-B4A4-83E829EE56E2}" dt="2024-09-22T02:42:06.964" v="19349" actId="14100"/>
          <ac:spMkLst>
            <pc:docMk/>
            <pc:sldMk cId="3428682549" sldId="392"/>
            <ac:spMk id="7" creationId="{C5915D50-C8DE-6DA6-02CC-FB96E82C3D02}"/>
          </ac:spMkLst>
        </pc:spChg>
        <pc:graphicFrameChg chg="del">
          <ac:chgData name="Juan David Suarez" userId="e850854423d4af7c" providerId="LiveId" clId="{EDA91855-6332-4C03-B4A4-83E829EE56E2}" dt="2024-09-22T02:37:53.956" v="19044" actId="478"/>
          <ac:graphicFrameMkLst>
            <pc:docMk/>
            <pc:sldMk cId="3428682549" sldId="392"/>
            <ac:graphicFrameMk id="3" creationId="{D5E3FC29-A3AC-3B03-F0AE-D22597229F67}"/>
          </ac:graphicFrameMkLst>
        </pc:graphicFrameChg>
        <pc:graphicFrameChg chg="add mod">
          <ac:chgData name="Juan David Suarez" userId="e850854423d4af7c" providerId="LiveId" clId="{EDA91855-6332-4C03-B4A4-83E829EE56E2}" dt="2024-09-22T02:47:09.290" v="19368" actId="20577"/>
          <ac:graphicFrameMkLst>
            <pc:docMk/>
            <pc:sldMk cId="3428682549" sldId="392"/>
            <ac:graphicFrameMk id="8" creationId="{67340B5B-8B0C-EA0B-A2B2-EAB02C7A082A}"/>
          </ac:graphicFrameMkLst>
        </pc:graphicFrameChg>
        <pc:graphicFrameChg chg="add mod">
          <ac:chgData name="Juan David Suarez" userId="e850854423d4af7c" providerId="LiveId" clId="{EDA91855-6332-4C03-B4A4-83E829EE56E2}" dt="2024-09-22T02:50:45.251" v="19391" actId="20577"/>
          <ac:graphicFrameMkLst>
            <pc:docMk/>
            <pc:sldMk cId="3428682549" sldId="392"/>
            <ac:graphicFrameMk id="9" creationId="{56E1B3A0-298F-4B15-96BA-A88CAB7F07A5}"/>
          </ac:graphicFrameMkLst>
        </pc:graphicFrameChg>
        <pc:picChg chg="add del mod">
          <ac:chgData name="Juan David Suarez" userId="e850854423d4af7c" providerId="LiveId" clId="{EDA91855-6332-4C03-B4A4-83E829EE56E2}" dt="2024-09-22T02:43:17.293" v="19351" actId="478"/>
          <ac:picMkLst>
            <pc:docMk/>
            <pc:sldMk cId="3428682549" sldId="392"/>
            <ac:picMk id="8194" creationId="{D8DCE9A3-9723-1EDD-4EA9-AA3FCDCCDBB8}"/>
          </ac:picMkLst>
        </pc:picChg>
      </pc:sldChg>
      <pc:sldChg chg="modSp add mod">
        <pc:chgData name="Juan David Suarez" userId="e850854423d4af7c" providerId="LiveId" clId="{EDA91855-6332-4C03-B4A4-83E829EE56E2}" dt="2024-09-22T03:09:09.635" v="20012" actId="313"/>
        <pc:sldMkLst>
          <pc:docMk/>
          <pc:sldMk cId="799356804" sldId="393"/>
        </pc:sldMkLst>
        <pc:spChg chg="mod">
          <ac:chgData name="Juan David Suarez" userId="e850854423d4af7c" providerId="LiveId" clId="{EDA91855-6332-4C03-B4A4-83E829EE56E2}" dt="2024-09-22T03:09:09.635" v="20012" actId="313"/>
          <ac:spMkLst>
            <pc:docMk/>
            <pc:sldMk cId="799356804" sldId="393"/>
            <ac:spMk id="2" creationId="{80813175-5681-1FEC-D0F2-EB44D2506251}"/>
          </ac:spMkLst>
        </pc:spChg>
      </pc:sldChg>
      <pc:sldChg chg="modSp add mod">
        <pc:chgData name="Juan David Suarez" userId="e850854423d4af7c" providerId="LiveId" clId="{EDA91855-6332-4C03-B4A4-83E829EE56E2}" dt="2024-09-24T15:58:22.714" v="20224" actId="207"/>
        <pc:sldMkLst>
          <pc:docMk/>
          <pc:sldMk cId="1349459115" sldId="394"/>
        </pc:sldMkLst>
        <pc:graphicFrameChg chg="mod modGraphic">
          <ac:chgData name="Juan David Suarez" userId="e850854423d4af7c" providerId="LiveId" clId="{EDA91855-6332-4C03-B4A4-83E829EE56E2}" dt="2024-09-24T15:58:22.714" v="20224" actId="207"/>
          <ac:graphicFrameMkLst>
            <pc:docMk/>
            <pc:sldMk cId="1349459115" sldId="394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4T16:01:38.333" v="20227" actId="207"/>
        <pc:sldMkLst>
          <pc:docMk/>
          <pc:sldMk cId="618135659" sldId="395"/>
        </pc:sldMkLst>
        <pc:graphicFrameChg chg="mod modGraphic">
          <ac:chgData name="Juan David Suarez" userId="e850854423d4af7c" providerId="LiveId" clId="{EDA91855-6332-4C03-B4A4-83E829EE56E2}" dt="2024-09-24T16:01:38.333" v="20227" actId="207"/>
          <ac:graphicFrameMkLst>
            <pc:docMk/>
            <pc:sldMk cId="618135659" sldId="395"/>
            <ac:graphicFrameMk id="7" creationId="{41382D0E-39E6-D237-1057-2DEB927BB84B}"/>
          </ac:graphicFrameMkLst>
        </pc:graphicFrameChg>
      </pc:sldChg>
      <pc:sldChg chg="addSp delSp new mod">
        <pc:chgData name="Juan David Suarez" userId="e850854423d4af7c" providerId="LiveId" clId="{EDA91855-6332-4C03-B4A4-83E829EE56E2}" dt="2024-09-24T16:05:38.320" v="20247" actId="21"/>
        <pc:sldMkLst>
          <pc:docMk/>
          <pc:sldMk cId="2766569241" sldId="396"/>
        </pc:sldMkLst>
        <pc:picChg chg="add del">
          <ac:chgData name="Juan David Suarez" userId="e850854423d4af7c" providerId="LiveId" clId="{EDA91855-6332-4C03-B4A4-83E829EE56E2}" dt="2024-09-24T16:05:38.320" v="20247" actId="21"/>
          <ac:picMkLst>
            <pc:docMk/>
            <pc:sldMk cId="2766569241" sldId="396"/>
            <ac:picMk id="5" creationId="{C2CA3BCB-4E1C-F929-B142-079D07778346}"/>
          </ac:picMkLst>
        </pc:picChg>
      </pc:sldChg>
      <pc:sldChg chg="addSp delSp modSp add mod">
        <pc:chgData name="Juan David Suarez" userId="e850854423d4af7c" providerId="LiveId" clId="{EDA91855-6332-4C03-B4A4-83E829EE56E2}" dt="2024-09-24T16:06:19.875" v="20267" actId="1037"/>
        <pc:sldMkLst>
          <pc:docMk/>
          <pc:sldMk cId="1825083262" sldId="397"/>
        </pc:sldMkLst>
        <pc:spChg chg="mod">
          <ac:chgData name="Juan David Suarez" userId="e850854423d4af7c" providerId="LiveId" clId="{EDA91855-6332-4C03-B4A4-83E829EE56E2}" dt="2024-09-24T16:05:32.988" v="20245" actId="20577"/>
          <ac:spMkLst>
            <pc:docMk/>
            <pc:sldMk cId="1825083262" sldId="397"/>
            <ac:spMk id="2" creationId="{80813175-5681-1FEC-D0F2-EB44D2506251}"/>
          </ac:spMkLst>
        </pc:spChg>
        <pc:spChg chg="add mod">
          <ac:chgData name="Juan David Suarez" userId="e850854423d4af7c" providerId="LiveId" clId="{EDA91855-6332-4C03-B4A4-83E829EE56E2}" dt="2024-09-24T16:05:53.961" v="20253" actId="207"/>
          <ac:spMkLst>
            <pc:docMk/>
            <pc:sldMk cId="1825083262" sldId="397"/>
            <ac:spMk id="8" creationId="{B94EB27B-F0EF-B8B4-476C-B8279A7EE74A}"/>
          </ac:spMkLst>
        </pc:spChg>
        <pc:spChg chg="add mod">
          <ac:chgData name="Juan David Suarez" userId="e850854423d4af7c" providerId="LiveId" clId="{EDA91855-6332-4C03-B4A4-83E829EE56E2}" dt="2024-09-24T16:05:58.396" v="20255" actId="1076"/>
          <ac:spMkLst>
            <pc:docMk/>
            <pc:sldMk cId="1825083262" sldId="397"/>
            <ac:spMk id="9" creationId="{D4D462C6-7AE6-08DB-32DA-449A7DF82FD5}"/>
          </ac:spMkLst>
        </pc:spChg>
        <pc:spChg chg="add mod">
          <ac:chgData name="Juan David Suarez" userId="e850854423d4af7c" providerId="LiveId" clId="{EDA91855-6332-4C03-B4A4-83E829EE56E2}" dt="2024-09-24T16:06:03.518" v="20257" actId="1076"/>
          <ac:spMkLst>
            <pc:docMk/>
            <pc:sldMk cId="1825083262" sldId="397"/>
            <ac:spMk id="10" creationId="{3CA7C66F-D82B-459A-6896-4F58C25CA379}"/>
          </ac:spMkLst>
        </pc:spChg>
        <pc:spChg chg="add mod">
          <ac:chgData name="Juan David Suarez" userId="e850854423d4af7c" providerId="LiveId" clId="{EDA91855-6332-4C03-B4A4-83E829EE56E2}" dt="2024-09-24T16:06:05.520" v="20259" actId="571"/>
          <ac:spMkLst>
            <pc:docMk/>
            <pc:sldMk cId="1825083262" sldId="397"/>
            <ac:spMk id="12" creationId="{1BDE79F7-21F6-D792-A6D8-A4039D448B39}"/>
          </ac:spMkLst>
        </pc:spChg>
        <pc:spChg chg="add mod">
          <ac:chgData name="Juan David Suarez" userId="e850854423d4af7c" providerId="LiveId" clId="{EDA91855-6332-4C03-B4A4-83E829EE56E2}" dt="2024-09-24T16:06:14.788" v="20262" actId="1076"/>
          <ac:spMkLst>
            <pc:docMk/>
            <pc:sldMk cId="1825083262" sldId="397"/>
            <ac:spMk id="13" creationId="{862FFF45-6592-1C07-1D2C-E8A0C3282CE3}"/>
          </ac:spMkLst>
        </pc:spChg>
        <pc:spChg chg="add mod">
          <ac:chgData name="Juan David Suarez" userId="e850854423d4af7c" providerId="LiveId" clId="{EDA91855-6332-4C03-B4A4-83E829EE56E2}" dt="2024-09-24T16:06:19.875" v="20267" actId="1037"/>
          <ac:spMkLst>
            <pc:docMk/>
            <pc:sldMk cId="1825083262" sldId="397"/>
            <ac:spMk id="14" creationId="{91FF7AA6-ABC9-5764-E18E-D3E20721F6CD}"/>
          </ac:spMkLst>
        </pc:spChg>
        <pc:picChg chg="add mod">
          <ac:chgData name="Juan David Suarez" userId="e850854423d4af7c" providerId="LiveId" clId="{EDA91855-6332-4C03-B4A4-83E829EE56E2}" dt="2024-09-24T16:05:47.532" v="20251" actId="1076"/>
          <ac:picMkLst>
            <pc:docMk/>
            <pc:sldMk cId="1825083262" sldId="397"/>
            <ac:picMk id="3" creationId="{C2CA3BCB-4E1C-F929-B142-079D07778346}"/>
          </ac:picMkLst>
        </pc:picChg>
        <pc:picChg chg="del">
          <ac:chgData name="Juan David Suarez" userId="e850854423d4af7c" providerId="LiveId" clId="{EDA91855-6332-4C03-B4A4-83E829EE56E2}" dt="2024-09-24T16:05:35.936" v="20246" actId="478"/>
          <ac:picMkLst>
            <pc:docMk/>
            <pc:sldMk cId="1825083262" sldId="397"/>
            <ac:picMk id="4" creationId="{56D5C77C-9C2A-2BA0-0D2C-1D84A5CB525B}"/>
          </ac:picMkLst>
        </pc:picChg>
        <pc:picChg chg="add mod">
          <ac:chgData name="Juan David Suarez" userId="e850854423d4af7c" providerId="LiveId" clId="{EDA91855-6332-4C03-B4A4-83E829EE56E2}" dt="2024-09-24T16:06:05.520" v="20259" actId="571"/>
          <ac:picMkLst>
            <pc:docMk/>
            <pc:sldMk cId="1825083262" sldId="397"/>
            <ac:picMk id="11" creationId="{AE18ECA7-87A6-B5CF-F65A-A7F55BBE5A43}"/>
          </ac:picMkLst>
        </pc:picChg>
      </pc:sldChg>
      <pc:sldChg chg="modSp add mod">
        <pc:chgData name="Juan David Suarez" userId="e850854423d4af7c" providerId="LiveId" clId="{EDA91855-6332-4C03-B4A4-83E829EE56E2}" dt="2024-09-24T16:08:34.568" v="20270" actId="207"/>
        <pc:sldMkLst>
          <pc:docMk/>
          <pc:sldMk cId="1577353039" sldId="398"/>
        </pc:sldMkLst>
        <pc:graphicFrameChg chg="mod modGraphic">
          <ac:chgData name="Juan David Suarez" userId="e850854423d4af7c" providerId="LiveId" clId="{EDA91855-6332-4C03-B4A4-83E829EE56E2}" dt="2024-09-24T16:08:34.568" v="20270" actId="207"/>
          <ac:graphicFrameMkLst>
            <pc:docMk/>
            <pc:sldMk cId="1577353039" sldId="398"/>
            <ac:graphicFrameMk id="7" creationId="{41382D0E-39E6-D237-1057-2DEB927BB84B}"/>
          </ac:graphicFrameMkLst>
        </pc:graphicFrameChg>
      </pc:sldChg>
      <pc:sldChg chg="addSp delSp modSp add mod">
        <pc:chgData name="Juan David Suarez" userId="e850854423d4af7c" providerId="LiveId" clId="{EDA91855-6332-4C03-B4A4-83E829EE56E2}" dt="2024-09-24T16:56:58.727" v="21093" actId="20577"/>
        <pc:sldMkLst>
          <pc:docMk/>
          <pc:sldMk cId="3958100852" sldId="399"/>
        </pc:sldMkLst>
        <pc:spChg chg="mod">
          <ac:chgData name="Juan David Suarez" userId="e850854423d4af7c" providerId="LiveId" clId="{EDA91855-6332-4C03-B4A4-83E829EE56E2}" dt="2024-09-24T16:56:58.727" v="21093" actId="20577"/>
          <ac:spMkLst>
            <pc:docMk/>
            <pc:sldMk cId="3958100852" sldId="399"/>
            <ac:spMk id="5" creationId="{E1ADF057-A0BC-6407-0FD3-003971771939}"/>
          </ac:spMkLst>
        </pc:spChg>
        <pc:spChg chg="add del">
          <ac:chgData name="Juan David Suarez" userId="e850854423d4af7c" providerId="LiveId" clId="{EDA91855-6332-4C03-B4A4-83E829EE56E2}" dt="2024-09-24T16:55:28.185" v="21087" actId="478"/>
          <ac:spMkLst>
            <pc:docMk/>
            <pc:sldMk cId="3958100852" sldId="399"/>
            <ac:spMk id="11" creationId="{87C1E069-9385-F343-824E-89B8B39DC77D}"/>
          </ac:spMkLst>
        </pc:spChg>
        <pc:spChg chg="add del">
          <ac:chgData name="Juan David Suarez" userId="e850854423d4af7c" providerId="LiveId" clId="{EDA91855-6332-4C03-B4A4-83E829EE56E2}" dt="2024-09-24T16:55:28.185" v="21087" actId="478"/>
          <ac:spMkLst>
            <pc:docMk/>
            <pc:sldMk cId="3958100852" sldId="399"/>
            <ac:spMk id="12" creationId="{BCE7B165-6266-0075-E702-93D12612A7B7}"/>
          </ac:spMkLst>
        </pc:spChg>
        <pc:picChg chg="add mod">
          <ac:chgData name="Juan David Suarez" userId="e850854423d4af7c" providerId="LiveId" clId="{EDA91855-6332-4C03-B4A4-83E829EE56E2}" dt="2024-09-24T16:55:51.299" v="21092" actId="1076"/>
          <ac:picMkLst>
            <pc:docMk/>
            <pc:sldMk cId="3958100852" sldId="399"/>
            <ac:picMk id="4" creationId="{A0145885-1FC0-98C8-FC1D-F810018BFAB4}"/>
          </ac:picMkLst>
        </pc:picChg>
        <pc:picChg chg="del">
          <ac:chgData name="Juan David Suarez" userId="e850854423d4af7c" providerId="LiveId" clId="{EDA91855-6332-4C03-B4A4-83E829EE56E2}" dt="2024-09-24T16:46:29.225" v="21081" actId="478"/>
          <ac:picMkLst>
            <pc:docMk/>
            <pc:sldMk cId="3958100852" sldId="399"/>
            <ac:picMk id="7170" creationId="{910DD56D-64AB-2232-7B37-B155BFB2EAD7}"/>
          </ac:picMkLst>
        </pc:picChg>
        <pc:cxnChg chg="del">
          <ac:chgData name="Juan David Suarez" userId="e850854423d4af7c" providerId="LiveId" clId="{EDA91855-6332-4C03-B4A4-83E829EE56E2}" dt="2024-09-24T16:46:31.402" v="21082" actId="478"/>
          <ac:cxnSpMkLst>
            <pc:docMk/>
            <pc:sldMk cId="3958100852" sldId="399"/>
            <ac:cxnSpMk id="9" creationId="{467EE1FA-2024-287D-5C2E-EC6B1D591807}"/>
          </ac:cxnSpMkLst>
        </pc:cxnChg>
      </pc:sldChg>
      <pc:sldChg chg="modSp add mod">
        <pc:chgData name="Juan David Suarez" userId="e850854423d4af7c" providerId="LiveId" clId="{EDA91855-6332-4C03-B4A4-83E829EE56E2}" dt="2024-09-24T17:01:12.345" v="21147" actId="207"/>
        <pc:sldMkLst>
          <pc:docMk/>
          <pc:sldMk cId="1119515536" sldId="400"/>
        </pc:sldMkLst>
        <pc:graphicFrameChg chg="mod modGraphic">
          <ac:chgData name="Juan David Suarez" userId="e850854423d4af7c" providerId="LiveId" clId="{EDA91855-6332-4C03-B4A4-83E829EE56E2}" dt="2024-09-24T17:01:12.345" v="21147" actId="207"/>
          <ac:graphicFrameMkLst>
            <pc:docMk/>
            <pc:sldMk cId="1119515536" sldId="400"/>
            <ac:graphicFrameMk id="7" creationId="{41382D0E-39E6-D237-1057-2DEB927BB84B}"/>
          </ac:graphicFrameMkLst>
        </pc:graphicFrameChg>
      </pc:sldChg>
      <pc:sldChg chg="add del">
        <pc:chgData name="Juan David Suarez" userId="e850854423d4af7c" providerId="LiveId" clId="{EDA91855-6332-4C03-B4A4-83E829EE56E2}" dt="2024-09-24T16:55:36.942" v="21089" actId="47"/>
        <pc:sldMkLst>
          <pc:docMk/>
          <pc:sldMk cId="2614453752" sldId="400"/>
        </pc:sldMkLst>
      </pc:sldChg>
      <pc:sldChg chg="modSp add mod">
        <pc:chgData name="Juan David Suarez" userId="e850854423d4af7c" providerId="LiveId" clId="{EDA91855-6332-4C03-B4A4-83E829EE56E2}" dt="2024-09-24T17:01:28.863" v="21150" actId="207"/>
        <pc:sldMkLst>
          <pc:docMk/>
          <pc:sldMk cId="1352088682" sldId="401"/>
        </pc:sldMkLst>
        <pc:graphicFrameChg chg="mod modGraphic">
          <ac:chgData name="Juan David Suarez" userId="e850854423d4af7c" providerId="LiveId" clId="{EDA91855-6332-4C03-B4A4-83E829EE56E2}" dt="2024-09-24T17:01:28.863" v="21150" actId="207"/>
          <ac:graphicFrameMkLst>
            <pc:docMk/>
            <pc:sldMk cId="1352088682" sldId="401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4T17:01:42.994" v="21153" actId="207"/>
        <pc:sldMkLst>
          <pc:docMk/>
          <pc:sldMk cId="728098901" sldId="402"/>
        </pc:sldMkLst>
        <pc:graphicFrameChg chg="mod modGraphic">
          <ac:chgData name="Juan David Suarez" userId="e850854423d4af7c" providerId="LiveId" clId="{EDA91855-6332-4C03-B4A4-83E829EE56E2}" dt="2024-09-24T17:01:42.994" v="21153" actId="207"/>
          <ac:graphicFrameMkLst>
            <pc:docMk/>
            <pc:sldMk cId="728098901" sldId="402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4T17:01:58.606" v="21156" actId="207"/>
        <pc:sldMkLst>
          <pc:docMk/>
          <pc:sldMk cId="1085061793" sldId="403"/>
        </pc:sldMkLst>
        <pc:graphicFrameChg chg="mod modGraphic">
          <ac:chgData name="Juan David Suarez" userId="e850854423d4af7c" providerId="LiveId" clId="{EDA91855-6332-4C03-B4A4-83E829EE56E2}" dt="2024-09-24T17:01:58.606" v="21156" actId="207"/>
          <ac:graphicFrameMkLst>
            <pc:docMk/>
            <pc:sldMk cId="1085061793" sldId="403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4T17:02:59.342" v="21159" actId="207"/>
        <pc:sldMkLst>
          <pc:docMk/>
          <pc:sldMk cId="3955520389" sldId="404"/>
        </pc:sldMkLst>
        <pc:graphicFrameChg chg="mod modGraphic">
          <ac:chgData name="Juan David Suarez" userId="e850854423d4af7c" providerId="LiveId" clId="{EDA91855-6332-4C03-B4A4-83E829EE56E2}" dt="2024-09-24T17:02:59.342" v="21159" actId="207"/>
          <ac:graphicFrameMkLst>
            <pc:docMk/>
            <pc:sldMk cId="3955520389" sldId="404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4T17:03:35.483" v="21162" actId="207"/>
        <pc:sldMkLst>
          <pc:docMk/>
          <pc:sldMk cId="4126227462" sldId="405"/>
        </pc:sldMkLst>
        <pc:graphicFrameChg chg="mod modGraphic">
          <ac:chgData name="Juan David Suarez" userId="e850854423d4af7c" providerId="LiveId" clId="{EDA91855-6332-4C03-B4A4-83E829EE56E2}" dt="2024-09-24T17:03:35.483" v="21162" actId="207"/>
          <ac:graphicFrameMkLst>
            <pc:docMk/>
            <pc:sldMk cId="4126227462" sldId="405"/>
            <ac:graphicFrameMk id="7" creationId="{41382D0E-39E6-D237-1057-2DEB927BB84B}"/>
          </ac:graphicFrameMkLst>
        </pc:graphicFrameChg>
      </pc:sldChg>
      <pc:sldChg chg="modSp add mod">
        <pc:chgData name="Juan David Suarez" userId="e850854423d4af7c" providerId="LiveId" clId="{EDA91855-6332-4C03-B4A4-83E829EE56E2}" dt="2024-09-24T17:03:51.705" v="21165" actId="207"/>
        <pc:sldMkLst>
          <pc:docMk/>
          <pc:sldMk cId="2109512527" sldId="406"/>
        </pc:sldMkLst>
        <pc:graphicFrameChg chg="mod modGraphic">
          <ac:chgData name="Juan David Suarez" userId="e850854423d4af7c" providerId="LiveId" clId="{EDA91855-6332-4C03-B4A4-83E829EE56E2}" dt="2024-09-24T17:03:51.705" v="21165" actId="207"/>
          <ac:graphicFrameMkLst>
            <pc:docMk/>
            <pc:sldMk cId="2109512527" sldId="406"/>
            <ac:graphicFrameMk id="7" creationId="{41382D0E-39E6-D237-1057-2DEB927BB84B}"/>
          </ac:graphicFrameMkLst>
        </pc:graphicFrameChg>
      </pc:sldChg>
      <pc:sldChg chg="addSp delSp modSp add mod">
        <pc:chgData name="Juan David Suarez" userId="e850854423d4af7c" providerId="LiveId" clId="{EDA91855-6332-4C03-B4A4-83E829EE56E2}" dt="2024-09-24T17:11:24.223" v="21307" actId="1076"/>
        <pc:sldMkLst>
          <pc:docMk/>
          <pc:sldMk cId="1838452303" sldId="407"/>
        </pc:sldMkLst>
        <pc:spChg chg="mod">
          <ac:chgData name="Juan David Suarez" userId="e850854423d4af7c" providerId="LiveId" clId="{EDA91855-6332-4C03-B4A4-83E829EE56E2}" dt="2024-09-24T17:09:32.880" v="21221" actId="20577"/>
          <ac:spMkLst>
            <pc:docMk/>
            <pc:sldMk cId="1838452303" sldId="407"/>
            <ac:spMk id="2" creationId="{80813175-5681-1FEC-D0F2-EB44D2506251}"/>
          </ac:spMkLst>
        </pc:spChg>
        <pc:spChg chg="del">
          <ac:chgData name="Juan David Suarez" userId="e850854423d4af7c" providerId="LiveId" clId="{EDA91855-6332-4C03-B4A4-83E829EE56E2}" dt="2024-09-24T17:04:00.405" v="21167" actId="478"/>
          <ac:spMkLst>
            <pc:docMk/>
            <pc:sldMk cId="1838452303" sldId="407"/>
            <ac:spMk id="4" creationId="{02610615-28F9-C9D0-70B8-73C1BE237C08}"/>
          </ac:spMkLst>
        </pc:spChg>
        <pc:spChg chg="add del mod">
          <ac:chgData name="Juan David Suarez" userId="e850854423d4af7c" providerId="LiveId" clId="{EDA91855-6332-4C03-B4A4-83E829EE56E2}" dt="2024-09-24T17:05:25.284" v="21171" actId="478"/>
          <ac:spMkLst>
            <pc:docMk/>
            <pc:sldMk cId="1838452303" sldId="407"/>
            <ac:spMk id="5" creationId="{C80EE5DE-C725-485F-680A-A20E34E4928E}"/>
          </ac:spMkLst>
        </pc:spChg>
        <pc:spChg chg="add mod">
          <ac:chgData name="Juan David Suarez" userId="e850854423d4af7c" providerId="LiveId" clId="{EDA91855-6332-4C03-B4A4-83E829EE56E2}" dt="2024-09-24T17:07:23.569" v="21204" actId="207"/>
          <ac:spMkLst>
            <pc:docMk/>
            <pc:sldMk cId="1838452303" sldId="407"/>
            <ac:spMk id="8" creationId="{5BE709E4-04F4-CC5C-4E6F-D12358839D60}"/>
          </ac:spMkLst>
        </pc:spChg>
        <pc:graphicFrameChg chg="add mod">
          <ac:chgData name="Juan David Suarez" userId="e850854423d4af7c" providerId="LiveId" clId="{EDA91855-6332-4C03-B4A4-83E829EE56E2}" dt="2024-09-24T17:11:22.081" v="21306" actId="1076"/>
          <ac:graphicFrameMkLst>
            <pc:docMk/>
            <pc:sldMk cId="1838452303" sldId="407"/>
            <ac:graphicFrameMk id="11" creationId="{3390C8D3-5464-58D0-995F-A60EDF24F6AF}"/>
          </ac:graphicFrameMkLst>
        </pc:graphicFrameChg>
        <pc:picChg chg="add del mod">
          <ac:chgData name="Juan David Suarez" userId="e850854423d4af7c" providerId="LiveId" clId="{EDA91855-6332-4C03-B4A4-83E829EE56E2}" dt="2024-09-24T17:09:10.884" v="21206" actId="478"/>
          <ac:picMkLst>
            <pc:docMk/>
            <pc:sldMk cId="1838452303" sldId="407"/>
            <ac:picMk id="7" creationId="{E7838F63-43CE-E83D-5B03-A99A842723A1}"/>
          </ac:picMkLst>
        </pc:picChg>
        <pc:picChg chg="add mod">
          <ac:chgData name="Juan David Suarez" userId="e850854423d4af7c" providerId="LiveId" clId="{EDA91855-6332-4C03-B4A4-83E829EE56E2}" dt="2024-09-24T17:11:24.223" v="21307" actId="1076"/>
          <ac:picMkLst>
            <pc:docMk/>
            <pc:sldMk cId="1838452303" sldId="407"/>
            <ac:picMk id="10" creationId="{0340069C-E311-4E84-733D-C0E05C792387}"/>
          </ac:picMkLst>
        </pc:picChg>
      </pc:sldChg>
      <pc:sldMasterChg chg="addSp delSp modSp mod modSldLayout">
        <pc:chgData name="Juan David Suarez" userId="e850854423d4af7c" providerId="LiveId" clId="{EDA91855-6332-4C03-B4A4-83E829EE56E2}" dt="2024-09-22T00:02:49.976" v="13986" actId="207"/>
        <pc:sldMasterMkLst>
          <pc:docMk/>
          <pc:sldMasterMk cId="2757314249" sldId="2147483684"/>
        </pc:sldMasterMkLst>
        <pc:spChg chg="add mod">
          <ac:chgData name="Juan David Suarez" userId="e850854423d4af7c" providerId="LiveId" clId="{EDA91855-6332-4C03-B4A4-83E829EE56E2}" dt="2024-09-19T15:18:05.381" v="594" actId="20577"/>
          <ac:spMkLst>
            <pc:docMk/>
            <pc:sldMasterMk cId="2757314249" sldId="2147483684"/>
            <ac:spMk id="8" creationId="{BCD8E388-65A8-C47C-E5A6-F4E59CE691A1}"/>
          </ac:spMkLst>
        </pc:spChg>
        <pc:picChg chg="del">
          <ac:chgData name="Juan David Suarez" userId="e850854423d4af7c" providerId="LiveId" clId="{EDA91855-6332-4C03-B4A4-83E829EE56E2}" dt="2024-09-19T15:06:07.120" v="1" actId="478"/>
          <ac:picMkLst>
            <pc:docMk/>
            <pc:sldMasterMk cId="2757314249" sldId="2147483684"/>
            <ac:picMk id="7" creationId="{A0A79B9B-A577-B1FA-8B58-AFA9B5F63FF0}"/>
          </ac:picMkLst>
        </pc:picChg>
        <pc:sldLayoutChg chg="addSp modSp mod">
          <pc:chgData name="Juan David Suarez" userId="e850854423d4af7c" providerId="LiveId" clId="{EDA91855-6332-4C03-B4A4-83E829EE56E2}" dt="2024-09-19T15:16:26.400" v="565" actId="20577"/>
          <pc:sldLayoutMkLst>
            <pc:docMk/>
            <pc:sldMasterMk cId="2757314249" sldId="2147483684"/>
            <pc:sldLayoutMk cId="2346060567" sldId="2147483686"/>
          </pc:sldLayoutMkLst>
          <pc:spChg chg="add mod">
            <ac:chgData name="Juan David Suarez" userId="e850854423d4af7c" providerId="LiveId" clId="{EDA91855-6332-4C03-B4A4-83E829EE56E2}" dt="2024-09-19T15:16:26.400" v="565" actId="20577"/>
            <ac:spMkLst>
              <pc:docMk/>
              <pc:sldMasterMk cId="2757314249" sldId="2147483684"/>
              <pc:sldLayoutMk cId="2346060567" sldId="2147483686"/>
              <ac:spMk id="7" creationId="{9AE1201E-05CF-483B-292D-9AB7780880DC}"/>
            </ac:spMkLst>
          </pc:spChg>
        </pc:sldLayoutChg>
        <pc:sldLayoutChg chg="modSp mod">
          <pc:chgData name="Juan David Suarez" userId="e850854423d4af7c" providerId="LiveId" clId="{EDA91855-6332-4C03-B4A4-83E829EE56E2}" dt="2024-09-22T00:01:16.577" v="13978" actId="207"/>
          <pc:sldLayoutMkLst>
            <pc:docMk/>
            <pc:sldMasterMk cId="2757314249" sldId="2147483684"/>
            <pc:sldLayoutMk cId="125540366" sldId="2147483696"/>
          </pc:sldLayoutMkLst>
          <pc:spChg chg="mod">
            <ac:chgData name="Juan David Suarez" userId="e850854423d4af7c" providerId="LiveId" clId="{EDA91855-6332-4C03-B4A4-83E829EE56E2}" dt="2024-09-22T00:01:09.902" v="13977" actId="207"/>
            <ac:spMkLst>
              <pc:docMk/>
              <pc:sldMasterMk cId="2757314249" sldId="2147483684"/>
              <pc:sldLayoutMk cId="125540366" sldId="2147483696"/>
              <ac:spMk id="6" creationId="{00000000-0000-0000-0000-000000000000}"/>
            </ac:spMkLst>
          </pc:spChg>
          <pc:spChg chg="mod">
            <ac:chgData name="Juan David Suarez" userId="e850854423d4af7c" providerId="LiveId" clId="{EDA91855-6332-4C03-B4A4-83E829EE56E2}" dt="2024-09-22T00:01:16.577" v="13978" actId="207"/>
            <ac:spMkLst>
              <pc:docMk/>
              <pc:sldMasterMk cId="2757314249" sldId="2147483684"/>
              <pc:sldLayoutMk cId="125540366" sldId="2147483696"/>
              <ac:spMk id="10" creationId="{37937D57-53D9-7B42-B2BE-EB3487A3E0A1}"/>
            </ac:spMkLst>
          </pc:spChg>
        </pc:sldLayoutChg>
        <pc:sldLayoutChg chg="modSp mod">
          <pc:chgData name="Juan David Suarez" userId="e850854423d4af7c" providerId="LiveId" clId="{EDA91855-6332-4C03-B4A4-83E829EE56E2}" dt="2024-09-22T00:02:49.976" v="13986" actId="207"/>
          <pc:sldLayoutMkLst>
            <pc:docMk/>
            <pc:sldMasterMk cId="2757314249" sldId="2147483684"/>
            <pc:sldLayoutMk cId="2711806529" sldId="2147483697"/>
          </pc:sldLayoutMkLst>
          <pc:spChg chg="mod">
            <ac:chgData name="Juan David Suarez" userId="e850854423d4af7c" providerId="LiveId" clId="{EDA91855-6332-4C03-B4A4-83E829EE56E2}" dt="2024-09-22T00:02:49.976" v="13986" actId="207"/>
            <ac:spMkLst>
              <pc:docMk/>
              <pc:sldMasterMk cId="2757314249" sldId="2147483684"/>
              <pc:sldLayoutMk cId="2711806529" sldId="2147483697"/>
              <ac:spMk id="7" creationId="{00000000-0000-0000-0000-000000000000}"/>
            </ac:spMkLst>
          </pc:spChg>
        </pc:sldLayoutChg>
      </pc:sldMasterChg>
    </pc:docChg>
  </pc:docChgLst>
  <pc:docChgLst>
    <pc:chgData name="Juan David Suarez" userId="e850854423d4af7c" providerId="LiveId" clId="{44A69255-A9E6-47F3-98B0-82012D241A8F}"/>
    <pc:docChg chg="undo custSel addSld delSld modSld">
      <pc:chgData name="Juan David Suarez" userId="e850854423d4af7c" providerId="LiveId" clId="{44A69255-A9E6-47F3-98B0-82012D241A8F}" dt="2024-09-27T23:39:41.672" v="50" actId="14100"/>
      <pc:docMkLst>
        <pc:docMk/>
      </pc:docMkLst>
      <pc:sldChg chg="add del">
        <pc:chgData name="Juan David Suarez" userId="e850854423d4af7c" providerId="LiveId" clId="{44A69255-A9E6-47F3-98B0-82012D241A8F}" dt="2024-09-25T18:11:56.368" v="6"/>
        <pc:sldMkLst>
          <pc:docMk/>
          <pc:sldMk cId="3315228586" sldId="280"/>
        </pc:sldMkLst>
      </pc:sldChg>
      <pc:sldChg chg="delSp modSp add del mod">
        <pc:chgData name="Juan David Suarez" userId="e850854423d4af7c" providerId="LiveId" clId="{44A69255-A9E6-47F3-98B0-82012D241A8F}" dt="2024-09-25T18:13:42.309" v="33" actId="20577"/>
        <pc:sldMkLst>
          <pc:docMk/>
          <pc:sldMk cId="901669273" sldId="302"/>
        </pc:sldMkLst>
        <pc:spChg chg="del">
          <ac:chgData name="Juan David Suarez" userId="e850854423d4af7c" providerId="LiveId" clId="{44A69255-A9E6-47F3-98B0-82012D241A8F}" dt="2024-09-25T18:13:25.685" v="13" actId="478"/>
          <ac:spMkLst>
            <pc:docMk/>
            <pc:sldMk cId="901669273" sldId="302"/>
            <ac:spMk id="4" creationId="{31349EEE-827A-4E3A-9A1D-1447483E4D19}"/>
          </ac:spMkLst>
        </pc:spChg>
        <pc:spChg chg="del">
          <ac:chgData name="Juan David Suarez" userId="e850854423d4af7c" providerId="LiveId" clId="{44A69255-A9E6-47F3-98B0-82012D241A8F}" dt="2024-09-25T18:13:25.685" v="13" actId="478"/>
          <ac:spMkLst>
            <pc:docMk/>
            <pc:sldMk cId="901669273" sldId="302"/>
            <ac:spMk id="10" creationId="{1022FD7B-50BF-4AB4-9629-E350E36FD177}"/>
          </ac:spMkLst>
        </pc:spChg>
        <pc:spChg chg="mod">
          <ac:chgData name="Juan David Suarez" userId="e850854423d4af7c" providerId="LiveId" clId="{44A69255-A9E6-47F3-98B0-82012D241A8F}" dt="2024-09-25T18:13:42.309" v="33" actId="20577"/>
          <ac:spMkLst>
            <pc:docMk/>
            <pc:sldMk cId="901669273" sldId="302"/>
            <ac:spMk id="11" creationId="{D587E1F4-0FB7-46C3-AD63-ECA2A570C6B9}"/>
          </ac:spMkLst>
        </pc:spChg>
        <pc:spChg chg="mod">
          <ac:chgData name="Juan David Suarez" userId="e850854423d4af7c" providerId="LiveId" clId="{44A69255-A9E6-47F3-98B0-82012D241A8F}" dt="2024-09-25T18:13:37.596" v="15" actId="14100"/>
          <ac:spMkLst>
            <pc:docMk/>
            <pc:sldMk cId="901669273" sldId="302"/>
            <ac:spMk id="12" creationId="{3B58F7D0-D3D0-4E9E-AD64-015E22B5D927}"/>
          </ac:spMkLst>
        </pc:spChg>
        <pc:spChg chg="del">
          <ac:chgData name="Juan David Suarez" userId="e850854423d4af7c" providerId="LiveId" clId="{44A69255-A9E6-47F3-98B0-82012D241A8F}" dt="2024-09-25T18:13:25.685" v="13" actId="478"/>
          <ac:spMkLst>
            <pc:docMk/>
            <pc:sldMk cId="901669273" sldId="302"/>
            <ac:spMk id="13" creationId="{7A03F0FE-AD4C-4355-BD69-BDBC1B82E897}"/>
          </ac:spMkLst>
        </pc:spChg>
      </pc:sldChg>
      <pc:sldChg chg="add del">
        <pc:chgData name="Juan David Suarez" userId="e850854423d4af7c" providerId="LiveId" clId="{44A69255-A9E6-47F3-98B0-82012D241A8F}" dt="2024-09-25T18:11:56.368" v="6"/>
        <pc:sldMkLst>
          <pc:docMk/>
          <pc:sldMk cId="628213817" sldId="325"/>
        </pc:sldMkLst>
      </pc:sldChg>
      <pc:sldChg chg="modSp add del mod">
        <pc:chgData name="Juan David Suarez" userId="e850854423d4af7c" providerId="LiveId" clId="{44A69255-A9E6-47F3-98B0-82012D241A8F}" dt="2024-09-25T18:12:33.375" v="12" actId="20577"/>
        <pc:sldMkLst>
          <pc:docMk/>
          <pc:sldMk cId="902349259" sldId="326"/>
        </pc:sldMkLst>
        <pc:spChg chg="mod">
          <ac:chgData name="Juan David Suarez" userId="e850854423d4af7c" providerId="LiveId" clId="{44A69255-A9E6-47F3-98B0-82012D241A8F}" dt="2024-09-25T18:12:24.944" v="10" actId="20577"/>
          <ac:spMkLst>
            <pc:docMk/>
            <pc:sldMk cId="902349259" sldId="326"/>
            <ac:spMk id="3" creationId="{9D6AAE2F-43B1-C909-450F-20E6706F3D89}"/>
          </ac:spMkLst>
        </pc:spChg>
        <pc:spChg chg="mod">
          <ac:chgData name="Juan David Suarez" userId="e850854423d4af7c" providerId="LiveId" clId="{44A69255-A9E6-47F3-98B0-82012D241A8F}" dt="2024-09-25T18:12:33.375" v="12" actId="20577"/>
          <ac:spMkLst>
            <pc:docMk/>
            <pc:sldMk cId="902349259" sldId="326"/>
            <ac:spMk id="4" creationId="{B6508417-FF1E-4EC5-9B29-306D16ED8B16}"/>
          </ac:spMkLst>
        </pc:spChg>
      </pc:sldChg>
      <pc:sldChg chg="add del">
        <pc:chgData name="Juan David Suarez" userId="e850854423d4af7c" providerId="LiveId" clId="{44A69255-A9E6-47F3-98B0-82012D241A8F}" dt="2024-09-25T18:11:56.368" v="6"/>
        <pc:sldMkLst>
          <pc:docMk/>
          <pc:sldMk cId="1915641132" sldId="327"/>
        </pc:sldMkLst>
      </pc:sldChg>
      <pc:sldChg chg="add del">
        <pc:chgData name="Juan David Suarez" userId="e850854423d4af7c" providerId="LiveId" clId="{44A69255-A9E6-47F3-98B0-82012D241A8F}" dt="2024-09-25T18:11:56.368" v="6"/>
        <pc:sldMkLst>
          <pc:docMk/>
          <pc:sldMk cId="451706576" sldId="328"/>
        </pc:sldMkLst>
      </pc:sldChg>
      <pc:sldChg chg="add del">
        <pc:chgData name="Juan David Suarez" userId="e850854423d4af7c" providerId="LiveId" clId="{44A69255-A9E6-47F3-98B0-82012D241A8F}" dt="2024-09-25T18:11:56.368" v="6"/>
        <pc:sldMkLst>
          <pc:docMk/>
          <pc:sldMk cId="1460562643" sldId="329"/>
        </pc:sldMkLst>
      </pc:sldChg>
      <pc:sldChg chg="add del">
        <pc:chgData name="Juan David Suarez" userId="e850854423d4af7c" providerId="LiveId" clId="{44A69255-A9E6-47F3-98B0-82012D241A8F}" dt="2024-09-25T18:11:56.368" v="6"/>
        <pc:sldMkLst>
          <pc:docMk/>
          <pc:sldMk cId="3298731097" sldId="330"/>
        </pc:sldMkLst>
      </pc:sldChg>
      <pc:sldChg chg="addSp delSp add del mod">
        <pc:chgData name="Juan David Suarez" userId="e850854423d4af7c" providerId="LiveId" clId="{44A69255-A9E6-47F3-98B0-82012D241A8F}" dt="2024-09-25T18:11:56.368" v="6"/>
        <pc:sldMkLst>
          <pc:docMk/>
          <pc:sldMk cId="1147466022" sldId="332"/>
        </pc:sldMkLst>
        <pc:picChg chg="add del">
          <ac:chgData name="Juan David Suarez" userId="e850854423d4af7c" providerId="LiveId" clId="{44A69255-A9E6-47F3-98B0-82012D241A8F}" dt="2024-09-25T18:11:23.777" v="2" actId="22"/>
          <ac:picMkLst>
            <pc:docMk/>
            <pc:sldMk cId="1147466022" sldId="332"/>
            <ac:picMk id="5" creationId="{518613F3-ACA2-258C-9F5A-CB1B84F0A6C4}"/>
          </ac:picMkLst>
        </pc:picChg>
      </pc:sldChg>
      <pc:sldChg chg="add">
        <pc:chgData name="Juan David Suarez" userId="e850854423d4af7c" providerId="LiveId" clId="{44A69255-A9E6-47F3-98B0-82012D241A8F}" dt="2024-09-25T18:12:06.855" v="8"/>
        <pc:sldMkLst>
          <pc:docMk/>
          <pc:sldMk cId="840488471" sldId="333"/>
        </pc:sldMkLst>
      </pc:sldChg>
      <pc:sldChg chg="del">
        <pc:chgData name="Juan David Suarez" userId="e850854423d4af7c" providerId="LiveId" clId="{44A69255-A9E6-47F3-98B0-82012D241A8F}" dt="2024-09-25T18:11:57.721" v="7" actId="2696"/>
        <pc:sldMkLst>
          <pc:docMk/>
          <pc:sldMk cId="1391894756" sldId="333"/>
        </pc:sldMkLst>
      </pc:sldChg>
      <pc:sldChg chg="addSp delSp modSp mod">
        <pc:chgData name="Juan David Suarez" userId="e850854423d4af7c" providerId="LiveId" clId="{44A69255-A9E6-47F3-98B0-82012D241A8F}" dt="2024-09-27T23:39:41.672" v="50" actId="14100"/>
        <pc:sldMkLst>
          <pc:docMk/>
          <pc:sldMk cId="3821904487" sldId="383"/>
        </pc:sldMkLst>
        <pc:spChg chg="add del mod">
          <ac:chgData name="Juan David Suarez" userId="e850854423d4af7c" providerId="LiveId" clId="{44A69255-A9E6-47F3-98B0-82012D241A8F}" dt="2024-09-27T23:37:58.044" v="37" actId="478"/>
          <ac:spMkLst>
            <pc:docMk/>
            <pc:sldMk cId="3821904487" sldId="383"/>
            <ac:spMk id="4" creationId="{D8B1848F-61C1-06F4-1BA9-EBC300DEC511}"/>
          </ac:spMkLst>
        </pc:spChg>
        <pc:spChg chg="mod">
          <ac:chgData name="Juan David Suarez" userId="e850854423d4af7c" providerId="LiveId" clId="{44A69255-A9E6-47F3-98B0-82012D241A8F}" dt="2024-09-27T23:38:04.054" v="38" actId="207"/>
          <ac:spMkLst>
            <pc:docMk/>
            <pc:sldMk cId="3821904487" sldId="383"/>
            <ac:spMk id="12" creationId="{CF856004-EC9D-D236-C0A2-AEA0DE9FEAC6}"/>
          </ac:spMkLst>
        </pc:spChg>
        <pc:spChg chg="mod">
          <ac:chgData name="Juan David Suarez" userId="e850854423d4af7c" providerId="LiveId" clId="{44A69255-A9E6-47F3-98B0-82012D241A8F}" dt="2024-09-27T23:38:36.990" v="43" actId="207"/>
          <ac:spMkLst>
            <pc:docMk/>
            <pc:sldMk cId="3821904487" sldId="383"/>
            <ac:spMk id="13" creationId="{3A1259B4-14A1-884E-5657-FCE820DDE37B}"/>
          </ac:spMkLst>
        </pc:spChg>
        <pc:spChg chg="add mod">
          <ac:chgData name="Juan David Suarez" userId="e850854423d4af7c" providerId="LiveId" clId="{44A69255-A9E6-47F3-98B0-82012D241A8F}" dt="2024-09-27T23:38:12.249" v="40" actId="1076"/>
          <ac:spMkLst>
            <pc:docMk/>
            <pc:sldMk cId="3821904487" sldId="383"/>
            <ac:spMk id="14" creationId="{941A758A-E89D-CFC3-BA6F-13E7D81F3B98}"/>
          </ac:spMkLst>
        </pc:spChg>
        <pc:spChg chg="mod">
          <ac:chgData name="Juan David Suarez" userId="e850854423d4af7c" providerId="LiveId" clId="{44A69255-A9E6-47F3-98B0-82012D241A8F}" dt="2024-09-27T23:38:36.990" v="43" actId="207"/>
          <ac:spMkLst>
            <pc:docMk/>
            <pc:sldMk cId="3821904487" sldId="383"/>
            <ac:spMk id="16" creationId="{2F8C1F7C-92B5-A578-ABB4-05CAC2794B28}"/>
          </ac:spMkLst>
        </pc:spChg>
        <pc:spChg chg="mod">
          <ac:chgData name="Juan David Suarez" userId="e850854423d4af7c" providerId="LiveId" clId="{44A69255-A9E6-47F3-98B0-82012D241A8F}" dt="2024-09-27T23:38:36.990" v="43" actId="207"/>
          <ac:spMkLst>
            <pc:docMk/>
            <pc:sldMk cId="3821904487" sldId="383"/>
            <ac:spMk id="18" creationId="{D3C40C80-800A-5BB3-22E3-865DD2D29644}"/>
          </ac:spMkLst>
        </pc:spChg>
        <pc:spChg chg="add mod">
          <ac:chgData name="Juan David Suarez" userId="e850854423d4af7c" providerId="LiveId" clId="{44A69255-A9E6-47F3-98B0-82012D241A8F}" dt="2024-09-27T23:38:23.317" v="42" actId="1076"/>
          <ac:spMkLst>
            <pc:docMk/>
            <pc:sldMk cId="3821904487" sldId="383"/>
            <ac:spMk id="19" creationId="{4F9262AF-46C5-0B40-F0B2-D4498965DBF8}"/>
          </ac:spMkLst>
        </pc:spChg>
        <pc:spChg chg="mod">
          <ac:chgData name="Juan David Suarez" userId="e850854423d4af7c" providerId="LiveId" clId="{44A69255-A9E6-47F3-98B0-82012D241A8F}" dt="2024-09-27T23:37:19.909" v="36" actId="207"/>
          <ac:spMkLst>
            <pc:docMk/>
            <pc:sldMk cId="3821904487" sldId="383"/>
            <ac:spMk id="20" creationId="{F38FE74C-ACA0-401B-52C1-C6D6144FC173}"/>
          </ac:spMkLst>
        </pc:spChg>
        <pc:spChg chg="add mod">
          <ac:chgData name="Juan David Suarez" userId="e850854423d4af7c" providerId="LiveId" clId="{44A69255-A9E6-47F3-98B0-82012D241A8F}" dt="2024-09-27T23:39:37.137" v="48" actId="1076"/>
          <ac:spMkLst>
            <pc:docMk/>
            <pc:sldMk cId="3821904487" sldId="383"/>
            <ac:spMk id="23" creationId="{2A7AFF15-469E-CFDE-DC7A-243A1DC1AF83}"/>
          </ac:spMkLst>
        </pc:spChg>
        <pc:spChg chg="add mod">
          <ac:chgData name="Juan David Suarez" userId="e850854423d4af7c" providerId="LiveId" clId="{44A69255-A9E6-47F3-98B0-82012D241A8F}" dt="2024-09-27T23:39:41.672" v="50" actId="14100"/>
          <ac:spMkLst>
            <pc:docMk/>
            <pc:sldMk cId="3821904487" sldId="383"/>
            <ac:spMk id="24" creationId="{B1DDD9EE-BF30-FA95-1F89-07A04FFACC29}"/>
          </ac:spMkLst>
        </pc:spChg>
      </pc:sldChg>
      <pc:sldChg chg="del">
        <pc:chgData name="Juan David Suarez" userId="e850854423d4af7c" providerId="LiveId" clId="{44A69255-A9E6-47F3-98B0-82012D241A8F}" dt="2024-09-24T19:13:08.481" v="0" actId="47"/>
        <pc:sldMkLst>
          <pc:docMk/>
          <pc:sldMk cId="2766569241" sldId="396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129200057" sldId="408"/>
        </pc:sldMkLst>
      </pc:sldChg>
      <pc:sldChg chg="add">
        <pc:chgData name="Juan David Suarez" userId="e850854423d4af7c" providerId="LiveId" clId="{44A69255-A9E6-47F3-98B0-82012D241A8F}" dt="2024-09-25T18:11:56.368" v="6"/>
        <pc:sldMkLst>
          <pc:docMk/>
          <pc:sldMk cId="3840784859" sldId="408"/>
        </pc:sldMkLst>
      </pc:sldChg>
      <pc:sldChg chg="add">
        <pc:chgData name="Juan David Suarez" userId="e850854423d4af7c" providerId="LiveId" clId="{44A69255-A9E6-47F3-98B0-82012D241A8F}" dt="2024-09-25T18:11:56.368" v="6"/>
        <pc:sldMkLst>
          <pc:docMk/>
          <pc:sldMk cId="1382864253" sldId="409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2976150949" sldId="409"/>
        </pc:sldMkLst>
      </pc:sldChg>
      <pc:sldChg chg="add">
        <pc:chgData name="Juan David Suarez" userId="e850854423d4af7c" providerId="LiveId" clId="{44A69255-A9E6-47F3-98B0-82012D241A8F}" dt="2024-09-25T18:11:56.368" v="6"/>
        <pc:sldMkLst>
          <pc:docMk/>
          <pc:sldMk cId="3851843191" sldId="410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4191855462" sldId="410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177905755" sldId="411"/>
        </pc:sldMkLst>
      </pc:sldChg>
      <pc:sldChg chg="add">
        <pc:chgData name="Juan David Suarez" userId="e850854423d4af7c" providerId="LiveId" clId="{44A69255-A9E6-47F3-98B0-82012D241A8F}" dt="2024-09-25T18:11:56.368" v="6"/>
        <pc:sldMkLst>
          <pc:docMk/>
          <pc:sldMk cId="4062313479" sldId="411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3840784859" sldId="412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1198186651" sldId="413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2504359900" sldId="414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1382864253" sldId="415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2668547938" sldId="416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3851843191" sldId="417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1448267945" sldId="418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3740559980" sldId="419"/>
        </pc:sldMkLst>
      </pc:sldChg>
      <pc:sldChg chg="add del">
        <pc:chgData name="Juan David Suarez" userId="e850854423d4af7c" providerId="LiveId" clId="{44A69255-A9E6-47F3-98B0-82012D241A8F}" dt="2024-09-25T18:11:39.327" v="4"/>
        <pc:sldMkLst>
          <pc:docMk/>
          <pc:sldMk cId="4062313479" sldId="42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0854423d4af7c/Documents/books/Trading%20strategies/Development%20process%20for%20strategies/datos%20s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0854423d4af7c/Documents/books/Trading%20strategies/Development%20process%20for%20strategies/datos%20s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[datos spy.xlsx]Hoja2!TablaDinámica6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 PnL</a:t>
            </a:r>
            <a:r>
              <a:rPr lang="en-US" baseline="0"/>
              <a:t> per month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Hoja2!$A$4:$A$16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Hoja2!$B$4:$B$16</c:f>
              <c:numCache>
                <c:formatCode>_(* #,##0.00_);_(* \(#,##0.00\);_(* "-"??_);_(@_)</c:formatCode>
                <c:ptCount val="12"/>
                <c:pt idx="0">
                  <c:v>4.625238095238092E-2</c:v>
                </c:pt>
                <c:pt idx="1">
                  <c:v>0.87690476190476019</c:v>
                </c:pt>
                <c:pt idx="2">
                  <c:v>2.0837578947368427</c:v>
                </c:pt>
                <c:pt idx="3">
                  <c:v>1.7351111111111142</c:v>
                </c:pt>
                <c:pt idx="4">
                  <c:v>0.59362903225806141</c:v>
                </c:pt>
                <c:pt idx="5">
                  <c:v>0.69135172413792656</c:v>
                </c:pt>
                <c:pt idx="6">
                  <c:v>1.8841612903225831</c:v>
                </c:pt>
                <c:pt idx="7">
                  <c:v>-0.41889411764706058</c:v>
                </c:pt>
                <c:pt idx="8">
                  <c:v>-0.20670000000000144</c:v>
                </c:pt>
                <c:pt idx="9">
                  <c:v>1.898079999999996</c:v>
                </c:pt>
                <c:pt idx="10">
                  <c:v>2.1462047619047628</c:v>
                </c:pt>
                <c:pt idx="11">
                  <c:v>-0.39725185185185263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CD-4A0D-8B3C-A70AC4ADF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8400623"/>
        <c:axId val="1178423183"/>
      </c:barChart>
      <c:catAx>
        <c:axId val="11784006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23183"/>
        <c:crosses val="autoZero"/>
        <c:auto val="1"/>
        <c:lblAlgn val="ctr"/>
        <c:lblOffset val="100"/>
        <c:noMultiLvlLbl val="0"/>
      </c:catAx>
      <c:valAx>
        <c:axId val="1178423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PnL</a:t>
                </a:r>
                <a:r>
                  <a:rPr lang="en-US" dirty="0"/>
                  <a:t> </a:t>
                </a:r>
                <a:r>
                  <a:rPr lang="en-US" dirty="0" err="1"/>
                  <a:t>usd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00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Cumulative </a:t>
            </a:r>
            <a:r>
              <a:rPr lang="en-US" dirty="0" err="1"/>
              <a:t>PnL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Hoja1!$E$1</c:f>
              <c:strCache>
                <c:ptCount val="1"/>
                <c:pt idx="0">
                  <c:v>Wealth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Hoja1!$E$5679:$E$6219</c:f>
              <c:numCache>
                <c:formatCode>General</c:formatCode>
                <c:ptCount val="541"/>
                <c:pt idx="0">
                  <c:v>2852.2191999999977</c:v>
                </c:pt>
                <c:pt idx="1">
                  <c:v>2852.2191999999977</c:v>
                </c:pt>
                <c:pt idx="2">
                  <c:v>2852.2191999999977</c:v>
                </c:pt>
                <c:pt idx="3">
                  <c:v>2852.2191999999977</c:v>
                </c:pt>
                <c:pt idx="4">
                  <c:v>2852.2191999999977</c:v>
                </c:pt>
                <c:pt idx="5">
                  <c:v>2852.2191999999977</c:v>
                </c:pt>
                <c:pt idx="6">
                  <c:v>2852.2191999999977</c:v>
                </c:pt>
                <c:pt idx="7">
                  <c:v>2852.2191999999977</c:v>
                </c:pt>
                <c:pt idx="8">
                  <c:v>2852.2191999999977</c:v>
                </c:pt>
                <c:pt idx="9">
                  <c:v>2852.2191999999977</c:v>
                </c:pt>
                <c:pt idx="10">
                  <c:v>2852.2191999999977</c:v>
                </c:pt>
                <c:pt idx="11">
                  <c:v>2852.2191999999977</c:v>
                </c:pt>
                <c:pt idx="12">
                  <c:v>2852.2191999999977</c:v>
                </c:pt>
                <c:pt idx="13">
                  <c:v>2852.2191999999977</c:v>
                </c:pt>
                <c:pt idx="14">
                  <c:v>2852.2191999999977</c:v>
                </c:pt>
                <c:pt idx="15">
                  <c:v>2852.2191999999977</c:v>
                </c:pt>
                <c:pt idx="16">
                  <c:v>2852.2191999999977</c:v>
                </c:pt>
                <c:pt idx="17">
                  <c:v>2852.2191999999977</c:v>
                </c:pt>
                <c:pt idx="18">
                  <c:v>2852.2191999999977</c:v>
                </c:pt>
                <c:pt idx="19">
                  <c:v>2852.2191999999977</c:v>
                </c:pt>
                <c:pt idx="20">
                  <c:v>2852.2191999999977</c:v>
                </c:pt>
                <c:pt idx="21">
                  <c:v>2893.0991999999974</c:v>
                </c:pt>
                <c:pt idx="22">
                  <c:v>2793.6991999999973</c:v>
                </c:pt>
                <c:pt idx="23">
                  <c:v>2774.9391999999971</c:v>
                </c:pt>
                <c:pt idx="24">
                  <c:v>2743.999199999997</c:v>
                </c:pt>
                <c:pt idx="25">
                  <c:v>2743.999199999997</c:v>
                </c:pt>
                <c:pt idx="26">
                  <c:v>2743.999199999997</c:v>
                </c:pt>
                <c:pt idx="27">
                  <c:v>2743.999199999997</c:v>
                </c:pt>
                <c:pt idx="28">
                  <c:v>2743.999199999997</c:v>
                </c:pt>
                <c:pt idx="29">
                  <c:v>2793.1391999999969</c:v>
                </c:pt>
                <c:pt idx="30">
                  <c:v>2811.3391999999972</c:v>
                </c:pt>
                <c:pt idx="31">
                  <c:v>2854.8791999999976</c:v>
                </c:pt>
                <c:pt idx="32">
                  <c:v>2885.4691999999977</c:v>
                </c:pt>
                <c:pt idx="33">
                  <c:v>2885.4691999999977</c:v>
                </c:pt>
                <c:pt idx="34">
                  <c:v>2885.4691999999977</c:v>
                </c:pt>
                <c:pt idx="35">
                  <c:v>2885.4691999999977</c:v>
                </c:pt>
                <c:pt idx="36">
                  <c:v>2885.4691999999977</c:v>
                </c:pt>
                <c:pt idx="37">
                  <c:v>2885.4691999999977</c:v>
                </c:pt>
                <c:pt idx="38">
                  <c:v>2885.4691999999977</c:v>
                </c:pt>
                <c:pt idx="39">
                  <c:v>2831.8691999999978</c:v>
                </c:pt>
                <c:pt idx="40">
                  <c:v>2806.5091999999981</c:v>
                </c:pt>
                <c:pt idx="41">
                  <c:v>2762.6191999999978</c:v>
                </c:pt>
                <c:pt idx="42">
                  <c:v>2737.1391999999978</c:v>
                </c:pt>
                <c:pt idx="43">
                  <c:v>2737.1391999999978</c:v>
                </c:pt>
                <c:pt idx="44">
                  <c:v>2737.1391999999978</c:v>
                </c:pt>
                <c:pt idx="45">
                  <c:v>2737.1391999999978</c:v>
                </c:pt>
                <c:pt idx="46">
                  <c:v>2692.2591999999977</c:v>
                </c:pt>
                <c:pt idx="47">
                  <c:v>2767.6991999999977</c:v>
                </c:pt>
                <c:pt idx="48">
                  <c:v>2847.2191999999977</c:v>
                </c:pt>
                <c:pt idx="49">
                  <c:v>2840.1791999999973</c:v>
                </c:pt>
                <c:pt idx="50">
                  <c:v>2840.1791999999973</c:v>
                </c:pt>
                <c:pt idx="51">
                  <c:v>2840.1791999999973</c:v>
                </c:pt>
                <c:pt idx="52">
                  <c:v>2840.1791999999973</c:v>
                </c:pt>
                <c:pt idx="53">
                  <c:v>2840.1791999999973</c:v>
                </c:pt>
                <c:pt idx="54">
                  <c:v>2840.1791999999973</c:v>
                </c:pt>
                <c:pt idx="55">
                  <c:v>2840.1791999999973</c:v>
                </c:pt>
                <c:pt idx="56">
                  <c:v>2773.4591999999971</c:v>
                </c:pt>
                <c:pt idx="57">
                  <c:v>2846.979199999997</c:v>
                </c:pt>
                <c:pt idx="58">
                  <c:v>2881.4591999999971</c:v>
                </c:pt>
                <c:pt idx="59">
                  <c:v>2860.4191999999971</c:v>
                </c:pt>
                <c:pt idx="60">
                  <c:v>2860.4191999999971</c:v>
                </c:pt>
                <c:pt idx="61">
                  <c:v>2860.4191999999971</c:v>
                </c:pt>
                <c:pt idx="62">
                  <c:v>2860.4191999999971</c:v>
                </c:pt>
                <c:pt idx="63">
                  <c:v>2860.4191999999971</c:v>
                </c:pt>
                <c:pt idx="64">
                  <c:v>2860.4191999999971</c:v>
                </c:pt>
                <c:pt idx="65">
                  <c:v>2860.4191999999971</c:v>
                </c:pt>
                <c:pt idx="66">
                  <c:v>2860.4191999999971</c:v>
                </c:pt>
                <c:pt idx="67">
                  <c:v>2860.4191999999971</c:v>
                </c:pt>
                <c:pt idx="68">
                  <c:v>2860.4191999999971</c:v>
                </c:pt>
                <c:pt idx="69">
                  <c:v>2860.4191999999971</c:v>
                </c:pt>
                <c:pt idx="70">
                  <c:v>2860.4191999999971</c:v>
                </c:pt>
                <c:pt idx="71">
                  <c:v>2860.4191999999971</c:v>
                </c:pt>
                <c:pt idx="72">
                  <c:v>2860.4191999999971</c:v>
                </c:pt>
                <c:pt idx="73">
                  <c:v>2860.4191999999971</c:v>
                </c:pt>
                <c:pt idx="74">
                  <c:v>2860.4191999999971</c:v>
                </c:pt>
                <c:pt idx="75">
                  <c:v>2860.4191999999971</c:v>
                </c:pt>
                <c:pt idx="76">
                  <c:v>2860.4191999999971</c:v>
                </c:pt>
                <c:pt idx="77">
                  <c:v>2860.4191999999971</c:v>
                </c:pt>
                <c:pt idx="78">
                  <c:v>2860.4191999999971</c:v>
                </c:pt>
                <c:pt idx="79">
                  <c:v>2860.4191999999971</c:v>
                </c:pt>
                <c:pt idx="80">
                  <c:v>2860.4191999999971</c:v>
                </c:pt>
                <c:pt idx="81">
                  <c:v>2860.4191999999971</c:v>
                </c:pt>
                <c:pt idx="82">
                  <c:v>2860.4191999999971</c:v>
                </c:pt>
                <c:pt idx="83">
                  <c:v>2860.4191999999971</c:v>
                </c:pt>
                <c:pt idx="84">
                  <c:v>2860.4191999999971</c:v>
                </c:pt>
                <c:pt idx="85">
                  <c:v>2860.4191999999971</c:v>
                </c:pt>
                <c:pt idx="86">
                  <c:v>2860.4191999999971</c:v>
                </c:pt>
                <c:pt idx="87">
                  <c:v>2860.4191999999971</c:v>
                </c:pt>
                <c:pt idx="88">
                  <c:v>2860.4191999999971</c:v>
                </c:pt>
                <c:pt idx="89">
                  <c:v>2860.4191999999971</c:v>
                </c:pt>
                <c:pt idx="90">
                  <c:v>2860.4191999999971</c:v>
                </c:pt>
                <c:pt idx="91">
                  <c:v>2809.1791999999969</c:v>
                </c:pt>
                <c:pt idx="92">
                  <c:v>2768.8591999999971</c:v>
                </c:pt>
                <c:pt idx="93">
                  <c:v>2764.1691999999975</c:v>
                </c:pt>
                <c:pt idx="94">
                  <c:v>2785.7291999999975</c:v>
                </c:pt>
                <c:pt idx="95">
                  <c:v>2785.7291999999975</c:v>
                </c:pt>
                <c:pt idx="96">
                  <c:v>2825.4191999999975</c:v>
                </c:pt>
                <c:pt idx="97">
                  <c:v>2846.5591999999979</c:v>
                </c:pt>
                <c:pt idx="98">
                  <c:v>2828.5691999999976</c:v>
                </c:pt>
                <c:pt idx="99">
                  <c:v>2760.1791999999978</c:v>
                </c:pt>
                <c:pt idx="100">
                  <c:v>2760.1791999999978</c:v>
                </c:pt>
                <c:pt idx="101">
                  <c:v>2760.1791999999978</c:v>
                </c:pt>
                <c:pt idx="102">
                  <c:v>2760.1791999999978</c:v>
                </c:pt>
                <c:pt idx="103">
                  <c:v>2760.1791999999978</c:v>
                </c:pt>
                <c:pt idx="104">
                  <c:v>2721.6091999999981</c:v>
                </c:pt>
                <c:pt idx="105">
                  <c:v>2736.939199999998</c:v>
                </c:pt>
                <c:pt idx="106">
                  <c:v>2726.3691999999978</c:v>
                </c:pt>
                <c:pt idx="107">
                  <c:v>2693.189199999998</c:v>
                </c:pt>
                <c:pt idx="108">
                  <c:v>2693.189199999998</c:v>
                </c:pt>
                <c:pt idx="109">
                  <c:v>2693.189199999998</c:v>
                </c:pt>
                <c:pt idx="110">
                  <c:v>2693.189199999998</c:v>
                </c:pt>
                <c:pt idx="111">
                  <c:v>2693.189199999998</c:v>
                </c:pt>
                <c:pt idx="112">
                  <c:v>2693.189199999998</c:v>
                </c:pt>
                <c:pt idx="113">
                  <c:v>2693.189199999998</c:v>
                </c:pt>
                <c:pt idx="114">
                  <c:v>2693.189199999998</c:v>
                </c:pt>
                <c:pt idx="115">
                  <c:v>2693.189199999998</c:v>
                </c:pt>
                <c:pt idx="116">
                  <c:v>2693.189199999998</c:v>
                </c:pt>
                <c:pt idx="117">
                  <c:v>2693.189199999998</c:v>
                </c:pt>
                <c:pt idx="118">
                  <c:v>2693.189199999998</c:v>
                </c:pt>
                <c:pt idx="119">
                  <c:v>2693.189199999998</c:v>
                </c:pt>
                <c:pt idx="120">
                  <c:v>2693.189199999998</c:v>
                </c:pt>
                <c:pt idx="121">
                  <c:v>2693.189199999998</c:v>
                </c:pt>
                <c:pt idx="122">
                  <c:v>2693.189199999998</c:v>
                </c:pt>
                <c:pt idx="123">
                  <c:v>2693.189199999998</c:v>
                </c:pt>
                <c:pt idx="124">
                  <c:v>2693.189199999998</c:v>
                </c:pt>
                <c:pt idx="125">
                  <c:v>2693.189199999998</c:v>
                </c:pt>
                <c:pt idx="126">
                  <c:v>2693.189199999998</c:v>
                </c:pt>
                <c:pt idx="127">
                  <c:v>2693.189199999998</c:v>
                </c:pt>
                <c:pt idx="128">
                  <c:v>2693.189199999998</c:v>
                </c:pt>
                <c:pt idx="129">
                  <c:v>2693.189199999998</c:v>
                </c:pt>
                <c:pt idx="130">
                  <c:v>2693.189199999998</c:v>
                </c:pt>
                <c:pt idx="131">
                  <c:v>2693.189199999998</c:v>
                </c:pt>
                <c:pt idx="132">
                  <c:v>2693.189199999998</c:v>
                </c:pt>
                <c:pt idx="133">
                  <c:v>2693.189199999998</c:v>
                </c:pt>
                <c:pt idx="134">
                  <c:v>2693.189199999998</c:v>
                </c:pt>
                <c:pt idx="135">
                  <c:v>2693.189199999998</c:v>
                </c:pt>
                <c:pt idx="136">
                  <c:v>2693.189199999998</c:v>
                </c:pt>
                <c:pt idx="137">
                  <c:v>2693.189199999998</c:v>
                </c:pt>
                <c:pt idx="138">
                  <c:v>2693.189199999998</c:v>
                </c:pt>
                <c:pt idx="139">
                  <c:v>2693.189199999998</c:v>
                </c:pt>
                <c:pt idx="140">
                  <c:v>2693.189199999998</c:v>
                </c:pt>
                <c:pt idx="141">
                  <c:v>2693.189199999998</c:v>
                </c:pt>
                <c:pt idx="142">
                  <c:v>2693.189199999998</c:v>
                </c:pt>
                <c:pt idx="143">
                  <c:v>2693.189199999998</c:v>
                </c:pt>
                <c:pt idx="144">
                  <c:v>2693.189199999998</c:v>
                </c:pt>
                <c:pt idx="145">
                  <c:v>2693.189199999998</c:v>
                </c:pt>
                <c:pt idx="146">
                  <c:v>2663.2291999999979</c:v>
                </c:pt>
                <c:pt idx="147">
                  <c:v>2672.6791999999982</c:v>
                </c:pt>
                <c:pt idx="148">
                  <c:v>2662.3891999999978</c:v>
                </c:pt>
                <c:pt idx="149">
                  <c:v>2651.7491999999979</c:v>
                </c:pt>
                <c:pt idx="150">
                  <c:v>2651.7491999999979</c:v>
                </c:pt>
                <c:pt idx="151">
                  <c:v>2651.7491999999979</c:v>
                </c:pt>
                <c:pt idx="152">
                  <c:v>2651.7491999999979</c:v>
                </c:pt>
                <c:pt idx="153">
                  <c:v>2651.7491999999979</c:v>
                </c:pt>
                <c:pt idx="154">
                  <c:v>2651.7491999999979</c:v>
                </c:pt>
                <c:pt idx="155">
                  <c:v>2651.7491999999979</c:v>
                </c:pt>
                <c:pt idx="156">
                  <c:v>2651.7491999999979</c:v>
                </c:pt>
                <c:pt idx="157">
                  <c:v>2651.7491999999979</c:v>
                </c:pt>
                <c:pt idx="158">
                  <c:v>2651.7491999999979</c:v>
                </c:pt>
                <c:pt idx="159">
                  <c:v>2651.7491999999979</c:v>
                </c:pt>
                <c:pt idx="160">
                  <c:v>2651.7491999999979</c:v>
                </c:pt>
                <c:pt idx="161">
                  <c:v>2651.7491999999979</c:v>
                </c:pt>
                <c:pt idx="162">
                  <c:v>2651.7491999999979</c:v>
                </c:pt>
                <c:pt idx="163">
                  <c:v>2651.7491999999979</c:v>
                </c:pt>
                <c:pt idx="164">
                  <c:v>2651.7491999999979</c:v>
                </c:pt>
                <c:pt idx="165">
                  <c:v>2651.7491999999979</c:v>
                </c:pt>
                <c:pt idx="166">
                  <c:v>2651.7491999999979</c:v>
                </c:pt>
                <c:pt idx="167">
                  <c:v>2651.7491999999979</c:v>
                </c:pt>
                <c:pt idx="168">
                  <c:v>2651.7491999999979</c:v>
                </c:pt>
                <c:pt idx="169">
                  <c:v>2651.7491999999979</c:v>
                </c:pt>
                <c:pt idx="170">
                  <c:v>2651.7491999999979</c:v>
                </c:pt>
                <c:pt idx="171">
                  <c:v>2651.7491999999979</c:v>
                </c:pt>
                <c:pt idx="172">
                  <c:v>2651.7491999999979</c:v>
                </c:pt>
                <c:pt idx="173">
                  <c:v>2651.7491999999979</c:v>
                </c:pt>
                <c:pt idx="174">
                  <c:v>2651.7491999999979</c:v>
                </c:pt>
                <c:pt idx="175">
                  <c:v>2651.7491999999979</c:v>
                </c:pt>
                <c:pt idx="176">
                  <c:v>2651.7491999999979</c:v>
                </c:pt>
                <c:pt idx="177">
                  <c:v>2651.7491999999979</c:v>
                </c:pt>
                <c:pt idx="178">
                  <c:v>2651.7491999999979</c:v>
                </c:pt>
                <c:pt idx="179">
                  <c:v>2651.7491999999979</c:v>
                </c:pt>
                <c:pt idx="180">
                  <c:v>2651.7491999999979</c:v>
                </c:pt>
                <c:pt idx="181">
                  <c:v>2651.7491999999979</c:v>
                </c:pt>
                <c:pt idx="182">
                  <c:v>2651.7491999999979</c:v>
                </c:pt>
                <c:pt idx="183">
                  <c:v>2651.7491999999979</c:v>
                </c:pt>
                <c:pt idx="184">
                  <c:v>2651.7491999999979</c:v>
                </c:pt>
                <c:pt idx="185">
                  <c:v>2651.7491999999979</c:v>
                </c:pt>
                <c:pt idx="186">
                  <c:v>2651.7491999999979</c:v>
                </c:pt>
                <c:pt idx="187">
                  <c:v>2651.7491999999979</c:v>
                </c:pt>
                <c:pt idx="188">
                  <c:v>2651.7491999999979</c:v>
                </c:pt>
                <c:pt idx="189">
                  <c:v>2708.0991999999978</c:v>
                </c:pt>
                <c:pt idx="190">
                  <c:v>2732.7391999999977</c:v>
                </c:pt>
                <c:pt idx="191">
                  <c:v>2729.7991999999977</c:v>
                </c:pt>
                <c:pt idx="192">
                  <c:v>2697.1091999999976</c:v>
                </c:pt>
                <c:pt idx="193">
                  <c:v>2697.1091999999976</c:v>
                </c:pt>
                <c:pt idx="194">
                  <c:v>2697.1091999999976</c:v>
                </c:pt>
                <c:pt idx="195">
                  <c:v>2697.1091999999976</c:v>
                </c:pt>
                <c:pt idx="196">
                  <c:v>2697.1091999999976</c:v>
                </c:pt>
                <c:pt idx="197">
                  <c:v>2697.1091999999976</c:v>
                </c:pt>
                <c:pt idx="198">
                  <c:v>2710.5491999999977</c:v>
                </c:pt>
                <c:pt idx="199">
                  <c:v>2705.5091999999977</c:v>
                </c:pt>
                <c:pt idx="200">
                  <c:v>2701.7291999999975</c:v>
                </c:pt>
                <c:pt idx="201">
                  <c:v>2711.6691999999975</c:v>
                </c:pt>
                <c:pt idx="202">
                  <c:v>2711.6691999999975</c:v>
                </c:pt>
                <c:pt idx="203">
                  <c:v>2711.6691999999975</c:v>
                </c:pt>
                <c:pt idx="204">
                  <c:v>2711.6691999999975</c:v>
                </c:pt>
                <c:pt idx="205">
                  <c:v>2711.6691999999975</c:v>
                </c:pt>
                <c:pt idx="206">
                  <c:v>2711.6691999999975</c:v>
                </c:pt>
                <c:pt idx="207">
                  <c:v>2711.6691999999975</c:v>
                </c:pt>
                <c:pt idx="208">
                  <c:v>2711.6691999999975</c:v>
                </c:pt>
                <c:pt idx="209">
                  <c:v>2711.6691999999975</c:v>
                </c:pt>
                <c:pt idx="210">
                  <c:v>2711.6691999999975</c:v>
                </c:pt>
                <c:pt idx="211">
                  <c:v>2711.6691999999975</c:v>
                </c:pt>
                <c:pt idx="212">
                  <c:v>2697.6891999999975</c:v>
                </c:pt>
                <c:pt idx="213">
                  <c:v>2721.5091999999972</c:v>
                </c:pt>
                <c:pt idx="214">
                  <c:v>2758.1091999999971</c:v>
                </c:pt>
                <c:pt idx="215">
                  <c:v>2753.1891999999971</c:v>
                </c:pt>
                <c:pt idx="216">
                  <c:v>2753.1891999999971</c:v>
                </c:pt>
                <c:pt idx="217">
                  <c:v>2753.1891999999971</c:v>
                </c:pt>
                <c:pt idx="218">
                  <c:v>2753.1891999999971</c:v>
                </c:pt>
                <c:pt idx="219">
                  <c:v>2753.1891999999971</c:v>
                </c:pt>
                <c:pt idx="220">
                  <c:v>2753.1891999999971</c:v>
                </c:pt>
                <c:pt idx="221">
                  <c:v>2753.1891999999971</c:v>
                </c:pt>
                <c:pt idx="222">
                  <c:v>2753.1891999999971</c:v>
                </c:pt>
                <c:pt idx="223">
                  <c:v>2753.1891999999971</c:v>
                </c:pt>
                <c:pt idx="224">
                  <c:v>2753.1891999999971</c:v>
                </c:pt>
                <c:pt idx="225">
                  <c:v>2753.1891999999971</c:v>
                </c:pt>
                <c:pt idx="226">
                  <c:v>2753.1891999999971</c:v>
                </c:pt>
                <c:pt idx="227">
                  <c:v>2753.1891999999971</c:v>
                </c:pt>
                <c:pt idx="228">
                  <c:v>2753.1891999999971</c:v>
                </c:pt>
                <c:pt idx="229">
                  <c:v>2753.1891999999971</c:v>
                </c:pt>
                <c:pt idx="230">
                  <c:v>2781.5691999999972</c:v>
                </c:pt>
                <c:pt idx="231">
                  <c:v>2782.8891999999969</c:v>
                </c:pt>
                <c:pt idx="232">
                  <c:v>2793.2091999999971</c:v>
                </c:pt>
                <c:pt idx="233">
                  <c:v>2824.229199999997</c:v>
                </c:pt>
                <c:pt idx="234">
                  <c:v>2824.229199999997</c:v>
                </c:pt>
                <c:pt idx="235">
                  <c:v>2824.229199999997</c:v>
                </c:pt>
                <c:pt idx="236">
                  <c:v>2824.229199999997</c:v>
                </c:pt>
                <c:pt idx="237">
                  <c:v>2824.229199999997</c:v>
                </c:pt>
                <c:pt idx="238">
                  <c:v>2824.229199999997</c:v>
                </c:pt>
                <c:pt idx="239">
                  <c:v>2824.229199999997</c:v>
                </c:pt>
                <c:pt idx="240">
                  <c:v>2845.5891999999972</c:v>
                </c:pt>
                <c:pt idx="241">
                  <c:v>2866.8291999999974</c:v>
                </c:pt>
                <c:pt idx="242">
                  <c:v>2865.1491999999971</c:v>
                </c:pt>
                <c:pt idx="243">
                  <c:v>2874.5091999999972</c:v>
                </c:pt>
                <c:pt idx="244">
                  <c:v>2874.5091999999972</c:v>
                </c:pt>
                <c:pt idx="245">
                  <c:v>2874.5091999999972</c:v>
                </c:pt>
                <c:pt idx="246">
                  <c:v>2874.5091999999972</c:v>
                </c:pt>
                <c:pt idx="247">
                  <c:v>2874.5091999999972</c:v>
                </c:pt>
                <c:pt idx="248">
                  <c:v>2874.5091999999972</c:v>
                </c:pt>
                <c:pt idx="249">
                  <c:v>2874.5091999999972</c:v>
                </c:pt>
                <c:pt idx="250">
                  <c:v>2874.5091999999972</c:v>
                </c:pt>
                <c:pt idx="251">
                  <c:v>2874.5091999999972</c:v>
                </c:pt>
                <c:pt idx="252">
                  <c:v>2874.5091999999972</c:v>
                </c:pt>
                <c:pt idx="253">
                  <c:v>2874.5091999999972</c:v>
                </c:pt>
                <c:pt idx="254">
                  <c:v>2874.5091999999972</c:v>
                </c:pt>
                <c:pt idx="255">
                  <c:v>2874.5091999999972</c:v>
                </c:pt>
                <c:pt idx="256">
                  <c:v>2874.5091999999972</c:v>
                </c:pt>
                <c:pt idx="257">
                  <c:v>2874.5091999999972</c:v>
                </c:pt>
                <c:pt idx="258">
                  <c:v>2874.5091999999972</c:v>
                </c:pt>
                <c:pt idx="259">
                  <c:v>2874.5091999999972</c:v>
                </c:pt>
                <c:pt idx="260">
                  <c:v>2856.5091999999972</c:v>
                </c:pt>
                <c:pt idx="261">
                  <c:v>2857.4691999999973</c:v>
                </c:pt>
                <c:pt idx="262">
                  <c:v>2855.9091999999969</c:v>
                </c:pt>
                <c:pt idx="263">
                  <c:v>2870.6691999999971</c:v>
                </c:pt>
                <c:pt idx="264">
                  <c:v>2870.6691999999971</c:v>
                </c:pt>
                <c:pt idx="265">
                  <c:v>2870.6691999999971</c:v>
                </c:pt>
                <c:pt idx="266">
                  <c:v>2870.6691999999971</c:v>
                </c:pt>
                <c:pt idx="267">
                  <c:v>2870.6691999999971</c:v>
                </c:pt>
                <c:pt idx="268">
                  <c:v>2870.6691999999971</c:v>
                </c:pt>
                <c:pt idx="269">
                  <c:v>2870.6691999999971</c:v>
                </c:pt>
                <c:pt idx="270">
                  <c:v>2904.8291999999969</c:v>
                </c:pt>
                <c:pt idx="271">
                  <c:v>2861.8491999999969</c:v>
                </c:pt>
                <c:pt idx="272">
                  <c:v>2883.4091999999973</c:v>
                </c:pt>
                <c:pt idx="273">
                  <c:v>2902.9391999999971</c:v>
                </c:pt>
                <c:pt idx="274">
                  <c:v>2902.9391999999971</c:v>
                </c:pt>
                <c:pt idx="275">
                  <c:v>2902.9391999999971</c:v>
                </c:pt>
                <c:pt idx="276">
                  <c:v>2902.9391999999971</c:v>
                </c:pt>
                <c:pt idx="277">
                  <c:v>2902.9391999999971</c:v>
                </c:pt>
                <c:pt idx="278">
                  <c:v>2902.9391999999971</c:v>
                </c:pt>
                <c:pt idx="279">
                  <c:v>2902.9391999999971</c:v>
                </c:pt>
                <c:pt idx="280">
                  <c:v>2902.9391999999971</c:v>
                </c:pt>
                <c:pt idx="281">
                  <c:v>2902.9391999999971</c:v>
                </c:pt>
                <c:pt idx="282">
                  <c:v>2902.9391999999971</c:v>
                </c:pt>
                <c:pt idx="283">
                  <c:v>2902.9391999999971</c:v>
                </c:pt>
                <c:pt idx="284">
                  <c:v>2906.5791999999969</c:v>
                </c:pt>
                <c:pt idx="285">
                  <c:v>2933.5291999999972</c:v>
                </c:pt>
                <c:pt idx="286">
                  <c:v>2884.5991999999969</c:v>
                </c:pt>
                <c:pt idx="287">
                  <c:v>2886.4191999999966</c:v>
                </c:pt>
                <c:pt idx="288">
                  <c:v>2886.4191999999966</c:v>
                </c:pt>
                <c:pt idx="289">
                  <c:v>2886.4191999999966</c:v>
                </c:pt>
                <c:pt idx="290">
                  <c:v>2886.4191999999966</c:v>
                </c:pt>
                <c:pt idx="291">
                  <c:v>2886.4191999999966</c:v>
                </c:pt>
                <c:pt idx="292">
                  <c:v>2899.0891999999967</c:v>
                </c:pt>
                <c:pt idx="293">
                  <c:v>2854.6391999999964</c:v>
                </c:pt>
                <c:pt idx="294">
                  <c:v>2855.8291999999965</c:v>
                </c:pt>
                <c:pt idx="295">
                  <c:v>2873.1191999999965</c:v>
                </c:pt>
                <c:pt idx="296">
                  <c:v>2873.1191999999965</c:v>
                </c:pt>
                <c:pt idx="297">
                  <c:v>2873.1191999999965</c:v>
                </c:pt>
                <c:pt idx="298">
                  <c:v>2873.1191999999965</c:v>
                </c:pt>
                <c:pt idx="299">
                  <c:v>2873.1191999999965</c:v>
                </c:pt>
                <c:pt idx="300">
                  <c:v>2873.1191999999965</c:v>
                </c:pt>
                <c:pt idx="301">
                  <c:v>2873.1191999999965</c:v>
                </c:pt>
                <c:pt idx="302">
                  <c:v>2873.1191999999965</c:v>
                </c:pt>
                <c:pt idx="303">
                  <c:v>2888.8691999999965</c:v>
                </c:pt>
                <c:pt idx="304">
                  <c:v>2901.3291999999965</c:v>
                </c:pt>
                <c:pt idx="305">
                  <c:v>2882.7091999999966</c:v>
                </c:pt>
                <c:pt idx="306">
                  <c:v>2867.5891999999963</c:v>
                </c:pt>
                <c:pt idx="307">
                  <c:v>2867.5891999999963</c:v>
                </c:pt>
                <c:pt idx="308">
                  <c:v>2867.5891999999963</c:v>
                </c:pt>
                <c:pt idx="309">
                  <c:v>2867.5891999999963</c:v>
                </c:pt>
                <c:pt idx="310">
                  <c:v>2867.5891999999963</c:v>
                </c:pt>
                <c:pt idx="311">
                  <c:v>2867.5891999999963</c:v>
                </c:pt>
                <c:pt idx="312">
                  <c:v>2867.5891999999963</c:v>
                </c:pt>
                <c:pt idx="313">
                  <c:v>2867.5891999999963</c:v>
                </c:pt>
                <c:pt idx="314">
                  <c:v>2867.5891999999963</c:v>
                </c:pt>
                <c:pt idx="315">
                  <c:v>2832.5891999999963</c:v>
                </c:pt>
                <c:pt idx="316">
                  <c:v>2819.4991999999961</c:v>
                </c:pt>
                <c:pt idx="317">
                  <c:v>2853.869199999996</c:v>
                </c:pt>
                <c:pt idx="318">
                  <c:v>2872.139199999996</c:v>
                </c:pt>
                <c:pt idx="319">
                  <c:v>2872.139199999996</c:v>
                </c:pt>
                <c:pt idx="320">
                  <c:v>2928.8391999999958</c:v>
                </c:pt>
                <c:pt idx="321">
                  <c:v>2956.349199999996</c:v>
                </c:pt>
                <c:pt idx="322">
                  <c:v>2963.349199999996</c:v>
                </c:pt>
                <c:pt idx="323">
                  <c:v>2972.0291999999963</c:v>
                </c:pt>
                <c:pt idx="324">
                  <c:v>2972.0291999999963</c:v>
                </c:pt>
                <c:pt idx="325">
                  <c:v>2972.0291999999963</c:v>
                </c:pt>
                <c:pt idx="326">
                  <c:v>2972.0291999999963</c:v>
                </c:pt>
                <c:pt idx="327">
                  <c:v>2972.0291999999963</c:v>
                </c:pt>
                <c:pt idx="328">
                  <c:v>2972.0291999999963</c:v>
                </c:pt>
                <c:pt idx="329">
                  <c:v>2972.0291999999963</c:v>
                </c:pt>
                <c:pt idx="330">
                  <c:v>2972.0291999999963</c:v>
                </c:pt>
                <c:pt idx="331">
                  <c:v>2972.0291999999963</c:v>
                </c:pt>
                <c:pt idx="332">
                  <c:v>2972.0291999999963</c:v>
                </c:pt>
                <c:pt idx="333">
                  <c:v>2972.0291999999963</c:v>
                </c:pt>
                <c:pt idx="334">
                  <c:v>2972.0291999999963</c:v>
                </c:pt>
                <c:pt idx="335">
                  <c:v>2972.0291999999963</c:v>
                </c:pt>
                <c:pt idx="336">
                  <c:v>2972.0291999999963</c:v>
                </c:pt>
                <c:pt idx="337">
                  <c:v>2972.0291999999963</c:v>
                </c:pt>
                <c:pt idx="338">
                  <c:v>2972.0291999999963</c:v>
                </c:pt>
                <c:pt idx="339">
                  <c:v>2972.0291999999963</c:v>
                </c:pt>
                <c:pt idx="340">
                  <c:v>2972.0291999999963</c:v>
                </c:pt>
                <c:pt idx="341">
                  <c:v>2972.0291999999963</c:v>
                </c:pt>
                <c:pt idx="342">
                  <c:v>2972.0291999999963</c:v>
                </c:pt>
                <c:pt idx="343">
                  <c:v>2972.0291999999963</c:v>
                </c:pt>
                <c:pt idx="344">
                  <c:v>2972.0291999999963</c:v>
                </c:pt>
                <c:pt idx="345">
                  <c:v>2972.0291999999963</c:v>
                </c:pt>
                <c:pt idx="346">
                  <c:v>2972.0291999999963</c:v>
                </c:pt>
                <c:pt idx="347">
                  <c:v>2972.0291999999963</c:v>
                </c:pt>
                <c:pt idx="348">
                  <c:v>2972.0291999999963</c:v>
                </c:pt>
                <c:pt idx="349">
                  <c:v>2972.0291999999963</c:v>
                </c:pt>
                <c:pt idx="350">
                  <c:v>2972.0291999999963</c:v>
                </c:pt>
                <c:pt idx="351">
                  <c:v>2972.0291999999963</c:v>
                </c:pt>
                <c:pt idx="352">
                  <c:v>2972.0291999999963</c:v>
                </c:pt>
                <c:pt idx="353">
                  <c:v>2972.0291999999963</c:v>
                </c:pt>
                <c:pt idx="354">
                  <c:v>2972.0291999999963</c:v>
                </c:pt>
                <c:pt idx="355">
                  <c:v>2972.0291999999963</c:v>
                </c:pt>
                <c:pt idx="356">
                  <c:v>2972.0291999999963</c:v>
                </c:pt>
                <c:pt idx="357">
                  <c:v>2972.0291999999963</c:v>
                </c:pt>
                <c:pt idx="358">
                  <c:v>2972.0291999999963</c:v>
                </c:pt>
                <c:pt idx="359">
                  <c:v>2972.0291999999963</c:v>
                </c:pt>
                <c:pt idx="360">
                  <c:v>2972.0291999999963</c:v>
                </c:pt>
                <c:pt idx="361">
                  <c:v>2972.0291999999963</c:v>
                </c:pt>
                <c:pt idx="362">
                  <c:v>2972.0291999999963</c:v>
                </c:pt>
                <c:pt idx="363">
                  <c:v>2972.0291999999963</c:v>
                </c:pt>
                <c:pt idx="364">
                  <c:v>2972.0291999999963</c:v>
                </c:pt>
                <c:pt idx="365">
                  <c:v>2967.7091999999961</c:v>
                </c:pt>
                <c:pt idx="366">
                  <c:v>2983.7891999999961</c:v>
                </c:pt>
                <c:pt idx="367">
                  <c:v>2982.5291999999963</c:v>
                </c:pt>
                <c:pt idx="368">
                  <c:v>2984.5091999999963</c:v>
                </c:pt>
                <c:pt idx="369">
                  <c:v>2984.5091999999963</c:v>
                </c:pt>
                <c:pt idx="370">
                  <c:v>2984.5091999999963</c:v>
                </c:pt>
                <c:pt idx="371">
                  <c:v>2984.5091999999963</c:v>
                </c:pt>
                <c:pt idx="372">
                  <c:v>2984.5091999999963</c:v>
                </c:pt>
                <c:pt idx="373">
                  <c:v>2984.5091999999963</c:v>
                </c:pt>
                <c:pt idx="374">
                  <c:v>2984.5091999999963</c:v>
                </c:pt>
                <c:pt idx="375">
                  <c:v>2984.5091999999963</c:v>
                </c:pt>
                <c:pt idx="376">
                  <c:v>2984.5091999999963</c:v>
                </c:pt>
                <c:pt idx="377">
                  <c:v>2984.5091999999963</c:v>
                </c:pt>
                <c:pt idx="378">
                  <c:v>2984.5091999999963</c:v>
                </c:pt>
                <c:pt idx="379">
                  <c:v>2984.5091999999963</c:v>
                </c:pt>
                <c:pt idx="380">
                  <c:v>2984.5091999999963</c:v>
                </c:pt>
                <c:pt idx="381">
                  <c:v>2984.5091999999963</c:v>
                </c:pt>
                <c:pt idx="382">
                  <c:v>2984.5091999999963</c:v>
                </c:pt>
                <c:pt idx="383">
                  <c:v>2984.5091999999963</c:v>
                </c:pt>
                <c:pt idx="384">
                  <c:v>2984.5091999999963</c:v>
                </c:pt>
                <c:pt idx="385">
                  <c:v>2984.5091999999963</c:v>
                </c:pt>
                <c:pt idx="386">
                  <c:v>2984.5091999999963</c:v>
                </c:pt>
                <c:pt idx="387">
                  <c:v>2984.5091999999963</c:v>
                </c:pt>
                <c:pt idx="388">
                  <c:v>2984.5091999999963</c:v>
                </c:pt>
                <c:pt idx="389">
                  <c:v>2984.5091999999963</c:v>
                </c:pt>
                <c:pt idx="390">
                  <c:v>2984.5091999999963</c:v>
                </c:pt>
                <c:pt idx="391">
                  <c:v>2984.5091999999963</c:v>
                </c:pt>
                <c:pt idx="392">
                  <c:v>2984.5091999999963</c:v>
                </c:pt>
                <c:pt idx="393">
                  <c:v>2984.5091999999963</c:v>
                </c:pt>
                <c:pt idx="394">
                  <c:v>2984.5091999999963</c:v>
                </c:pt>
                <c:pt idx="395">
                  <c:v>2984.5091999999963</c:v>
                </c:pt>
                <c:pt idx="396">
                  <c:v>2984.5091999999963</c:v>
                </c:pt>
                <c:pt idx="397">
                  <c:v>2984.5091999999963</c:v>
                </c:pt>
                <c:pt idx="398">
                  <c:v>2984.5091999999963</c:v>
                </c:pt>
                <c:pt idx="399">
                  <c:v>2984.5091999999963</c:v>
                </c:pt>
                <c:pt idx="400">
                  <c:v>2984.5091999999963</c:v>
                </c:pt>
                <c:pt idx="401">
                  <c:v>2984.5091999999963</c:v>
                </c:pt>
                <c:pt idx="402">
                  <c:v>2984.5091999999963</c:v>
                </c:pt>
                <c:pt idx="403">
                  <c:v>2953.7891999999965</c:v>
                </c:pt>
                <c:pt idx="404">
                  <c:v>2969.2091999999966</c:v>
                </c:pt>
                <c:pt idx="405">
                  <c:v>2999.5691999999963</c:v>
                </c:pt>
                <c:pt idx="406">
                  <c:v>2981.0291999999968</c:v>
                </c:pt>
                <c:pt idx="407">
                  <c:v>2981.0291999999968</c:v>
                </c:pt>
                <c:pt idx="408">
                  <c:v>2981.0291999999968</c:v>
                </c:pt>
                <c:pt idx="409">
                  <c:v>2981.0291999999968</c:v>
                </c:pt>
                <c:pt idx="410">
                  <c:v>2981.0291999999968</c:v>
                </c:pt>
                <c:pt idx="411">
                  <c:v>2981.0291999999968</c:v>
                </c:pt>
                <c:pt idx="412">
                  <c:v>2981.0291999999968</c:v>
                </c:pt>
                <c:pt idx="413">
                  <c:v>2981.0291999999968</c:v>
                </c:pt>
                <c:pt idx="414">
                  <c:v>2981.0291999999968</c:v>
                </c:pt>
                <c:pt idx="415">
                  <c:v>2991.3491999999969</c:v>
                </c:pt>
                <c:pt idx="416">
                  <c:v>2985.4091999999969</c:v>
                </c:pt>
                <c:pt idx="417">
                  <c:v>2976.7691999999965</c:v>
                </c:pt>
                <c:pt idx="418">
                  <c:v>2971.0091999999963</c:v>
                </c:pt>
                <c:pt idx="419">
                  <c:v>2971.0091999999963</c:v>
                </c:pt>
                <c:pt idx="420">
                  <c:v>2971.0091999999963</c:v>
                </c:pt>
                <c:pt idx="421">
                  <c:v>2971.0091999999963</c:v>
                </c:pt>
                <c:pt idx="422">
                  <c:v>2971.0091999999963</c:v>
                </c:pt>
                <c:pt idx="423">
                  <c:v>2971.0091999999963</c:v>
                </c:pt>
                <c:pt idx="424">
                  <c:v>2971.0091999999963</c:v>
                </c:pt>
                <c:pt idx="425">
                  <c:v>2971.0091999999963</c:v>
                </c:pt>
                <c:pt idx="426">
                  <c:v>2971.0091999999963</c:v>
                </c:pt>
                <c:pt idx="427">
                  <c:v>2971.0091999999963</c:v>
                </c:pt>
                <c:pt idx="428">
                  <c:v>2971.0091999999963</c:v>
                </c:pt>
                <c:pt idx="429">
                  <c:v>2971.0091999999963</c:v>
                </c:pt>
                <c:pt idx="430">
                  <c:v>2971.0091999999963</c:v>
                </c:pt>
                <c:pt idx="431">
                  <c:v>2971.0091999999963</c:v>
                </c:pt>
                <c:pt idx="432">
                  <c:v>2971.0091999999963</c:v>
                </c:pt>
                <c:pt idx="433">
                  <c:v>2971.0091999999963</c:v>
                </c:pt>
                <c:pt idx="434">
                  <c:v>2971.0091999999963</c:v>
                </c:pt>
                <c:pt idx="435">
                  <c:v>2971.0091999999963</c:v>
                </c:pt>
                <c:pt idx="436">
                  <c:v>2998.3691999999965</c:v>
                </c:pt>
                <c:pt idx="437">
                  <c:v>3033.9491999999964</c:v>
                </c:pt>
                <c:pt idx="438">
                  <c:v>3032.5091999999968</c:v>
                </c:pt>
                <c:pt idx="439">
                  <c:v>3020.9891999999968</c:v>
                </c:pt>
                <c:pt idx="440">
                  <c:v>3020.9891999999968</c:v>
                </c:pt>
                <c:pt idx="441">
                  <c:v>3020.9891999999968</c:v>
                </c:pt>
                <c:pt idx="442">
                  <c:v>3020.9891999999968</c:v>
                </c:pt>
                <c:pt idx="443">
                  <c:v>3020.9891999999968</c:v>
                </c:pt>
                <c:pt idx="444">
                  <c:v>3020.9891999999968</c:v>
                </c:pt>
                <c:pt idx="445">
                  <c:v>3020.9891999999968</c:v>
                </c:pt>
                <c:pt idx="446">
                  <c:v>3020.9891999999968</c:v>
                </c:pt>
                <c:pt idx="447">
                  <c:v>3020.9891999999968</c:v>
                </c:pt>
                <c:pt idx="448">
                  <c:v>3021.2891999999974</c:v>
                </c:pt>
                <c:pt idx="449">
                  <c:v>3039.1691999999966</c:v>
                </c:pt>
                <c:pt idx="450">
                  <c:v>3043.1891999999971</c:v>
                </c:pt>
                <c:pt idx="451">
                  <c:v>3043.6091999999967</c:v>
                </c:pt>
                <c:pt idx="452">
                  <c:v>3043.6091999999967</c:v>
                </c:pt>
                <c:pt idx="453">
                  <c:v>3043.6091999999967</c:v>
                </c:pt>
                <c:pt idx="454">
                  <c:v>3043.6091999999967</c:v>
                </c:pt>
                <c:pt idx="455">
                  <c:v>3043.6091999999967</c:v>
                </c:pt>
                <c:pt idx="456">
                  <c:v>3043.6091999999967</c:v>
                </c:pt>
                <c:pt idx="457">
                  <c:v>3043.6091999999967</c:v>
                </c:pt>
                <c:pt idx="458">
                  <c:v>3043.6091999999967</c:v>
                </c:pt>
                <c:pt idx="459">
                  <c:v>3043.6091999999967</c:v>
                </c:pt>
                <c:pt idx="460">
                  <c:v>3043.6091999999967</c:v>
                </c:pt>
                <c:pt idx="461">
                  <c:v>3043.6091999999967</c:v>
                </c:pt>
                <c:pt idx="462">
                  <c:v>3043.6091999999967</c:v>
                </c:pt>
                <c:pt idx="463">
                  <c:v>3043.6091999999967</c:v>
                </c:pt>
                <c:pt idx="464">
                  <c:v>3043.6091999999967</c:v>
                </c:pt>
                <c:pt idx="465">
                  <c:v>3043.6091999999967</c:v>
                </c:pt>
                <c:pt idx="466">
                  <c:v>3043.6091999999967</c:v>
                </c:pt>
                <c:pt idx="467">
                  <c:v>3043.6091999999967</c:v>
                </c:pt>
                <c:pt idx="468">
                  <c:v>3043.6091999999967</c:v>
                </c:pt>
                <c:pt idx="469">
                  <c:v>3043.6091999999967</c:v>
                </c:pt>
                <c:pt idx="470">
                  <c:v>3043.6091999999967</c:v>
                </c:pt>
                <c:pt idx="471">
                  <c:v>3043.6091999999967</c:v>
                </c:pt>
                <c:pt idx="472">
                  <c:v>3043.6091999999967</c:v>
                </c:pt>
                <c:pt idx="473">
                  <c:v>3043.6091999999967</c:v>
                </c:pt>
                <c:pt idx="474">
                  <c:v>3043.6091999999967</c:v>
                </c:pt>
                <c:pt idx="475">
                  <c:v>3043.6091999999967</c:v>
                </c:pt>
                <c:pt idx="476">
                  <c:v>3043.6091999999967</c:v>
                </c:pt>
                <c:pt idx="477">
                  <c:v>3043.6091999999967</c:v>
                </c:pt>
                <c:pt idx="478">
                  <c:v>3043.6091999999967</c:v>
                </c:pt>
                <c:pt idx="479">
                  <c:v>3043.6091999999967</c:v>
                </c:pt>
                <c:pt idx="480">
                  <c:v>3043.6091999999967</c:v>
                </c:pt>
                <c:pt idx="481">
                  <c:v>3043.6091999999967</c:v>
                </c:pt>
                <c:pt idx="482">
                  <c:v>3043.6091999999967</c:v>
                </c:pt>
                <c:pt idx="483">
                  <c:v>3043.6091999999967</c:v>
                </c:pt>
                <c:pt idx="484">
                  <c:v>3043.6091999999967</c:v>
                </c:pt>
                <c:pt idx="485">
                  <c:v>3043.6091999999967</c:v>
                </c:pt>
                <c:pt idx="486">
                  <c:v>3043.6091999999967</c:v>
                </c:pt>
                <c:pt idx="487">
                  <c:v>3043.6091999999967</c:v>
                </c:pt>
                <c:pt idx="488">
                  <c:v>3043.6091999999967</c:v>
                </c:pt>
                <c:pt idx="489">
                  <c:v>3043.6091999999967</c:v>
                </c:pt>
                <c:pt idx="490">
                  <c:v>3043.6091999999967</c:v>
                </c:pt>
                <c:pt idx="491">
                  <c:v>3043.6091999999967</c:v>
                </c:pt>
                <c:pt idx="492">
                  <c:v>3043.6091999999967</c:v>
                </c:pt>
                <c:pt idx="493">
                  <c:v>3043.6091999999967</c:v>
                </c:pt>
                <c:pt idx="494">
                  <c:v>3043.6091999999967</c:v>
                </c:pt>
                <c:pt idx="495">
                  <c:v>3043.6091999999967</c:v>
                </c:pt>
                <c:pt idx="496">
                  <c:v>3043.6091999999967</c:v>
                </c:pt>
                <c:pt idx="497">
                  <c:v>3043.6091999999967</c:v>
                </c:pt>
                <c:pt idx="498">
                  <c:v>3043.6091999999967</c:v>
                </c:pt>
                <c:pt idx="499">
                  <c:v>3043.6091999999967</c:v>
                </c:pt>
                <c:pt idx="500">
                  <c:v>3043.6091999999967</c:v>
                </c:pt>
                <c:pt idx="501">
                  <c:v>3026.6891999999962</c:v>
                </c:pt>
                <c:pt idx="502">
                  <c:v>3062.8691999999965</c:v>
                </c:pt>
                <c:pt idx="503">
                  <c:v>3064.7891999999961</c:v>
                </c:pt>
                <c:pt idx="504">
                  <c:v>3048.2291999999961</c:v>
                </c:pt>
                <c:pt idx="505">
                  <c:v>3048.2291999999961</c:v>
                </c:pt>
                <c:pt idx="506">
                  <c:v>3001.4291999999964</c:v>
                </c:pt>
                <c:pt idx="507">
                  <c:v>2940.7691999999961</c:v>
                </c:pt>
                <c:pt idx="508">
                  <c:v>2863.1691999999962</c:v>
                </c:pt>
                <c:pt idx="509">
                  <c:v>2863.1691999999962</c:v>
                </c:pt>
                <c:pt idx="510">
                  <c:v>2863.1691999999962</c:v>
                </c:pt>
                <c:pt idx="511">
                  <c:v>2863.1691999999962</c:v>
                </c:pt>
                <c:pt idx="512">
                  <c:v>2863.1691999999962</c:v>
                </c:pt>
                <c:pt idx="513">
                  <c:v>2863.1691999999962</c:v>
                </c:pt>
                <c:pt idx="514">
                  <c:v>2863.1691999999962</c:v>
                </c:pt>
                <c:pt idx="515">
                  <c:v>2863.1691999999962</c:v>
                </c:pt>
                <c:pt idx="516">
                  <c:v>2863.1691999999962</c:v>
                </c:pt>
                <c:pt idx="517">
                  <c:v>2863.1691999999962</c:v>
                </c:pt>
                <c:pt idx="518">
                  <c:v>2863.1691999999962</c:v>
                </c:pt>
                <c:pt idx="519">
                  <c:v>2863.1691999999962</c:v>
                </c:pt>
                <c:pt idx="520">
                  <c:v>2863.1691999999962</c:v>
                </c:pt>
                <c:pt idx="521">
                  <c:v>2863.1691999999962</c:v>
                </c:pt>
                <c:pt idx="522">
                  <c:v>2863.1691999999962</c:v>
                </c:pt>
                <c:pt idx="523">
                  <c:v>2863.1691999999962</c:v>
                </c:pt>
                <c:pt idx="524">
                  <c:v>2863.1691999999962</c:v>
                </c:pt>
                <c:pt idx="525">
                  <c:v>2863.1691999999962</c:v>
                </c:pt>
                <c:pt idx="526">
                  <c:v>2863.1691999999962</c:v>
                </c:pt>
                <c:pt idx="527">
                  <c:v>2863.1691999999962</c:v>
                </c:pt>
                <c:pt idx="528">
                  <c:v>2863.1691999999962</c:v>
                </c:pt>
                <c:pt idx="529">
                  <c:v>2863.1691999999962</c:v>
                </c:pt>
                <c:pt idx="530">
                  <c:v>2863.1691999999962</c:v>
                </c:pt>
                <c:pt idx="531">
                  <c:v>2863.1691999999962</c:v>
                </c:pt>
                <c:pt idx="532">
                  <c:v>2863.1691999999962</c:v>
                </c:pt>
                <c:pt idx="533">
                  <c:v>2863.1691999999962</c:v>
                </c:pt>
                <c:pt idx="534">
                  <c:v>2891.3191999999963</c:v>
                </c:pt>
                <c:pt idx="535">
                  <c:v>2914.6691999999966</c:v>
                </c:pt>
                <c:pt idx="536">
                  <c:v>2929.2691999999965</c:v>
                </c:pt>
                <c:pt idx="537">
                  <c:v>2933.4191999999966</c:v>
                </c:pt>
                <c:pt idx="538">
                  <c:v>2933.4191999999966</c:v>
                </c:pt>
                <c:pt idx="539">
                  <c:v>2933.4191999999966</c:v>
                </c:pt>
                <c:pt idx="540">
                  <c:v>2933.4191999999966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F9-44E8-89CB-A240DA9D71C6}"/>
            </c:ext>
          </c:extLst>
        </c:ser>
        <c:ser>
          <c:idx val="1"/>
          <c:order val="1"/>
          <c:tx>
            <c:strRef>
              <c:f>Hoja1!$F$1</c:f>
              <c:strCache>
                <c:ptCount val="1"/>
                <c:pt idx="0">
                  <c:v>Promedio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Hoja1!$F$5679:$F$6219</c:f>
              <c:numCache>
                <c:formatCode>General</c:formatCode>
                <c:ptCount val="541"/>
                <c:pt idx="0">
                  <c:v>2803.4245333333311</c:v>
                </c:pt>
                <c:pt idx="1">
                  <c:v>2809.5565333333311</c:v>
                </c:pt>
                <c:pt idx="2">
                  <c:v>2815.6885333333316</c:v>
                </c:pt>
                <c:pt idx="3">
                  <c:v>2821.8205333333317</c:v>
                </c:pt>
                <c:pt idx="4">
                  <c:v>2827.9525333333318</c:v>
                </c:pt>
                <c:pt idx="5">
                  <c:v>2834.0845333333323</c:v>
                </c:pt>
                <c:pt idx="6">
                  <c:v>2840.2165333333319</c:v>
                </c:pt>
                <c:pt idx="7">
                  <c:v>2846.3485333333319</c:v>
                </c:pt>
                <c:pt idx="8">
                  <c:v>2852.4805333333325</c:v>
                </c:pt>
                <c:pt idx="9">
                  <c:v>2853.7965333333323</c:v>
                </c:pt>
                <c:pt idx="10">
                  <c:v>2853.9458666666656</c:v>
                </c:pt>
                <c:pt idx="11">
                  <c:v>2852.2191999999986</c:v>
                </c:pt>
                <c:pt idx="12">
                  <c:v>2852.2191999999986</c:v>
                </c:pt>
                <c:pt idx="13">
                  <c:v>2852.2191999999986</c:v>
                </c:pt>
                <c:pt idx="14">
                  <c:v>2852.2191999999986</c:v>
                </c:pt>
                <c:pt idx="15">
                  <c:v>2852.2191999999986</c:v>
                </c:pt>
                <c:pt idx="16">
                  <c:v>2852.2191999999986</c:v>
                </c:pt>
                <c:pt idx="17">
                  <c:v>2852.2191999999986</c:v>
                </c:pt>
                <c:pt idx="18">
                  <c:v>2852.2191999999986</c:v>
                </c:pt>
                <c:pt idx="19">
                  <c:v>2852.2191999999986</c:v>
                </c:pt>
                <c:pt idx="20">
                  <c:v>2852.2191999999986</c:v>
                </c:pt>
                <c:pt idx="21">
                  <c:v>2854.9445333333319</c:v>
                </c:pt>
                <c:pt idx="22">
                  <c:v>2851.0431999999983</c:v>
                </c:pt>
                <c:pt idx="23">
                  <c:v>2845.8911999999982</c:v>
                </c:pt>
                <c:pt idx="24">
                  <c:v>2838.676533333331</c:v>
                </c:pt>
                <c:pt idx="25">
                  <c:v>2831.4618666666647</c:v>
                </c:pt>
                <c:pt idx="26">
                  <c:v>2824.2471999999975</c:v>
                </c:pt>
                <c:pt idx="27">
                  <c:v>2817.0325333333308</c:v>
                </c:pt>
                <c:pt idx="28">
                  <c:v>2809.817866666664</c:v>
                </c:pt>
                <c:pt idx="29">
                  <c:v>2805.8791999999976</c:v>
                </c:pt>
                <c:pt idx="30">
                  <c:v>2803.1538666666643</c:v>
                </c:pt>
                <c:pt idx="31">
                  <c:v>2803.3311999999974</c:v>
                </c:pt>
                <c:pt idx="32">
                  <c:v>2805.5478666666645</c:v>
                </c:pt>
                <c:pt idx="33">
                  <c:v>2807.7645333333307</c:v>
                </c:pt>
                <c:pt idx="34">
                  <c:v>2809.9811999999979</c:v>
                </c:pt>
                <c:pt idx="35">
                  <c:v>2812.1978666666646</c:v>
                </c:pt>
                <c:pt idx="36">
                  <c:v>2811.6891999999984</c:v>
                </c:pt>
                <c:pt idx="37">
                  <c:v>2817.8071999999979</c:v>
                </c:pt>
                <c:pt idx="38">
                  <c:v>2825.1758666666651</c:v>
                </c:pt>
                <c:pt idx="39">
                  <c:v>2831.0338666666653</c:v>
                </c:pt>
                <c:pt idx="40">
                  <c:v>2835.2011999999986</c:v>
                </c:pt>
                <c:pt idx="41">
                  <c:v>2836.4425333333324</c:v>
                </c:pt>
                <c:pt idx="42">
                  <c:v>2835.9851999999987</c:v>
                </c:pt>
                <c:pt idx="43">
                  <c:v>2835.527866666665</c:v>
                </c:pt>
                <c:pt idx="44">
                  <c:v>2831.7945333333314</c:v>
                </c:pt>
                <c:pt idx="45">
                  <c:v>2826.8478666666647</c:v>
                </c:pt>
                <c:pt idx="46">
                  <c:v>2816.0065333333314</c:v>
                </c:pt>
                <c:pt idx="47">
                  <c:v>2808.1551999999979</c:v>
                </c:pt>
                <c:pt idx="48">
                  <c:v>2805.6051999999977</c:v>
                </c:pt>
                <c:pt idx="49">
                  <c:v>2802.5858666666641</c:v>
                </c:pt>
                <c:pt idx="50">
                  <c:v>2799.5665333333313</c:v>
                </c:pt>
                <c:pt idx="51">
                  <c:v>2796.5471999999982</c:v>
                </c:pt>
                <c:pt idx="52">
                  <c:v>2793.5278666666645</c:v>
                </c:pt>
                <c:pt idx="53">
                  <c:v>2790.5085333333318</c:v>
                </c:pt>
                <c:pt idx="54">
                  <c:v>2791.0625333333314</c:v>
                </c:pt>
                <c:pt idx="55">
                  <c:v>2793.3071999999979</c:v>
                </c:pt>
                <c:pt idx="56">
                  <c:v>2794.0298666666649</c:v>
                </c:pt>
                <c:pt idx="57">
                  <c:v>2801.3525333333309</c:v>
                </c:pt>
                <c:pt idx="58">
                  <c:v>2810.9738666666644</c:v>
                </c:pt>
                <c:pt idx="59">
                  <c:v>2819.1925333333306</c:v>
                </c:pt>
                <c:pt idx="60">
                  <c:v>2827.4111999999973</c:v>
                </c:pt>
                <c:pt idx="61">
                  <c:v>2838.6218666666637</c:v>
                </c:pt>
                <c:pt idx="62">
                  <c:v>2844.8031999999971</c:v>
                </c:pt>
                <c:pt idx="63">
                  <c:v>2845.6831999999977</c:v>
                </c:pt>
                <c:pt idx="64">
                  <c:v>2847.0325333333308</c:v>
                </c:pt>
                <c:pt idx="65">
                  <c:v>2848.3818666666639</c:v>
                </c:pt>
                <c:pt idx="66">
                  <c:v>2849.731199999997</c:v>
                </c:pt>
                <c:pt idx="67">
                  <c:v>2851.0805333333305</c:v>
                </c:pt>
                <c:pt idx="68">
                  <c:v>2852.4298666666637</c:v>
                </c:pt>
                <c:pt idx="69">
                  <c:v>2853.7791999999968</c:v>
                </c:pt>
                <c:pt idx="70">
                  <c:v>2855.1285333333303</c:v>
                </c:pt>
                <c:pt idx="71">
                  <c:v>2860.9258666666638</c:v>
                </c:pt>
                <c:pt idx="72">
                  <c:v>2861.8218666666635</c:v>
                </c:pt>
                <c:pt idx="73">
                  <c:v>2860.4191999999971</c:v>
                </c:pt>
                <c:pt idx="74">
                  <c:v>2860.4191999999971</c:v>
                </c:pt>
                <c:pt idx="75">
                  <c:v>2860.4191999999971</c:v>
                </c:pt>
                <c:pt idx="76">
                  <c:v>2860.4191999999971</c:v>
                </c:pt>
                <c:pt idx="77">
                  <c:v>2860.4191999999971</c:v>
                </c:pt>
                <c:pt idx="78">
                  <c:v>2860.4191999999971</c:v>
                </c:pt>
                <c:pt idx="79">
                  <c:v>2860.4191999999971</c:v>
                </c:pt>
                <c:pt idx="80">
                  <c:v>2860.4191999999971</c:v>
                </c:pt>
                <c:pt idx="81">
                  <c:v>2860.4191999999971</c:v>
                </c:pt>
                <c:pt idx="82">
                  <c:v>2860.4191999999971</c:v>
                </c:pt>
                <c:pt idx="83">
                  <c:v>2860.4191999999971</c:v>
                </c:pt>
                <c:pt idx="84">
                  <c:v>2860.4191999999971</c:v>
                </c:pt>
                <c:pt idx="85">
                  <c:v>2860.4191999999971</c:v>
                </c:pt>
                <c:pt idx="86">
                  <c:v>2860.4191999999971</c:v>
                </c:pt>
                <c:pt idx="87">
                  <c:v>2860.4191999999971</c:v>
                </c:pt>
                <c:pt idx="88">
                  <c:v>2860.4191999999971</c:v>
                </c:pt>
                <c:pt idx="89">
                  <c:v>2860.4191999999971</c:v>
                </c:pt>
                <c:pt idx="90">
                  <c:v>2860.4191999999971</c:v>
                </c:pt>
                <c:pt idx="91">
                  <c:v>2857.0031999999974</c:v>
                </c:pt>
                <c:pt idx="92">
                  <c:v>2850.8991999999976</c:v>
                </c:pt>
                <c:pt idx="93">
                  <c:v>2844.4825333333306</c:v>
                </c:pt>
                <c:pt idx="94">
                  <c:v>2839.5031999999969</c:v>
                </c:pt>
                <c:pt idx="95">
                  <c:v>2834.5238666666633</c:v>
                </c:pt>
                <c:pt idx="96">
                  <c:v>2832.1905333333298</c:v>
                </c:pt>
                <c:pt idx="97">
                  <c:v>2831.2665333333298</c:v>
                </c:pt>
                <c:pt idx="98">
                  <c:v>2829.1431999999973</c:v>
                </c:pt>
                <c:pt idx="99">
                  <c:v>2822.4605333333307</c:v>
                </c:pt>
                <c:pt idx="100">
                  <c:v>2815.7778666666641</c:v>
                </c:pt>
                <c:pt idx="101">
                  <c:v>2809.0951999999975</c:v>
                </c:pt>
                <c:pt idx="102">
                  <c:v>2802.4125333333309</c:v>
                </c:pt>
                <c:pt idx="103">
                  <c:v>2795.7298666666643</c:v>
                </c:pt>
                <c:pt idx="104">
                  <c:v>2786.4758666666648</c:v>
                </c:pt>
                <c:pt idx="105">
                  <c:v>2778.2438666666649</c:v>
                </c:pt>
                <c:pt idx="106">
                  <c:v>2772.7231999999985</c:v>
                </c:pt>
                <c:pt idx="107">
                  <c:v>2767.6785333333319</c:v>
                </c:pt>
                <c:pt idx="108">
                  <c:v>2762.9465333333324</c:v>
                </c:pt>
                <c:pt idx="109">
                  <c:v>2756.7771999999986</c:v>
                </c:pt>
                <c:pt idx="110">
                  <c:v>2750.6078666666654</c:v>
                </c:pt>
                <c:pt idx="111">
                  <c:v>2741.7925333333319</c:v>
                </c:pt>
                <c:pt idx="112">
                  <c:v>2731.5678666666649</c:v>
                </c:pt>
                <c:pt idx="113">
                  <c:v>2722.5425333333314</c:v>
                </c:pt>
                <c:pt idx="114">
                  <c:v>2718.0765333333316</c:v>
                </c:pt>
                <c:pt idx="115">
                  <c:v>2713.6105333333312</c:v>
                </c:pt>
                <c:pt idx="116">
                  <c:v>2709.1445333333313</c:v>
                </c:pt>
                <c:pt idx="117">
                  <c:v>2704.6785333333314</c:v>
                </c:pt>
                <c:pt idx="118">
                  <c:v>2700.2125333333311</c:v>
                </c:pt>
                <c:pt idx="119">
                  <c:v>2698.3178666666645</c:v>
                </c:pt>
                <c:pt idx="120">
                  <c:v>2695.401199999998</c:v>
                </c:pt>
                <c:pt idx="121">
                  <c:v>2693.189199999998</c:v>
                </c:pt>
                <c:pt idx="122">
                  <c:v>2693.189199999998</c:v>
                </c:pt>
                <c:pt idx="123">
                  <c:v>2693.189199999998</c:v>
                </c:pt>
                <c:pt idx="124">
                  <c:v>2693.189199999998</c:v>
                </c:pt>
                <c:pt idx="125">
                  <c:v>2693.189199999998</c:v>
                </c:pt>
                <c:pt idx="126">
                  <c:v>2693.189199999998</c:v>
                </c:pt>
                <c:pt idx="127">
                  <c:v>2693.189199999998</c:v>
                </c:pt>
                <c:pt idx="128">
                  <c:v>2693.189199999998</c:v>
                </c:pt>
                <c:pt idx="129">
                  <c:v>2693.189199999998</c:v>
                </c:pt>
                <c:pt idx="130">
                  <c:v>2693.189199999998</c:v>
                </c:pt>
                <c:pt idx="131">
                  <c:v>2693.189199999998</c:v>
                </c:pt>
                <c:pt idx="132">
                  <c:v>2693.189199999998</c:v>
                </c:pt>
                <c:pt idx="133">
                  <c:v>2693.189199999998</c:v>
                </c:pt>
                <c:pt idx="134">
                  <c:v>2693.189199999998</c:v>
                </c:pt>
                <c:pt idx="135">
                  <c:v>2693.189199999998</c:v>
                </c:pt>
                <c:pt idx="136">
                  <c:v>2693.189199999998</c:v>
                </c:pt>
                <c:pt idx="137">
                  <c:v>2693.189199999998</c:v>
                </c:pt>
                <c:pt idx="138">
                  <c:v>2693.189199999998</c:v>
                </c:pt>
                <c:pt idx="139">
                  <c:v>2693.189199999998</c:v>
                </c:pt>
                <c:pt idx="140">
                  <c:v>2693.189199999998</c:v>
                </c:pt>
                <c:pt idx="141">
                  <c:v>2693.189199999998</c:v>
                </c:pt>
                <c:pt idx="142">
                  <c:v>2693.189199999998</c:v>
                </c:pt>
                <c:pt idx="143">
                  <c:v>2693.189199999998</c:v>
                </c:pt>
                <c:pt idx="144">
                  <c:v>2693.189199999998</c:v>
                </c:pt>
                <c:pt idx="145">
                  <c:v>2693.189199999998</c:v>
                </c:pt>
                <c:pt idx="146">
                  <c:v>2691.1918666666647</c:v>
                </c:pt>
                <c:pt idx="147">
                  <c:v>2689.8245333333307</c:v>
                </c:pt>
                <c:pt idx="148">
                  <c:v>2687.7711999999974</c:v>
                </c:pt>
                <c:pt idx="149">
                  <c:v>2685.0085333333309</c:v>
                </c:pt>
                <c:pt idx="150">
                  <c:v>2682.2458666666644</c:v>
                </c:pt>
                <c:pt idx="151">
                  <c:v>2679.4831999999974</c:v>
                </c:pt>
                <c:pt idx="152">
                  <c:v>2676.7205333333313</c:v>
                </c:pt>
                <c:pt idx="153">
                  <c:v>2673.9578666666644</c:v>
                </c:pt>
                <c:pt idx="154">
                  <c:v>2671.1951999999978</c:v>
                </c:pt>
                <c:pt idx="155">
                  <c:v>2668.4325333333313</c:v>
                </c:pt>
                <c:pt idx="156">
                  <c:v>2665.6698666666648</c:v>
                </c:pt>
                <c:pt idx="157">
                  <c:v>2662.9071999999983</c:v>
                </c:pt>
                <c:pt idx="158">
                  <c:v>2660.1445333333313</c:v>
                </c:pt>
                <c:pt idx="159">
                  <c:v>2657.3818666666648</c:v>
                </c:pt>
                <c:pt idx="160">
                  <c:v>2654.6191999999983</c:v>
                </c:pt>
                <c:pt idx="161">
                  <c:v>2653.853866666665</c:v>
                </c:pt>
                <c:pt idx="162">
                  <c:v>2652.4585333333316</c:v>
                </c:pt>
                <c:pt idx="163">
                  <c:v>2651.7491999999979</c:v>
                </c:pt>
                <c:pt idx="164">
                  <c:v>2651.7491999999979</c:v>
                </c:pt>
                <c:pt idx="165">
                  <c:v>2651.7491999999979</c:v>
                </c:pt>
                <c:pt idx="166">
                  <c:v>2651.7491999999979</c:v>
                </c:pt>
                <c:pt idx="167">
                  <c:v>2651.7491999999979</c:v>
                </c:pt>
                <c:pt idx="168">
                  <c:v>2651.7491999999979</c:v>
                </c:pt>
                <c:pt idx="169">
                  <c:v>2651.7491999999979</c:v>
                </c:pt>
                <c:pt idx="170">
                  <c:v>2651.7491999999979</c:v>
                </c:pt>
                <c:pt idx="171">
                  <c:v>2651.7491999999979</c:v>
                </c:pt>
                <c:pt idx="172">
                  <c:v>2651.7491999999979</c:v>
                </c:pt>
                <c:pt idx="173">
                  <c:v>2651.7491999999979</c:v>
                </c:pt>
                <c:pt idx="174">
                  <c:v>2651.7491999999979</c:v>
                </c:pt>
                <c:pt idx="175">
                  <c:v>2651.7491999999979</c:v>
                </c:pt>
                <c:pt idx="176">
                  <c:v>2651.7491999999979</c:v>
                </c:pt>
                <c:pt idx="177">
                  <c:v>2651.7491999999979</c:v>
                </c:pt>
                <c:pt idx="178">
                  <c:v>2651.7491999999979</c:v>
                </c:pt>
                <c:pt idx="179">
                  <c:v>2651.7491999999979</c:v>
                </c:pt>
                <c:pt idx="180">
                  <c:v>2651.7491999999979</c:v>
                </c:pt>
                <c:pt idx="181">
                  <c:v>2651.7491999999979</c:v>
                </c:pt>
                <c:pt idx="182">
                  <c:v>2651.7491999999979</c:v>
                </c:pt>
                <c:pt idx="183">
                  <c:v>2651.7491999999979</c:v>
                </c:pt>
                <c:pt idx="184">
                  <c:v>2651.7491999999979</c:v>
                </c:pt>
                <c:pt idx="185">
                  <c:v>2651.7491999999979</c:v>
                </c:pt>
                <c:pt idx="186">
                  <c:v>2651.7491999999979</c:v>
                </c:pt>
                <c:pt idx="187">
                  <c:v>2651.7491999999979</c:v>
                </c:pt>
                <c:pt idx="188">
                  <c:v>2651.7491999999979</c:v>
                </c:pt>
                <c:pt idx="189">
                  <c:v>2655.5058666666646</c:v>
                </c:pt>
                <c:pt idx="190">
                  <c:v>2660.9051999999979</c:v>
                </c:pt>
                <c:pt idx="191">
                  <c:v>2666.1085333333313</c:v>
                </c:pt>
                <c:pt idx="192">
                  <c:v>2669.1325333333316</c:v>
                </c:pt>
                <c:pt idx="193">
                  <c:v>2672.1565333333315</c:v>
                </c:pt>
                <c:pt idx="194">
                  <c:v>2675.1805333333314</c:v>
                </c:pt>
                <c:pt idx="195">
                  <c:v>2678.2045333333313</c:v>
                </c:pt>
                <c:pt idx="196">
                  <c:v>2681.2285333333316</c:v>
                </c:pt>
                <c:pt idx="197">
                  <c:v>2684.2525333333315</c:v>
                </c:pt>
                <c:pt idx="198">
                  <c:v>2688.1725333333316</c:v>
                </c:pt>
                <c:pt idx="199">
                  <c:v>2691.7565333333323</c:v>
                </c:pt>
                <c:pt idx="200">
                  <c:v>2695.0885333333313</c:v>
                </c:pt>
                <c:pt idx="201">
                  <c:v>2699.0831999999982</c:v>
                </c:pt>
                <c:pt idx="202">
                  <c:v>2703.0778666666642</c:v>
                </c:pt>
                <c:pt idx="203">
                  <c:v>2707.0725333333312</c:v>
                </c:pt>
                <c:pt idx="204">
                  <c:v>2707.3105333333306</c:v>
                </c:pt>
                <c:pt idx="205">
                  <c:v>2705.9058666666638</c:v>
                </c:pt>
                <c:pt idx="206">
                  <c:v>2704.6971999999969</c:v>
                </c:pt>
                <c:pt idx="207">
                  <c:v>2705.6678666666639</c:v>
                </c:pt>
                <c:pt idx="208">
                  <c:v>2706.6385333333305</c:v>
                </c:pt>
                <c:pt idx="209">
                  <c:v>2707.6091999999971</c:v>
                </c:pt>
                <c:pt idx="210">
                  <c:v>2708.5798666666642</c:v>
                </c:pt>
                <c:pt idx="211">
                  <c:v>2709.5505333333303</c:v>
                </c:pt>
                <c:pt idx="212">
                  <c:v>2709.5891999999972</c:v>
                </c:pt>
                <c:pt idx="213">
                  <c:v>2710.3198666666644</c:v>
                </c:pt>
                <c:pt idx="214">
                  <c:v>2713.8265333333311</c:v>
                </c:pt>
                <c:pt idx="215">
                  <c:v>2717.2571999999977</c:v>
                </c:pt>
                <c:pt idx="216">
                  <c:v>2720.0251999999969</c:v>
                </c:pt>
                <c:pt idx="217">
                  <c:v>2722.793199999996</c:v>
                </c:pt>
                <c:pt idx="218">
                  <c:v>2725.5611999999965</c:v>
                </c:pt>
                <c:pt idx="219">
                  <c:v>2728.3291999999969</c:v>
                </c:pt>
                <c:pt idx="220">
                  <c:v>2731.097199999997</c:v>
                </c:pt>
                <c:pt idx="221">
                  <c:v>2733.8651999999961</c:v>
                </c:pt>
                <c:pt idx="222">
                  <c:v>2736.6331999999966</c:v>
                </c:pt>
                <c:pt idx="223">
                  <c:v>2739.4011999999971</c:v>
                </c:pt>
                <c:pt idx="224">
                  <c:v>2742.1691999999962</c:v>
                </c:pt>
                <c:pt idx="225">
                  <c:v>2744.9371999999962</c:v>
                </c:pt>
                <c:pt idx="226">
                  <c:v>2747.7051999999967</c:v>
                </c:pt>
                <c:pt idx="227">
                  <c:v>2751.4051999999965</c:v>
                </c:pt>
                <c:pt idx="228">
                  <c:v>2753.5171999999961</c:v>
                </c:pt>
                <c:pt idx="229">
                  <c:v>2753.1891999999962</c:v>
                </c:pt>
                <c:pt idx="230">
                  <c:v>2755.0811999999964</c:v>
                </c:pt>
                <c:pt idx="231">
                  <c:v>2757.0611999999969</c:v>
                </c:pt>
                <c:pt idx="232">
                  <c:v>2759.729199999997</c:v>
                </c:pt>
                <c:pt idx="233">
                  <c:v>2764.4651999999969</c:v>
                </c:pt>
                <c:pt idx="234">
                  <c:v>2769.2011999999968</c:v>
                </c:pt>
                <c:pt idx="235">
                  <c:v>2773.9371999999962</c:v>
                </c:pt>
                <c:pt idx="236">
                  <c:v>2778.6731999999965</c:v>
                </c:pt>
                <c:pt idx="237">
                  <c:v>2783.4091999999964</c:v>
                </c:pt>
                <c:pt idx="238">
                  <c:v>2788.1451999999967</c:v>
                </c:pt>
                <c:pt idx="239">
                  <c:v>2792.8811999999966</c:v>
                </c:pt>
                <c:pt idx="240">
                  <c:v>2799.0411999999969</c:v>
                </c:pt>
                <c:pt idx="241">
                  <c:v>2806.6171999999974</c:v>
                </c:pt>
                <c:pt idx="242">
                  <c:v>2814.0811999999978</c:v>
                </c:pt>
                <c:pt idx="243">
                  <c:v>2822.169199999998</c:v>
                </c:pt>
                <c:pt idx="244">
                  <c:v>2830.2571999999982</c:v>
                </c:pt>
                <c:pt idx="245">
                  <c:v>2836.4531999999981</c:v>
                </c:pt>
                <c:pt idx="246">
                  <c:v>2842.5611999999978</c:v>
                </c:pt>
                <c:pt idx="247">
                  <c:v>2847.9811999999979</c:v>
                </c:pt>
                <c:pt idx="248">
                  <c:v>2851.3331999999982</c:v>
                </c:pt>
                <c:pt idx="249">
                  <c:v>2854.6851999999981</c:v>
                </c:pt>
                <c:pt idx="250">
                  <c:v>2858.0371999999979</c:v>
                </c:pt>
                <c:pt idx="251">
                  <c:v>2861.3891999999978</c:v>
                </c:pt>
                <c:pt idx="252">
                  <c:v>2864.7411999999977</c:v>
                </c:pt>
                <c:pt idx="253">
                  <c:v>2868.0931999999975</c:v>
                </c:pt>
                <c:pt idx="254">
                  <c:v>2871.4451999999974</c:v>
                </c:pt>
                <c:pt idx="255">
                  <c:v>2873.3731999999977</c:v>
                </c:pt>
                <c:pt idx="256">
                  <c:v>2873.8851999999979</c:v>
                </c:pt>
                <c:pt idx="257">
                  <c:v>2874.5091999999981</c:v>
                </c:pt>
                <c:pt idx="258">
                  <c:v>2874.5091999999981</c:v>
                </c:pt>
                <c:pt idx="259">
                  <c:v>2874.5091999999981</c:v>
                </c:pt>
                <c:pt idx="260">
                  <c:v>2873.3091999999979</c:v>
                </c:pt>
                <c:pt idx="261">
                  <c:v>2872.1731999999979</c:v>
                </c:pt>
                <c:pt idx="262">
                  <c:v>2870.9331999999977</c:v>
                </c:pt>
                <c:pt idx="263">
                  <c:v>2870.6771999999974</c:v>
                </c:pt>
                <c:pt idx="264">
                  <c:v>2870.421199999997</c:v>
                </c:pt>
                <c:pt idx="265">
                  <c:v>2870.1651999999967</c:v>
                </c:pt>
                <c:pt idx="266">
                  <c:v>2869.9091999999969</c:v>
                </c:pt>
                <c:pt idx="267">
                  <c:v>2869.6531999999975</c:v>
                </c:pt>
                <c:pt idx="268">
                  <c:v>2869.3971999999972</c:v>
                </c:pt>
                <c:pt idx="269">
                  <c:v>2869.1411999999973</c:v>
                </c:pt>
                <c:pt idx="270">
                  <c:v>2871.1625333333304</c:v>
                </c:pt>
                <c:pt idx="271">
                  <c:v>2870.3185333333308</c:v>
                </c:pt>
                <c:pt idx="272">
                  <c:v>2870.9118666666636</c:v>
                </c:pt>
                <c:pt idx="273">
                  <c:v>2872.8071999999966</c:v>
                </c:pt>
                <c:pt idx="274">
                  <c:v>2874.7025333333295</c:v>
                </c:pt>
                <c:pt idx="275">
                  <c:v>2877.7978666666631</c:v>
                </c:pt>
                <c:pt idx="276">
                  <c:v>2880.8291999999969</c:v>
                </c:pt>
                <c:pt idx="277">
                  <c:v>2883.9645333333301</c:v>
                </c:pt>
                <c:pt idx="278">
                  <c:v>2886.1158666666638</c:v>
                </c:pt>
                <c:pt idx="279">
                  <c:v>2888.2671999999961</c:v>
                </c:pt>
                <c:pt idx="280">
                  <c:v>2890.4185333333298</c:v>
                </c:pt>
                <c:pt idx="281">
                  <c:v>2892.5698666666635</c:v>
                </c:pt>
                <c:pt idx="282">
                  <c:v>2894.7211999999959</c:v>
                </c:pt>
                <c:pt idx="283">
                  <c:v>2896.8725333333296</c:v>
                </c:pt>
                <c:pt idx="284">
                  <c:v>2899.2665333333302</c:v>
                </c:pt>
                <c:pt idx="285">
                  <c:v>2901.1798666666641</c:v>
                </c:pt>
                <c:pt idx="286">
                  <c:v>2902.6965333333305</c:v>
                </c:pt>
                <c:pt idx="287">
                  <c:v>2902.8971999999972</c:v>
                </c:pt>
                <c:pt idx="288">
                  <c:v>2901.7958666666632</c:v>
                </c:pt>
                <c:pt idx="289">
                  <c:v>2900.6945333333301</c:v>
                </c:pt>
                <c:pt idx="290">
                  <c:v>2899.5931999999966</c:v>
                </c:pt>
                <c:pt idx="291">
                  <c:v>2898.4918666666636</c:v>
                </c:pt>
                <c:pt idx="292">
                  <c:v>2898.2351999999969</c:v>
                </c:pt>
                <c:pt idx="293">
                  <c:v>2895.0151999999966</c:v>
                </c:pt>
                <c:pt idx="294">
                  <c:v>2891.8745333333295</c:v>
                </c:pt>
                <c:pt idx="295">
                  <c:v>2889.8865333333297</c:v>
                </c:pt>
                <c:pt idx="296">
                  <c:v>2887.8985333333299</c:v>
                </c:pt>
                <c:pt idx="297">
                  <c:v>2885.9105333333296</c:v>
                </c:pt>
                <c:pt idx="298">
                  <c:v>2883.9225333333297</c:v>
                </c:pt>
                <c:pt idx="299">
                  <c:v>2881.6918666666625</c:v>
                </c:pt>
                <c:pt idx="300">
                  <c:v>2877.6645333333295</c:v>
                </c:pt>
                <c:pt idx="301">
                  <c:v>2876.8991999999957</c:v>
                </c:pt>
                <c:pt idx="302">
                  <c:v>2876.0125333333294</c:v>
                </c:pt>
                <c:pt idx="303">
                  <c:v>2876.1758666666628</c:v>
                </c:pt>
                <c:pt idx="304">
                  <c:v>2877.1698666666634</c:v>
                </c:pt>
                <c:pt idx="305">
                  <c:v>2876.9225333333297</c:v>
                </c:pt>
                <c:pt idx="306">
                  <c:v>2875.6671999999967</c:v>
                </c:pt>
                <c:pt idx="307">
                  <c:v>2873.5671999999968</c:v>
                </c:pt>
                <c:pt idx="308">
                  <c:v>2874.43053333333</c:v>
                </c:pt>
                <c:pt idx="309">
                  <c:v>2875.2145333333301</c:v>
                </c:pt>
                <c:pt idx="310">
                  <c:v>2874.8458666666629</c:v>
                </c:pt>
                <c:pt idx="311">
                  <c:v>2874.4771999999962</c:v>
                </c:pt>
                <c:pt idx="312">
                  <c:v>2874.1085333333294</c:v>
                </c:pt>
                <c:pt idx="313">
                  <c:v>2873.7398666666627</c:v>
                </c:pt>
                <c:pt idx="314">
                  <c:v>2873.3711999999955</c:v>
                </c:pt>
                <c:pt idx="315">
                  <c:v>2870.6691999999957</c:v>
                </c:pt>
                <c:pt idx="316">
                  <c:v>2867.0945333333293</c:v>
                </c:pt>
                <c:pt idx="317">
                  <c:v>2865.811199999996</c:v>
                </c:pt>
                <c:pt idx="318">
                  <c:v>2864.6958666666624</c:v>
                </c:pt>
                <c:pt idx="319">
                  <c:v>2862.7498666666629</c:v>
                </c:pt>
                <c:pt idx="320">
                  <c:v>2865.8251999999961</c:v>
                </c:pt>
                <c:pt idx="321">
                  <c:v>2871.7425333333294</c:v>
                </c:pt>
                <c:pt idx="322">
                  <c:v>2878.1265333333295</c:v>
                </c:pt>
                <c:pt idx="323">
                  <c:v>2885.0891999999963</c:v>
                </c:pt>
                <c:pt idx="324">
                  <c:v>2892.051866666663</c:v>
                </c:pt>
                <c:pt idx="325">
                  <c:v>2899.0145333333298</c:v>
                </c:pt>
                <c:pt idx="326">
                  <c:v>2905.9771999999966</c:v>
                </c:pt>
                <c:pt idx="327">
                  <c:v>2912.939866666663</c:v>
                </c:pt>
                <c:pt idx="328">
                  <c:v>2919.9025333333298</c:v>
                </c:pt>
                <c:pt idx="329">
                  <c:v>2926.865199999997</c:v>
                </c:pt>
                <c:pt idx="330">
                  <c:v>2936.1611999999964</c:v>
                </c:pt>
                <c:pt idx="331">
                  <c:v>2946.3298666666637</c:v>
                </c:pt>
                <c:pt idx="332">
                  <c:v>2954.2071999999966</c:v>
                </c:pt>
                <c:pt idx="333">
                  <c:v>2960.8665333333297</c:v>
                </c:pt>
                <c:pt idx="334">
                  <c:v>2967.5258666666637</c:v>
                </c:pt>
                <c:pt idx="335">
                  <c:v>2970.4051999999965</c:v>
                </c:pt>
                <c:pt idx="336">
                  <c:v>2971.45053333333</c:v>
                </c:pt>
                <c:pt idx="337">
                  <c:v>2972.0291999999968</c:v>
                </c:pt>
                <c:pt idx="338">
                  <c:v>2972.0291999999968</c:v>
                </c:pt>
                <c:pt idx="339">
                  <c:v>2972.0291999999968</c:v>
                </c:pt>
                <c:pt idx="340">
                  <c:v>2972.0291999999968</c:v>
                </c:pt>
                <c:pt idx="341">
                  <c:v>2972.0291999999968</c:v>
                </c:pt>
                <c:pt idx="342">
                  <c:v>2972.0291999999968</c:v>
                </c:pt>
                <c:pt idx="343">
                  <c:v>2972.0291999999968</c:v>
                </c:pt>
                <c:pt idx="344">
                  <c:v>2972.0291999999968</c:v>
                </c:pt>
                <c:pt idx="345">
                  <c:v>2972.0291999999968</c:v>
                </c:pt>
                <c:pt idx="346">
                  <c:v>2972.0291999999968</c:v>
                </c:pt>
                <c:pt idx="347">
                  <c:v>2972.0291999999968</c:v>
                </c:pt>
                <c:pt idx="348">
                  <c:v>2972.0291999999968</c:v>
                </c:pt>
                <c:pt idx="349">
                  <c:v>2972.0291999999968</c:v>
                </c:pt>
                <c:pt idx="350">
                  <c:v>2972.0291999999968</c:v>
                </c:pt>
                <c:pt idx="351">
                  <c:v>2972.0291999999968</c:v>
                </c:pt>
                <c:pt idx="352">
                  <c:v>2972.0291999999968</c:v>
                </c:pt>
                <c:pt idx="353">
                  <c:v>2972.0291999999968</c:v>
                </c:pt>
                <c:pt idx="354">
                  <c:v>2972.0291999999968</c:v>
                </c:pt>
                <c:pt idx="355">
                  <c:v>2972.0291999999968</c:v>
                </c:pt>
                <c:pt idx="356">
                  <c:v>2972.0291999999968</c:v>
                </c:pt>
                <c:pt idx="357">
                  <c:v>2972.0291999999968</c:v>
                </c:pt>
                <c:pt idx="358">
                  <c:v>2972.0291999999968</c:v>
                </c:pt>
                <c:pt idx="359">
                  <c:v>2972.0291999999968</c:v>
                </c:pt>
                <c:pt idx="360">
                  <c:v>2972.0291999999968</c:v>
                </c:pt>
                <c:pt idx="361">
                  <c:v>2972.0291999999968</c:v>
                </c:pt>
                <c:pt idx="362">
                  <c:v>2972.0291999999968</c:v>
                </c:pt>
                <c:pt idx="363">
                  <c:v>2972.0291999999968</c:v>
                </c:pt>
                <c:pt idx="364">
                  <c:v>2972.0291999999968</c:v>
                </c:pt>
                <c:pt idx="365">
                  <c:v>2971.7411999999968</c:v>
                </c:pt>
                <c:pt idx="366">
                  <c:v>2972.5251999999969</c:v>
                </c:pt>
                <c:pt idx="367">
                  <c:v>2973.2251999999967</c:v>
                </c:pt>
                <c:pt idx="368">
                  <c:v>2974.0571999999966</c:v>
                </c:pt>
                <c:pt idx="369">
                  <c:v>2974.8891999999964</c:v>
                </c:pt>
                <c:pt idx="370">
                  <c:v>2975.7211999999959</c:v>
                </c:pt>
                <c:pt idx="371">
                  <c:v>2976.5531999999957</c:v>
                </c:pt>
                <c:pt idx="372">
                  <c:v>2977.3851999999961</c:v>
                </c:pt>
                <c:pt idx="373">
                  <c:v>2978.217199999996</c:v>
                </c:pt>
                <c:pt idx="374">
                  <c:v>2979.0491999999958</c:v>
                </c:pt>
                <c:pt idx="375">
                  <c:v>2979.8811999999957</c:v>
                </c:pt>
                <c:pt idx="376">
                  <c:v>2980.7131999999956</c:v>
                </c:pt>
                <c:pt idx="377">
                  <c:v>2981.5451999999955</c:v>
                </c:pt>
                <c:pt idx="378">
                  <c:v>2982.3771999999954</c:v>
                </c:pt>
                <c:pt idx="379">
                  <c:v>2983.2091999999957</c:v>
                </c:pt>
                <c:pt idx="380">
                  <c:v>2984.3291999999956</c:v>
                </c:pt>
                <c:pt idx="381">
                  <c:v>2984.3771999999954</c:v>
                </c:pt>
                <c:pt idx="382">
                  <c:v>2984.5091999999954</c:v>
                </c:pt>
                <c:pt idx="383">
                  <c:v>2984.5091999999954</c:v>
                </c:pt>
                <c:pt idx="384">
                  <c:v>2984.5091999999954</c:v>
                </c:pt>
                <c:pt idx="385">
                  <c:v>2984.5091999999954</c:v>
                </c:pt>
                <c:pt idx="386">
                  <c:v>2984.5091999999954</c:v>
                </c:pt>
                <c:pt idx="387">
                  <c:v>2984.5091999999954</c:v>
                </c:pt>
                <c:pt idx="388">
                  <c:v>2984.5091999999954</c:v>
                </c:pt>
                <c:pt idx="389">
                  <c:v>2984.5091999999954</c:v>
                </c:pt>
                <c:pt idx="390">
                  <c:v>2984.5091999999954</c:v>
                </c:pt>
                <c:pt idx="391">
                  <c:v>2984.5091999999954</c:v>
                </c:pt>
                <c:pt idx="392">
                  <c:v>2984.5091999999954</c:v>
                </c:pt>
                <c:pt idx="393">
                  <c:v>2984.5091999999954</c:v>
                </c:pt>
                <c:pt idx="394">
                  <c:v>2984.5091999999954</c:v>
                </c:pt>
                <c:pt idx="395">
                  <c:v>2984.5091999999954</c:v>
                </c:pt>
                <c:pt idx="396">
                  <c:v>2984.5091999999954</c:v>
                </c:pt>
                <c:pt idx="397">
                  <c:v>2984.5091999999954</c:v>
                </c:pt>
                <c:pt idx="398">
                  <c:v>2984.5091999999954</c:v>
                </c:pt>
                <c:pt idx="399">
                  <c:v>2984.5091999999954</c:v>
                </c:pt>
                <c:pt idx="400">
                  <c:v>2984.5091999999954</c:v>
                </c:pt>
                <c:pt idx="401">
                  <c:v>2984.5091999999954</c:v>
                </c:pt>
                <c:pt idx="402">
                  <c:v>2984.5091999999954</c:v>
                </c:pt>
                <c:pt idx="403">
                  <c:v>2982.4611999999961</c:v>
                </c:pt>
                <c:pt idx="404">
                  <c:v>2981.4411999999961</c:v>
                </c:pt>
                <c:pt idx="405">
                  <c:v>2982.4451999999965</c:v>
                </c:pt>
                <c:pt idx="406">
                  <c:v>2982.213199999997</c:v>
                </c:pt>
                <c:pt idx="407">
                  <c:v>2981.9811999999965</c:v>
                </c:pt>
                <c:pt idx="408">
                  <c:v>2981.7491999999966</c:v>
                </c:pt>
                <c:pt idx="409">
                  <c:v>2981.5171999999966</c:v>
                </c:pt>
                <c:pt idx="410">
                  <c:v>2981.2851999999966</c:v>
                </c:pt>
                <c:pt idx="411">
                  <c:v>2981.0531999999967</c:v>
                </c:pt>
                <c:pt idx="412">
                  <c:v>2980.8211999999971</c:v>
                </c:pt>
                <c:pt idx="413">
                  <c:v>2980.5891999999967</c:v>
                </c:pt>
                <c:pt idx="414">
                  <c:v>2980.3571999999972</c:v>
                </c:pt>
                <c:pt idx="415">
                  <c:v>2980.8131999999969</c:v>
                </c:pt>
                <c:pt idx="416">
                  <c:v>2980.8731999999964</c:v>
                </c:pt>
                <c:pt idx="417">
                  <c:v>2980.3571999999967</c:v>
                </c:pt>
                <c:pt idx="418">
                  <c:v>2981.5051999999964</c:v>
                </c:pt>
                <c:pt idx="419">
                  <c:v>2981.6251999999959</c:v>
                </c:pt>
                <c:pt idx="420">
                  <c:v>2979.7211999999959</c:v>
                </c:pt>
                <c:pt idx="421">
                  <c:v>2979.0531999999957</c:v>
                </c:pt>
                <c:pt idx="422">
                  <c:v>2978.3851999999956</c:v>
                </c:pt>
                <c:pt idx="423">
                  <c:v>2977.717199999996</c:v>
                </c:pt>
                <c:pt idx="424">
                  <c:v>2977.0491999999958</c:v>
                </c:pt>
                <c:pt idx="425">
                  <c:v>2976.3811999999957</c:v>
                </c:pt>
                <c:pt idx="426">
                  <c:v>2975.713199999996</c:v>
                </c:pt>
                <c:pt idx="427">
                  <c:v>2975.0451999999959</c:v>
                </c:pt>
                <c:pt idx="428">
                  <c:v>2974.3771999999958</c:v>
                </c:pt>
                <c:pt idx="429">
                  <c:v>2973.7091999999961</c:v>
                </c:pt>
                <c:pt idx="430">
                  <c:v>2972.3531999999959</c:v>
                </c:pt>
                <c:pt idx="431">
                  <c:v>2971.3931999999959</c:v>
                </c:pt>
                <c:pt idx="432">
                  <c:v>2971.0091999999954</c:v>
                </c:pt>
                <c:pt idx="433">
                  <c:v>2971.0091999999954</c:v>
                </c:pt>
                <c:pt idx="434">
                  <c:v>2971.0091999999954</c:v>
                </c:pt>
                <c:pt idx="435">
                  <c:v>2971.0091999999954</c:v>
                </c:pt>
                <c:pt idx="436">
                  <c:v>2972.8331999999955</c:v>
                </c:pt>
                <c:pt idx="437">
                  <c:v>2977.0291999999959</c:v>
                </c:pt>
                <c:pt idx="438">
                  <c:v>2981.1291999999958</c:v>
                </c:pt>
                <c:pt idx="439">
                  <c:v>2984.4611999999966</c:v>
                </c:pt>
                <c:pt idx="440">
                  <c:v>2987.793199999996</c:v>
                </c:pt>
                <c:pt idx="441">
                  <c:v>2991.1251999999968</c:v>
                </c:pt>
                <c:pt idx="442">
                  <c:v>2994.4571999999966</c:v>
                </c:pt>
                <c:pt idx="443">
                  <c:v>2997.7891999999965</c:v>
                </c:pt>
                <c:pt idx="444">
                  <c:v>3001.1211999999964</c:v>
                </c:pt>
                <c:pt idx="445">
                  <c:v>3004.4531999999963</c:v>
                </c:pt>
                <c:pt idx="446">
                  <c:v>3007.7851999999966</c:v>
                </c:pt>
                <c:pt idx="447">
                  <c:v>3011.117199999996</c:v>
                </c:pt>
                <c:pt idx="448">
                  <c:v>3014.4691999999968</c:v>
                </c:pt>
                <c:pt idx="449">
                  <c:v>3019.0131999999967</c:v>
                </c:pt>
                <c:pt idx="450">
                  <c:v>3023.825199999997</c:v>
                </c:pt>
                <c:pt idx="451">
                  <c:v>3026.8411999999967</c:v>
                </c:pt>
                <c:pt idx="452">
                  <c:v>3027.4851999999964</c:v>
                </c:pt>
                <c:pt idx="453">
                  <c:v>3028.2251999999976</c:v>
                </c:pt>
                <c:pt idx="454">
                  <c:v>3029.7331999999974</c:v>
                </c:pt>
                <c:pt idx="455">
                  <c:v>3031.2411999999972</c:v>
                </c:pt>
                <c:pt idx="456">
                  <c:v>3032.7491999999975</c:v>
                </c:pt>
                <c:pt idx="457">
                  <c:v>3034.2571999999973</c:v>
                </c:pt>
                <c:pt idx="458">
                  <c:v>3035.7651999999971</c:v>
                </c:pt>
                <c:pt idx="459">
                  <c:v>3037.2731999999969</c:v>
                </c:pt>
                <c:pt idx="460">
                  <c:v>3038.7811999999972</c:v>
                </c:pt>
                <c:pt idx="461">
                  <c:v>3040.289199999997</c:v>
                </c:pt>
                <c:pt idx="462">
                  <c:v>3041.7971999999968</c:v>
                </c:pt>
                <c:pt idx="463">
                  <c:v>3043.2851999999971</c:v>
                </c:pt>
                <c:pt idx="464">
                  <c:v>3043.5811999999974</c:v>
                </c:pt>
                <c:pt idx="465">
                  <c:v>3043.6091999999971</c:v>
                </c:pt>
                <c:pt idx="466">
                  <c:v>3043.6091999999971</c:v>
                </c:pt>
                <c:pt idx="467">
                  <c:v>3043.6091999999971</c:v>
                </c:pt>
                <c:pt idx="468">
                  <c:v>3043.6091999999971</c:v>
                </c:pt>
                <c:pt idx="469">
                  <c:v>3043.6091999999971</c:v>
                </c:pt>
                <c:pt idx="470">
                  <c:v>3043.6091999999971</c:v>
                </c:pt>
                <c:pt idx="471">
                  <c:v>3043.6091999999971</c:v>
                </c:pt>
                <c:pt idx="472">
                  <c:v>3043.6091999999971</c:v>
                </c:pt>
                <c:pt idx="473">
                  <c:v>3043.6091999999971</c:v>
                </c:pt>
                <c:pt idx="474">
                  <c:v>3043.6091999999971</c:v>
                </c:pt>
                <c:pt idx="475">
                  <c:v>3043.6091999999971</c:v>
                </c:pt>
                <c:pt idx="476">
                  <c:v>3043.6091999999971</c:v>
                </c:pt>
                <c:pt idx="477">
                  <c:v>3043.6091999999971</c:v>
                </c:pt>
                <c:pt idx="478">
                  <c:v>3043.6091999999971</c:v>
                </c:pt>
                <c:pt idx="479">
                  <c:v>3043.6091999999971</c:v>
                </c:pt>
                <c:pt idx="480">
                  <c:v>3043.6091999999971</c:v>
                </c:pt>
                <c:pt idx="481">
                  <c:v>3043.6091999999971</c:v>
                </c:pt>
                <c:pt idx="482">
                  <c:v>3043.6091999999971</c:v>
                </c:pt>
                <c:pt idx="483">
                  <c:v>3043.6091999999971</c:v>
                </c:pt>
                <c:pt idx="484">
                  <c:v>3043.6091999999971</c:v>
                </c:pt>
                <c:pt idx="485">
                  <c:v>3043.6091999999971</c:v>
                </c:pt>
                <c:pt idx="486">
                  <c:v>3043.6091999999971</c:v>
                </c:pt>
                <c:pt idx="487">
                  <c:v>3043.6091999999971</c:v>
                </c:pt>
                <c:pt idx="488">
                  <c:v>3043.6091999999971</c:v>
                </c:pt>
                <c:pt idx="489">
                  <c:v>3043.6091999999971</c:v>
                </c:pt>
                <c:pt idx="490">
                  <c:v>3043.6091999999971</c:v>
                </c:pt>
                <c:pt idx="491">
                  <c:v>3043.6091999999971</c:v>
                </c:pt>
                <c:pt idx="492">
                  <c:v>3043.6091999999971</c:v>
                </c:pt>
                <c:pt idx="493">
                  <c:v>3043.6091999999971</c:v>
                </c:pt>
                <c:pt idx="494">
                  <c:v>3043.6091999999971</c:v>
                </c:pt>
                <c:pt idx="495">
                  <c:v>3043.6091999999971</c:v>
                </c:pt>
                <c:pt idx="496">
                  <c:v>3043.6091999999971</c:v>
                </c:pt>
                <c:pt idx="497">
                  <c:v>3043.6091999999971</c:v>
                </c:pt>
                <c:pt idx="498">
                  <c:v>3043.6091999999971</c:v>
                </c:pt>
                <c:pt idx="499">
                  <c:v>3043.6091999999971</c:v>
                </c:pt>
                <c:pt idx="500">
                  <c:v>3043.6091999999971</c:v>
                </c:pt>
                <c:pt idx="501">
                  <c:v>3042.4811999999965</c:v>
                </c:pt>
                <c:pt idx="502">
                  <c:v>3043.7651999999962</c:v>
                </c:pt>
                <c:pt idx="503">
                  <c:v>3045.1771999999964</c:v>
                </c:pt>
                <c:pt idx="504">
                  <c:v>3045.485199999996</c:v>
                </c:pt>
                <c:pt idx="505">
                  <c:v>3045.7931999999955</c:v>
                </c:pt>
                <c:pt idx="506">
                  <c:v>3042.9811999999961</c:v>
                </c:pt>
                <c:pt idx="507">
                  <c:v>3036.1251999999963</c:v>
                </c:pt>
                <c:pt idx="508">
                  <c:v>3024.0958666666629</c:v>
                </c:pt>
                <c:pt idx="509">
                  <c:v>3012.06653333333</c:v>
                </c:pt>
                <c:pt idx="510">
                  <c:v>3000.0371999999966</c:v>
                </c:pt>
                <c:pt idx="511">
                  <c:v>2988.0078666666627</c:v>
                </c:pt>
                <c:pt idx="512">
                  <c:v>2975.9785333333293</c:v>
                </c:pt>
                <c:pt idx="513">
                  <c:v>2963.9491999999959</c:v>
                </c:pt>
                <c:pt idx="514">
                  <c:v>2951.919866666663</c:v>
                </c:pt>
                <c:pt idx="515">
                  <c:v>2939.8905333333296</c:v>
                </c:pt>
                <c:pt idx="516">
                  <c:v>2928.9891999999963</c:v>
                </c:pt>
                <c:pt idx="517">
                  <c:v>2915.6758666666633</c:v>
                </c:pt>
                <c:pt idx="518">
                  <c:v>2902.2345333333296</c:v>
                </c:pt>
                <c:pt idx="519">
                  <c:v>2889.8971999999967</c:v>
                </c:pt>
                <c:pt idx="520">
                  <c:v>2877.5598666666629</c:v>
                </c:pt>
                <c:pt idx="521">
                  <c:v>2868.3425333333298</c:v>
                </c:pt>
                <c:pt idx="522">
                  <c:v>2863.1691999999962</c:v>
                </c:pt>
                <c:pt idx="523">
                  <c:v>2863.1691999999962</c:v>
                </c:pt>
                <c:pt idx="524">
                  <c:v>2863.1691999999962</c:v>
                </c:pt>
                <c:pt idx="525">
                  <c:v>2863.1691999999962</c:v>
                </c:pt>
                <c:pt idx="526">
                  <c:v>2863.1691999999962</c:v>
                </c:pt>
                <c:pt idx="527">
                  <c:v>2863.1691999999962</c:v>
                </c:pt>
                <c:pt idx="528">
                  <c:v>2863.1691999999962</c:v>
                </c:pt>
                <c:pt idx="529">
                  <c:v>2863.1691999999962</c:v>
                </c:pt>
                <c:pt idx="530">
                  <c:v>2863.1691999999962</c:v>
                </c:pt>
                <c:pt idx="531">
                  <c:v>2863.1691999999962</c:v>
                </c:pt>
                <c:pt idx="532">
                  <c:v>2863.1691999999962</c:v>
                </c:pt>
                <c:pt idx="533">
                  <c:v>2863.1691999999962</c:v>
                </c:pt>
                <c:pt idx="534">
                  <c:v>2865.0458666666627</c:v>
                </c:pt>
                <c:pt idx="535">
                  <c:v>2868.4791999999961</c:v>
                </c:pt>
                <c:pt idx="536">
                  <c:v>2872.8858666666629</c:v>
                </c:pt>
                <c:pt idx="537">
                  <c:v>2877.5691999999963</c:v>
                </c:pt>
                <c:pt idx="538">
                  <c:v>2882.2525333333297</c:v>
                </c:pt>
                <c:pt idx="539">
                  <c:v>2886.9358666666626</c:v>
                </c:pt>
                <c:pt idx="540">
                  <c:v>2891.619199999996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F9-44E8-89CB-A240DA9D71C6}"/>
            </c:ext>
          </c:extLst>
        </c:ser>
        <c:ser>
          <c:idx val="2"/>
          <c:order val="2"/>
          <c:tx>
            <c:strRef>
              <c:f>Hoja1!$G$1</c:f>
              <c:strCache>
                <c:ptCount val="1"/>
                <c:pt idx="0">
                  <c:v>Promedio 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Hoja1!$G$5679:$G$6219</c:f>
              <c:numCache>
                <c:formatCode>General</c:formatCode>
                <c:ptCount val="541"/>
                <c:pt idx="0">
                  <c:v>2773.376497297294</c:v>
                </c:pt>
                <c:pt idx="1">
                  <c:v>2776.0894702702672</c:v>
                </c:pt>
                <c:pt idx="2">
                  <c:v>2778.8024432432398</c:v>
                </c:pt>
                <c:pt idx="3">
                  <c:v>2781.5154162162125</c:v>
                </c:pt>
                <c:pt idx="4">
                  <c:v>2784.2283891891857</c:v>
                </c:pt>
                <c:pt idx="5">
                  <c:v>2786.9413621621584</c:v>
                </c:pt>
                <c:pt idx="6">
                  <c:v>2789.6543351351311</c:v>
                </c:pt>
                <c:pt idx="7">
                  <c:v>2792.3673081081038</c:v>
                </c:pt>
                <c:pt idx="8">
                  <c:v>2795.0802810810765</c:v>
                </c:pt>
                <c:pt idx="9">
                  <c:v>2796.7848756756707</c:v>
                </c:pt>
                <c:pt idx="10">
                  <c:v>2800.8637945945898</c:v>
                </c:pt>
                <c:pt idx="11">
                  <c:v>2805.092172972968</c:v>
                </c:pt>
                <c:pt idx="12">
                  <c:v>2807.5781189189142</c:v>
                </c:pt>
                <c:pt idx="13">
                  <c:v>2810.06406486486</c:v>
                </c:pt>
                <c:pt idx="14">
                  <c:v>2812.5500108108063</c:v>
                </c:pt>
                <c:pt idx="15">
                  <c:v>2815.0359567567521</c:v>
                </c:pt>
                <c:pt idx="16">
                  <c:v>2817.5219027026983</c:v>
                </c:pt>
                <c:pt idx="17">
                  <c:v>2820.0078486486441</c:v>
                </c:pt>
                <c:pt idx="18">
                  <c:v>2822.4937945945903</c:v>
                </c:pt>
                <c:pt idx="19">
                  <c:v>2824.9797405405361</c:v>
                </c:pt>
                <c:pt idx="20">
                  <c:v>2827.4656864864824</c:v>
                </c:pt>
                <c:pt idx="21">
                  <c:v>2831.0564972972938</c:v>
                </c:pt>
                <c:pt idx="22">
                  <c:v>2831.9608216216184</c:v>
                </c:pt>
                <c:pt idx="23">
                  <c:v>2832.3581189189154</c:v>
                </c:pt>
                <c:pt idx="24">
                  <c:v>2831.9191999999966</c:v>
                </c:pt>
                <c:pt idx="25">
                  <c:v>2831.4802810810779</c:v>
                </c:pt>
                <c:pt idx="26">
                  <c:v>2831.0413621621592</c:v>
                </c:pt>
                <c:pt idx="27">
                  <c:v>2830.60244324324</c:v>
                </c:pt>
                <c:pt idx="28">
                  <c:v>2830.1635243243209</c:v>
                </c:pt>
                <c:pt idx="29">
                  <c:v>2831.0527135135103</c:v>
                </c:pt>
                <c:pt idx="30">
                  <c:v>2832.4337945945917</c:v>
                </c:pt>
                <c:pt idx="31">
                  <c:v>2833.039199999997</c:v>
                </c:pt>
                <c:pt idx="32">
                  <c:v>2833.9983891891861</c:v>
                </c:pt>
                <c:pt idx="33">
                  <c:v>2834.1970378378346</c:v>
                </c:pt>
                <c:pt idx="34">
                  <c:v>2835.0956864864834</c:v>
                </c:pt>
                <c:pt idx="35">
                  <c:v>2835.9943351351321</c:v>
                </c:pt>
                <c:pt idx="36">
                  <c:v>2836.89298378378</c:v>
                </c:pt>
                <c:pt idx="37">
                  <c:v>2837.7916324324287</c:v>
                </c:pt>
                <c:pt idx="38">
                  <c:v>2838.6902810810775</c:v>
                </c:pt>
                <c:pt idx="39">
                  <c:v>2838.1402810810778</c:v>
                </c:pt>
                <c:pt idx="40">
                  <c:v>2836.9048756756724</c:v>
                </c:pt>
                <c:pt idx="41">
                  <c:v>2834.483254054051</c:v>
                </c:pt>
                <c:pt idx="42">
                  <c:v>2831.3729837837809</c:v>
                </c:pt>
                <c:pt idx="43">
                  <c:v>2828.2627135135108</c:v>
                </c:pt>
                <c:pt idx="44">
                  <c:v>2825.1524432432411</c:v>
                </c:pt>
                <c:pt idx="45">
                  <c:v>2822.042172972971</c:v>
                </c:pt>
                <c:pt idx="46">
                  <c:v>2817.7189297297273</c:v>
                </c:pt>
                <c:pt idx="47">
                  <c:v>2815.434605405404</c:v>
                </c:pt>
                <c:pt idx="48">
                  <c:v>2815.2994702702681</c:v>
                </c:pt>
                <c:pt idx="49">
                  <c:v>2814.9740648648631</c:v>
                </c:pt>
                <c:pt idx="50">
                  <c:v>2814.6486594594576</c:v>
                </c:pt>
                <c:pt idx="51">
                  <c:v>2814.323254054053</c:v>
                </c:pt>
                <c:pt idx="52">
                  <c:v>2813.9978486486471</c:v>
                </c:pt>
                <c:pt idx="53">
                  <c:v>2813.672443243242</c:v>
                </c:pt>
                <c:pt idx="54">
                  <c:v>2813.3470378378365</c:v>
                </c:pt>
                <c:pt idx="55">
                  <c:v>2813.0216324324315</c:v>
                </c:pt>
                <c:pt idx="56">
                  <c:v>2810.8929837837832</c:v>
                </c:pt>
                <c:pt idx="57">
                  <c:v>2810.7513621621606</c:v>
                </c:pt>
                <c:pt idx="58">
                  <c:v>2810.4367675675662</c:v>
                </c:pt>
                <c:pt idx="59">
                  <c:v>2812.2400108108095</c:v>
                </c:pt>
                <c:pt idx="60">
                  <c:v>2814.5502810810799</c:v>
                </c:pt>
                <c:pt idx="61">
                  <c:v>2817.6967675675664</c:v>
                </c:pt>
                <c:pt idx="62">
                  <c:v>2820.8432540540534</c:v>
                </c:pt>
                <c:pt idx="63">
                  <c:v>2823.98974054054</c:v>
                </c:pt>
                <c:pt idx="64">
                  <c:v>2827.1362270270265</c:v>
                </c:pt>
                <c:pt idx="65">
                  <c:v>2830.282713513513</c:v>
                </c:pt>
                <c:pt idx="66">
                  <c:v>2832.1010918918914</c:v>
                </c:pt>
                <c:pt idx="67">
                  <c:v>2833.4275783783778</c:v>
                </c:pt>
                <c:pt idx="68">
                  <c:v>2833.5773081081079</c:v>
                </c:pt>
                <c:pt idx="69">
                  <c:v>2832.9002810810807</c:v>
                </c:pt>
                <c:pt idx="70">
                  <c:v>2832.223254054054</c:v>
                </c:pt>
                <c:pt idx="71">
                  <c:v>2831.5462270270268</c:v>
                </c:pt>
                <c:pt idx="72">
                  <c:v>2830.8692000000001</c:v>
                </c:pt>
                <c:pt idx="73">
                  <c:v>2830.1921729729729</c:v>
                </c:pt>
                <c:pt idx="74">
                  <c:v>2829.5151459459462</c:v>
                </c:pt>
                <c:pt idx="75">
                  <c:v>2828.838118918919</c:v>
                </c:pt>
                <c:pt idx="76">
                  <c:v>2829.6097405405408</c:v>
                </c:pt>
                <c:pt idx="77">
                  <c:v>2831.0667675675672</c:v>
                </c:pt>
                <c:pt idx="78">
                  <c:v>2833.7100108108107</c:v>
                </c:pt>
                <c:pt idx="79">
                  <c:v>2837.0419027027024</c:v>
                </c:pt>
                <c:pt idx="80">
                  <c:v>2840.3737945945945</c:v>
                </c:pt>
                <c:pt idx="81">
                  <c:v>2843.7056864864862</c:v>
                </c:pt>
                <c:pt idx="82">
                  <c:v>2847.0375783783779</c:v>
                </c:pt>
                <c:pt idx="83">
                  <c:v>2851.5824432432428</c:v>
                </c:pt>
                <c:pt idx="84">
                  <c:v>2854.088389189189</c:v>
                </c:pt>
                <c:pt idx="85">
                  <c:v>2854.4451459459456</c:v>
                </c:pt>
                <c:pt idx="86">
                  <c:v>2854.9921729729731</c:v>
                </c:pt>
                <c:pt idx="87">
                  <c:v>2855.5391999999997</c:v>
                </c:pt>
                <c:pt idx="88">
                  <c:v>2856.0862270270268</c:v>
                </c:pt>
                <c:pt idx="89">
                  <c:v>2856.6332540540534</c:v>
                </c:pt>
                <c:pt idx="90">
                  <c:v>2857.1802810810809</c:v>
                </c:pt>
                <c:pt idx="91">
                  <c:v>2856.3424432432425</c:v>
                </c:pt>
                <c:pt idx="92">
                  <c:v>2854.4148756756749</c:v>
                </c:pt>
                <c:pt idx="93">
                  <c:v>2854.163794594594</c:v>
                </c:pt>
                <c:pt idx="94">
                  <c:v>2852.5083891891882</c:v>
                </c:pt>
                <c:pt idx="95">
                  <c:v>2849.9210918918907</c:v>
                </c:pt>
                <c:pt idx="96">
                  <c:v>2848.9751459459449</c:v>
                </c:pt>
                <c:pt idx="97">
                  <c:v>2848.6005513513505</c:v>
                </c:pt>
                <c:pt idx="98">
                  <c:v>2847.7397405405395</c:v>
                </c:pt>
                <c:pt idx="99">
                  <c:v>2845.0305513513499</c:v>
                </c:pt>
                <c:pt idx="100">
                  <c:v>2842.3213621621608</c:v>
                </c:pt>
                <c:pt idx="101">
                  <c:v>2839.6121729729712</c:v>
                </c:pt>
                <c:pt idx="102">
                  <c:v>2836.902983783782</c:v>
                </c:pt>
                <c:pt idx="103">
                  <c:v>2834.1937945945929</c:v>
                </c:pt>
                <c:pt idx="104">
                  <c:v>2830.4421729729706</c:v>
                </c:pt>
                <c:pt idx="105">
                  <c:v>2827.1048756756732</c:v>
                </c:pt>
                <c:pt idx="106">
                  <c:v>2823.4819027027006</c:v>
                </c:pt>
                <c:pt idx="107">
                  <c:v>2818.9621729729711</c:v>
                </c:pt>
                <c:pt idx="108">
                  <c:v>2814.4424432432406</c:v>
                </c:pt>
                <c:pt idx="109">
                  <c:v>2809.9227135135106</c:v>
                </c:pt>
                <c:pt idx="110">
                  <c:v>2805.4029837837807</c:v>
                </c:pt>
                <c:pt idx="111">
                  <c:v>2800.8832540540507</c:v>
                </c:pt>
                <c:pt idx="112">
                  <c:v>2796.3635243243207</c:v>
                </c:pt>
                <c:pt idx="113">
                  <c:v>2791.8437945945907</c:v>
                </c:pt>
                <c:pt idx="114">
                  <c:v>2787.3240648648612</c:v>
                </c:pt>
                <c:pt idx="115">
                  <c:v>2782.8043351351312</c:v>
                </c:pt>
                <c:pt idx="116">
                  <c:v>2778.2846054054012</c:v>
                </c:pt>
                <c:pt idx="117">
                  <c:v>2773.7648756756716</c:v>
                </c:pt>
                <c:pt idx="118">
                  <c:v>2769.2451459459421</c:v>
                </c:pt>
                <c:pt idx="119">
                  <c:v>2764.7254162162121</c:v>
                </c:pt>
                <c:pt idx="120">
                  <c:v>2760.2056864864826</c:v>
                </c:pt>
                <c:pt idx="121">
                  <c:v>2755.6859567567531</c:v>
                </c:pt>
                <c:pt idx="122">
                  <c:v>2751.1662270270235</c:v>
                </c:pt>
                <c:pt idx="123">
                  <c:v>2746.646497297294</c:v>
                </c:pt>
                <c:pt idx="124">
                  <c:v>2742.126767567564</c:v>
                </c:pt>
                <c:pt idx="125">
                  <c:v>2737.6070378378345</c:v>
                </c:pt>
                <c:pt idx="126">
                  <c:v>2733.0873081081049</c:v>
                </c:pt>
                <c:pt idx="127">
                  <c:v>2728.5675783783754</c:v>
                </c:pt>
                <c:pt idx="128">
                  <c:v>2725.4327135135109</c:v>
                </c:pt>
                <c:pt idx="129">
                  <c:v>2723.3875783783756</c:v>
                </c:pt>
                <c:pt idx="130">
                  <c:v>2721.4691999999973</c:v>
                </c:pt>
                <c:pt idx="131">
                  <c:v>2718.9681189189159</c:v>
                </c:pt>
                <c:pt idx="132">
                  <c:v>2716.4670378378351</c:v>
                </c:pt>
                <c:pt idx="133">
                  <c:v>2712.8932540540513</c:v>
                </c:pt>
                <c:pt idx="134">
                  <c:v>2708.7481189189161</c:v>
                </c:pt>
                <c:pt idx="135">
                  <c:v>2705.0891999999972</c:v>
                </c:pt>
                <c:pt idx="136">
                  <c:v>2703.2786594594568</c:v>
                </c:pt>
                <c:pt idx="137">
                  <c:v>2701.4681189189159</c:v>
                </c:pt>
                <c:pt idx="138">
                  <c:v>2699.6575783783755</c:v>
                </c:pt>
                <c:pt idx="139">
                  <c:v>2697.8470378378352</c:v>
                </c:pt>
                <c:pt idx="140">
                  <c:v>2696.0364972972943</c:v>
                </c:pt>
                <c:pt idx="141">
                  <c:v>2695.2683891891866</c:v>
                </c:pt>
                <c:pt idx="142">
                  <c:v>2694.0859567567541</c:v>
                </c:pt>
                <c:pt idx="143">
                  <c:v>2693.1891999999971</c:v>
                </c:pt>
                <c:pt idx="144">
                  <c:v>2693.1891999999971</c:v>
                </c:pt>
                <c:pt idx="145">
                  <c:v>2693.1891999999971</c:v>
                </c:pt>
                <c:pt idx="146">
                  <c:v>2692.3794702702676</c:v>
                </c:pt>
                <c:pt idx="147">
                  <c:v>2691.8251459459434</c:v>
                </c:pt>
                <c:pt idx="148">
                  <c:v>2690.9927135135113</c:v>
                </c:pt>
                <c:pt idx="149">
                  <c:v>2689.8727135135109</c:v>
                </c:pt>
                <c:pt idx="150">
                  <c:v>2688.752713513511</c:v>
                </c:pt>
                <c:pt idx="151">
                  <c:v>2687.6327135135111</c:v>
                </c:pt>
                <c:pt idx="152">
                  <c:v>2686.5127135135108</c:v>
                </c:pt>
                <c:pt idx="153">
                  <c:v>2685.3927135135109</c:v>
                </c:pt>
                <c:pt idx="154">
                  <c:v>2684.272713513511</c:v>
                </c:pt>
                <c:pt idx="155">
                  <c:v>2683.1527135135107</c:v>
                </c:pt>
                <c:pt idx="156">
                  <c:v>2682.0327135135108</c:v>
                </c:pt>
                <c:pt idx="157">
                  <c:v>2680.9127135135104</c:v>
                </c:pt>
                <c:pt idx="158">
                  <c:v>2679.7927135135105</c:v>
                </c:pt>
                <c:pt idx="159">
                  <c:v>2678.6727135135097</c:v>
                </c:pt>
                <c:pt idx="160">
                  <c:v>2677.5527135135098</c:v>
                </c:pt>
                <c:pt idx="161">
                  <c:v>2676.4327135135095</c:v>
                </c:pt>
                <c:pt idx="162">
                  <c:v>2675.3127135135096</c:v>
                </c:pt>
                <c:pt idx="163">
                  <c:v>2674.1927135135093</c:v>
                </c:pt>
                <c:pt idx="164">
                  <c:v>2673.0727135135094</c:v>
                </c:pt>
                <c:pt idx="165">
                  <c:v>2671.9527135135095</c:v>
                </c:pt>
                <c:pt idx="166">
                  <c:v>2670.8327135135091</c:v>
                </c:pt>
                <c:pt idx="167">
                  <c:v>2669.7127135135092</c:v>
                </c:pt>
                <c:pt idx="168">
                  <c:v>2668.5927135135089</c:v>
                </c:pt>
                <c:pt idx="169">
                  <c:v>2667.472713513509</c:v>
                </c:pt>
                <c:pt idx="170">
                  <c:v>2666.3527135135091</c:v>
                </c:pt>
                <c:pt idx="171">
                  <c:v>2665.2327135135088</c:v>
                </c:pt>
                <c:pt idx="172">
                  <c:v>2664.1127135135093</c:v>
                </c:pt>
                <c:pt idx="173">
                  <c:v>2662.992713513509</c:v>
                </c:pt>
                <c:pt idx="174">
                  <c:v>2661.8727135135091</c:v>
                </c:pt>
                <c:pt idx="175">
                  <c:v>2660.7527135135092</c:v>
                </c:pt>
                <c:pt idx="176">
                  <c:v>2659.6327135135093</c:v>
                </c:pt>
                <c:pt idx="177">
                  <c:v>2658.5127135135094</c:v>
                </c:pt>
                <c:pt idx="178">
                  <c:v>2657.3927135135091</c:v>
                </c:pt>
                <c:pt idx="179">
                  <c:v>2656.2727135135092</c:v>
                </c:pt>
                <c:pt idx="180">
                  <c:v>2655.1527135135093</c:v>
                </c:pt>
                <c:pt idx="181">
                  <c:v>2654.0327135135094</c:v>
                </c:pt>
                <c:pt idx="182">
                  <c:v>2652.9127135135095</c:v>
                </c:pt>
                <c:pt idx="183">
                  <c:v>2652.6024432432391</c:v>
                </c:pt>
                <c:pt idx="184">
                  <c:v>2652.0367675675634</c:v>
                </c:pt>
                <c:pt idx="185">
                  <c:v>2651.7491999999957</c:v>
                </c:pt>
                <c:pt idx="186">
                  <c:v>2651.7491999999957</c:v>
                </c:pt>
                <c:pt idx="187">
                  <c:v>2651.7491999999957</c:v>
                </c:pt>
                <c:pt idx="188">
                  <c:v>2651.7491999999957</c:v>
                </c:pt>
                <c:pt idx="189">
                  <c:v>2653.2721729729687</c:v>
                </c:pt>
                <c:pt idx="190">
                  <c:v>2655.4610918918879</c:v>
                </c:pt>
                <c:pt idx="191">
                  <c:v>2657.5705513513476</c:v>
                </c:pt>
                <c:pt idx="192">
                  <c:v>2658.7964972972936</c:v>
                </c:pt>
                <c:pt idx="193">
                  <c:v>2660.0224432432396</c:v>
                </c:pt>
                <c:pt idx="194">
                  <c:v>2661.2483891891852</c:v>
                </c:pt>
                <c:pt idx="195">
                  <c:v>2662.4743351351312</c:v>
                </c:pt>
                <c:pt idx="196">
                  <c:v>2663.7002810810773</c:v>
                </c:pt>
                <c:pt idx="197">
                  <c:v>2664.9262270270233</c:v>
                </c:pt>
                <c:pt idx="198">
                  <c:v>2666.5154162162125</c:v>
                </c:pt>
                <c:pt idx="199">
                  <c:v>2667.9683891891859</c:v>
                </c:pt>
                <c:pt idx="200">
                  <c:v>2669.3191999999967</c:v>
                </c:pt>
                <c:pt idx="201">
                  <c:v>2670.9386594594566</c:v>
                </c:pt>
                <c:pt idx="202">
                  <c:v>2672.5581189189161</c:v>
                </c:pt>
                <c:pt idx="203">
                  <c:v>2674.177578378376</c:v>
                </c:pt>
                <c:pt idx="204">
                  <c:v>2675.7970378378354</c:v>
                </c:pt>
                <c:pt idx="205">
                  <c:v>2677.4164972972953</c:v>
                </c:pt>
                <c:pt idx="206">
                  <c:v>2679.0359567567548</c:v>
                </c:pt>
                <c:pt idx="207">
                  <c:v>2680.6554162162151</c:v>
                </c:pt>
                <c:pt idx="208">
                  <c:v>2682.2748756756746</c:v>
                </c:pt>
                <c:pt idx="209">
                  <c:v>2683.894335135135</c:v>
                </c:pt>
                <c:pt idx="210">
                  <c:v>2685.5137945945944</c:v>
                </c:pt>
                <c:pt idx="211">
                  <c:v>2687.1332540540539</c:v>
                </c:pt>
                <c:pt idx="212">
                  <c:v>2688.3748756756754</c:v>
                </c:pt>
                <c:pt idx="213">
                  <c:v>2690.2602810810804</c:v>
                </c:pt>
                <c:pt idx="214">
                  <c:v>2693.1348756756752</c:v>
                </c:pt>
                <c:pt idx="215">
                  <c:v>2695.8764972972958</c:v>
                </c:pt>
                <c:pt idx="216">
                  <c:v>2698.6181189189178</c:v>
                </c:pt>
                <c:pt idx="217">
                  <c:v>2701.3597405405385</c:v>
                </c:pt>
                <c:pt idx="218">
                  <c:v>2704.1013621621605</c:v>
                </c:pt>
                <c:pt idx="219">
                  <c:v>2706.8429837837812</c:v>
                </c:pt>
                <c:pt idx="220">
                  <c:v>2709.5846054054027</c:v>
                </c:pt>
                <c:pt idx="221">
                  <c:v>2712.3262270270243</c:v>
                </c:pt>
                <c:pt idx="222">
                  <c:v>2715.0678486486454</c:v>
                </c:pt>
                <c:pt idx="223">
                  <c:v>2717.809470270267</c:v>
                </c:pt>
                <c:pt idx="224">
                  <c:v>2720.5510918918881</c:v>
                </c:pt>
                <c:pt idx="225">
                  <c:v>2723.2927135135096</c:v>
                </c:pt>
                <c:pt idx="226">
                  <c:v>2724.5113621621581</c:v>
                </c:pt>
                <c:pt idx="227">
                  <c:v>2725.0640648648609</c:v>
                </c:pt>
                <c:pt idx="228">
                  <c:v>2725.6962270270233</c:v>
                </c:pt>
                <c:pt idx="229">
                  <c:v>2727.2119027026988</c:v>
                </c:pt>
                <c:pt idx="230">
                  <c:v>2729.4946054054012</c:v>
                </c:pt>
                <c:pt idx="231">
                  <c:v>2731.8129837837796</c:v>
                </c:pt>
                <c:pt idx="232">
                  <c:v>2734.4102810810773</c:v>
                </c:pt>
                <c:pt idx="233">
                  <c:v>2737.8459567567525</c:v>
                </c:pt>
                <c:pt idx="234">
                  <c:v>2741.2816324324285</c:v>
                </c:pt>
                <c:pt idx="235">
                  <c:v>2744.3540648648614</c:v>
                </c:pt>
                <c:pt idx="236">
                  <c:v>2747.5627135135101</c:v>
                </c:pt>
                <c:pt idx="237">
                  <c:v>2750.8735243243209</c:v>
                </c:pt>
                <c:pt idx="238">
                  <c:v>2753.9156864864826</c:v>
                </c:pt>
                <c:pt idx="239">
                  <c:v>2756.9578486486448</c:v>
                </c:pt>
                <c:pt idx="240">
                  <c:v>2760.5773081081047</c:v>
                </c:pt>
                <c:pt idx="241">
                  <c:v>2764.7708216216183</c:v>
                </c:pt>
                <c:pt idx="242">
                  <c:v>2768.9189297297266</c:v>
                </c:pt>
                <c:pt idx="243">
                  <c:v>2773.3200108108076</c:v>
                </c:pt>
                <c:pt idx="244">
                  <c:v>2777.721091891889</c:v>
                </c:pt>
                <c:pt idx="245">
                  <c:v>2782.1221729729705</c:v>
                </c:pt>
                <c:pt idx="246">
                  <c:v>2786.5232540540514</c:v>
                </c:pt>
                <c:pt idx="247">
                  <c:v>2790.9243351351329</c:v>
                </c:pt>
                <c:pt idx="248">
                  <c:v>2795.3254162162139</c:v>
                </c:pt>
                <c:pt idx="249">
                  <c:v>2800.1043351351327</c:v>
                </c:pt>
                <c:pt idx="250">
                  <c:v>2804.2394702702677</c:v>
                </c:pt>
                <c:pt idx="251">
                  <c:v>2807.3854162162138</c:v>
                </c:pt>
                <c:pt idx="252">
                  <c:v>2810.6643351351327</c:v>
                </c:pt>
                <c:pt idx="253">
                  <c:v>2813.9432540540515</c:v>
                </c:pt>
                <c:pt idx="254">
                  <c:v>2817.2221729729708</c:v>
                </c:pt>
                <c:pt idx="255">
                  <c:v>2820.5010918918897</c:v>
                </c:pt>
                <c:pt idx="256">
                  <c:v>2823.7800108108086</c:v>
                </c:pt>
                <c:pt idx="257">
                  <c:v>2827.0589297297279</c:v>
                </c:pt>
                <c:pt idx="258">
                  <c:v>2830.3378486486467</c:v>
                </c:pt>
                <c:pt idx="259">
                  <c:v>2833.6167675675661</c:v>
                </c:pt>
                <c:pt idx="260">
                  <c:v>2836.4091999999987</c:v>
                </c:pt>
                <c:pt idx="261">
                  <c:v>2839.2275783783771</c:v>
                </c:pt>
                <c:pt idx="262">
                  <c:v>2842.0037945945933</c:v>
                </c:pt>
                <c:pt idx="263">
                  <c:v>2845.1789297297287</c:v>
                </c:pt>
                <c:pt idx="264">
                  <c:v>2848.3540648648641</c:v>
                </c:pt>
                <c:pt idx="265">
                  <c:v>2851.5291999999995</c:v>
                </c:pt>
                <c:pt idx="266">
                  <c:v>2854.7043351351344</c:v>
                </c:pt>
                <c:pt idx="267">
                  <c:v>2857.1124432432425</c:v>
                </c:pt>
                <c:pt idx="268">
                  <c:v>2859.4848756756751</c:v>
                </c:pt>
                <c:pt idx="269">
                  <c:v>2861.5783891891888</c:v>
                </c:pt>
                <c:pt idx="270">
                  <c:v>2863.7567675675668</c:v>
                </c:pt>
                <c:pt idx="271">
                  <c:v>2864.7735243243237</c:v>
                </c:pt>
                <c:pt idx="272">
                  <c:v>2866.3729837837827</c:v>
                </c:pt>
                <c:pt idx="273">
                  <c:v>2868.5002810810797</c:v>
                </c:pt>
                <c:pt idx="274">
                  <c:v>2870.6275783783772</c:v>
                </c:pt>
                <c:pt idx="275">
                  <c:v>2872.7548756756746</c:v>
                </c:pt>
                <c:pt idx="276">
                  <c:v>2874.8821729729716</c:v>
                </c:pt>
                <c:pt idx="277">
                  <c:v>2876.4321729729713</c:v>
                </c:pt>
                <c:pt idx="278">
                  <c:v>2877.4081189189169</c:v>
                </c:pt>
                <c:pt idx="279">
                  <c:v>2878.4294702702682</c:v>
                </c:pt>
                <c:pt idx="280">
                  <c:v>2879.197848648646</c:v>
                </c:pt>
                <c:pt idx="281">
                  <c:v>2879.9662270270242</c:v>
                </c:pt>
                <c:pt idx="282">
                  <c:v>2880.7346054054019</c:v>
                </c:pt>
                <c:pt idx="283">
                  <c:v>2881.5029837837801</c:v>
                </c:pt>
                <c:pt idx="284">
                  <c:v>2882.3697405405364</c:v>
                </c:pt>
                <c:pt idx="285">
                  <c:v>2883.9648756756719</c:v>
                </c:pt>
                <c:pt idx="286">
                  <c:v>2884.2375783783746</c:v>
                </c:pt>
                <c:pt idx="287">
                  <c:v>2884.5594702702665</c:v>
                </c:pt>
                <c:pt idx="288">
                  <c:v>2884.8813621621584</c:v>
                </c:pt>
                <c:pt idx="289">
                  <c:v>2885.2032540540504</c:v>
                </c:pt>
                <c:pt idx="290">
                  <c:v>2885.5251459459423</c:v>
                </c:pt>
                <c:pt idx="291">
                  <c:v>2885.8470378378352</c:v>
                </c:pt>
                <c:pt idx="292">
                  <c:v>2886.5113621621595</c:v>
                </c:pt>
                <c:pt idx="293">
                  <c:v>2885.9743351351322</c:v>
                </c:pt>
                <c:pt idx="294">
                  <c:v>2885.4694702702673</c:v>
                </c:pt>
                <c:pt idx="295">
                  <c:v>2885.4319027026995</c:v>
                </c:pt>
                <c:pt idx="296">
                  <c:v>2885.3943351351322</c:v>
                </c:pt>
                <c:pt idx="297">
                  <c:v>2885.8432540540512</c:v>
                </c:pt>
                <c:pt idx="298">
                  <c:v>2886.2662270270243</c:v>
                </c:pt>
                <c:pt idx="299">
                  <c:v>2886.7313621621593</c:v>
                </c:pt>
                <c:pt idx="300">
                  <c:v>2886.7975783783763</c:v>
                </c:pt>
                <c:pt idx="301">
                  <c:v>2886.8637945945925</c:v>
                </c:pt>
                <c:pt idx="302">
                  <c:v>2886.9300108108087</c:v>
                </c:pt>
                <c:pt idx="303">
                  <c:v>2887.4219027027007</c:v>
                </c:pt>
                <c:pt idx="304">
                  <c:v>2888.2505513513488</c:v>
                </c:pt>
                <c:pt idx="305">
                  <c:v>2888.5759567567538</c:v>
                </c:pt>
                <c:pt idx="306">
                  <c:v>2888.4927135135113</c:v>
                </c:pt>
                <c:pt idx="307">
                  <c:v>2887.4862270270251</c:v>
                </c:pt>
                <c:pt idx="308">
                  <c:v>2887.6413621621605</c:v>
                </c:pt>
                <c:pt idx="309">
                  <c:v>2887.2137945945929</c:v>
                </c:pt>
                <c:pt idx="310">
                  <c:v>2886.2583891891873</c:v>
                </c:pt>
                <c:pt idx="311">
                  <c:v>2885.3029837837821</c:v>
                </c:pt>
                <c:pt idx="312">
                  <c:v>2884.3475783783761</c:v>
                </c:pt>
                <c:pt idx="313">
                  <c:v>2883.3921729729709</c:v>
                </c:pt>
                <c:pt idx="314">
                  <c:v>2882.4367675675653</c:v>
                </c:pt>
                <c:pt idx="315">
                  <c:v>2880.5354162162143</c:v>
                </c:pt>
                <c:pt idx="316">
                  <c:v>2878.2802810810781</c:v>
                </c:pt>
                <c:pt idx="317">
                  <c:v>2876.9540648648622</c:v>
                </c:pt>
                <c:pt idx="318">
                  <c:v>2876.1216324324296</c:v>
                </c:pt>
                <c:pt idx="319">
                  <c:v>2875.2891999999974</c:v>
                </c:pt>
                <c:pt idx="320">
                  <c:v>2875.9891999999977</c:v>
                </c:pt>
                <c:pt idx="321">
                  <c:v>2877.3343351351318</c:v>
                </c:pt>
                <c:pt idx="322">
                  <c:v>2878.1402810810782</c:v>
                </c:pt>
                <c:pt idx="323">
                  <c:v>2880.5032540540506</c:v>
                </c:pt>
                <c:pt idx="324">
                  <c:v>2882.8170378378345</c:v>
                </c:pt>
                <c:pt idx="325">
                  <c:v>2885.1308216216175</c:v>
                </c:pt>
                <c:pt idx="326">
                  <c:v>2887.4446054054015</c:v>
                </c:pt>
                <c:pt idx="327">
                  <c:v>2889.7583891891845</c:v>
                </c:pt>
                <c:pt idx="328">
                  <c:v>2892.0721729729685</c:v>
                </c:pt>
                <c:pt idx="329">
                  <c:v>2894.0435243243192</c:v>
                </c:pt>
                <c:pt idx="330">
                  <c:v>2897.2162270270214</c:v>
                </c:pt>
                <c:pt idx="331">
                  <c:v>2900.3567675675622</c:v>
                </c:pt>
                <c:pt idx="332">
                  <c:v>2903.0300108108049</c:v>
                </c:pt>
                <c:pt idx="333">
                  <c:v>2905.7032540540486</c:v>
                </c:pt>
                <c:pt idx="334">
                  <c:v>2908.3764972972913</c:v>
                </c:pt>
                <c:pt idx="335">
                  <c:v>2911.0497405405345</c:v>
                </c:pt>
                <c:pt idx="336">
                  <c:v>2913.7229837837772</c:v>
                </c:pt>
                <c:pt idx="337">
                  <c:v>2916.3962270270204</c:v>
                </c:pt>
                <c:pt idx="338">
                  <c:v>2919.069470270264</c:v>
                </c:pt>
                <c:pt idx="339">
                  <c:v>2921.7427135135072</c:v>
                </c:pt>
                <c:pt idx="340">
                  <c:v>2923.990281081075</c:v>
                </c:pt>
                <c:pt idx="341">
                  <c:v>2925.9010918918857</c:v>
                </c:pt>
                <c:pt idx="342">
                  <c:v>2928.31514594594</c:v>
                </c:pt>
                <c:pt idx="343">
                  <c:v>2931.1378486486428</c:v>
                </c:pt>
                <c:pt idx="344">
                  <c:v>2933.9605513513452</c:v>
                </c:pt>
                <c:pt idx="345">
                  <c:v>2936.783254054048</c:v>
                </c:pt>
                <c:pt idx="346">
                  <c:v>2939.6059567567509</c:v>
                </c:pt>
                <c:pt idx="347">
                  <c:v>2942.4286594594537</c:v>
                </c:pt>
                <c:pt idx="348">
                  <c:v>2945.2513621621565</c:v>
                </c:pt>
                <c:pt idx="349">
                  <c:v>2948.0740648648589</c:v>
                </c:pt>
                <c:pt idx="350">
                  <c:v>2950.8967675675617</c:v>
                </c:pt>
                <c:pt idx="351">
                  <c:v>2953.7194702702645</c:v>
                </c:pt>
                <c:pt idx="352">
                  <c:v>2957.4881189189132</c:v>
                </c:pt>
                <c:pt idx="353">
                  <c:v>2961.6105513513453</c:v>
                </c:pt>
                <c:pt idx="354">
                  <c:v>2964.8040648648589</c:v>
                </c:pt>
                <c:pt idx="355">
                  <c:v>2967.5037945945887</c:v>
                </c:pt>
                <c:pt idx="356">
                  <c:v>2970.2035243243186</c:v>
                </c:pt>
                <c:pt idx="357">
                  <c:v>2971.370821621616</c:v>
                </c:pt>
                <c:pt idx="358">
                  <c:v>2971.7946054053996</c:v>
                </c:pt>
                <c:pt idx="359">
                  <c:v>2972.0291999999945</c:v>
                </c:pt>
                <c:pt idx="360">
                  <c:v>2972.0291999999945</c:v>
                </c:pt>
                <c:pt idx="361">
                  <c:v>2972.0291999999945</c:v>
                </c:pt>
                <c:pt idx="362">
                  <c:v>2972.0291999999945</c:v>
                </c:pt>
                <c:pt idx="363">
                  <c:v>2972.0291999999945</c:v>
                </c:pt>
                <c:pt idx="364">
                  <c:v>2972.0291999999945</c:v>
                </c:pt>
                <c:pt idx="365">
                  <c:v>2971.9124432432377</c:v>
                </c:pt>
                <c:pt idx="366">
                  <c:v>2972.2302810810756</c:v>
                </c:pt>
                <c:pt idx="367">
                  <c:v>2972.5140648648594</c:v>
                </c:pt>
                <c:pt idx="368">
                  <c:v>2972.8513621621573</c:v>
                </c:pt>
                <c:pt idx="369">
                  <c:v>2973.1886594594548</c:v>
                </c:pt>
                <c:pt idx="370">
                  <c:v>2973.5259567567523</c:v>
                </c:pt>
                <c:pt idx="371">
                  <c:v>2973.8632540540498</c:v>
                </c:pt>
                <c:pt idx="372">
                  <c:v>2974.2005513513477</c:v>
                </c:pt>
                <c:pt idx="373">
                  <c:v>2974.5378486486452</c:v>
                </c:pt>
                <c:pt idx="374">
                  <c:v>2974.8751459459427</c:v>
                </c:pt>
                <c:pt idx="375">
                  <c:v>2975.2124432432402</c:v>
                </c:pt>
                <c:pt idx="376">
                  <c:v>2975.5497405405376</c:v>
                </c:pt>
                <c:pt idx="377">
                  <c:v>2975.8870378378356</c:v>
                </c:pt>
                <c:pt idx="378">
                  <c:v>2976.2243351351331</c:v>
                </c:pt>
                <c:pt idx="379">
                  <c:v>2976.5616324324301</c:v>
                </c:pt>
                <c:pt idx="380">
                  <c:v>2976.8989297297276</c:v>
                </c:pt>
                <c:pt idx="381">
                  <c:v>2977.2362270270255</c:v>
                </c:pt>
                <c:pt idx="382">
                  <c:v>2977.5735243243225</c:v>
                </c:pt>
                <c:pt idx="383">
                  <c:v>2977.9108216216196</c:v>
                </c:pt>
                <c:pt idx="384">
                  <c:v>2978.248118918917</c:v>
                </c:pt>
                <c:pt idx="385">
                  <c:v>2978.5854162162141</c:v>
                </c:pt>
                <c:pt idx="386">
                  <c:v>2978.9227135135111</c:v>
                </c:pt>
                <c:pt idx="387">
                  <c:v>2979.2600108108086</c:v>
                </c:pt>
                <c:pt idx="388">
                  <c:v>2979.5973081081056</c:v>
                </c:pt>
                <c:pt idx="389">
                  <c:v>2979.9346054054026</c:v>
                </c:pt>
                <c:pt idx="390">
                  <c:v>2980.2719027027001</c:v>
                </c:pt>
                <c:pt idx="391">
                  <c:v>2980.6091999999971</c:v>
                </c:pt>
                <c:pt idx="392">
                  <c:v>2980.9464972972942</c:v>
                </c:pt>
                <c:pt idx="393">
                  <c:v>2981.2837945945921</c:v>
                </c:pt>
                <c:pt idx="394">
                  <c:v>2981.6210918918891</c:v>
                </c:pt>
                <c:pt idx="395">
                  <c:v>2981.9583891891862</c:v>
                </c:pt>
                <c:pt idx="396">
                  <c:v>2982.2956864864841</c:v>
                </c:pt>
                <c:pt idx="397">
                  <c:v>2982.6329837837811</c:v>
                </c:pt>
                <c:pt idx="398">
                  <c:v>2982.9702810810782</c:v>
                </c:pt>
                <c:pt idx="399">
                  <c:v>2983.3075783783756</c:v>
                </c:pt>
                <c:pt idx="400">
                  <c:v>2983.6448756756727</c:v>
                </c:pt>
                <c:pt idx="401">
                  <c:v>2983.9821729729701</c:v>
                </c:pt>
                <c:pt idx="402">
                  <c:v>2984.4362270270244</c:v>
                </c:pt>
                <c:pt idx="403">
                  <c:v>2983.6254162162131</c:v>
                </c:pt>
                <c:pt idx="404">
                  <c:v>2983.2654162162135</c:v>
                </c:pt>
                <c:pt idx="405">
                  <c:v>2983.6724432432402</c:v>
                </c:pt>
                <c:pt idx="406">
                  <c:v>2983.5783891891861</c:v>
                </c:pt>
                <c:pt idx="407">
                  <c:v>2983.4843351351315</c:v>
                </c:pt>
                <c:pt idx="408">
                  <c:v>2983.3902810810773</c:v>
                </c:pt>
                <c:pt idx="409">
                  <c:v>2983.2962270270232</c:v>
                </c:pt>
                <c:pt idx="410">
                  <c:v>2983.2021729729686</c:v>
                </c:pt>
                <c:pt idx="411">
                  <c:v>2983.1081189189144</c:v>
                </c:pt>
                <c:pt idx="412">
                  <c:v>2983.0140648648598</c:v>
                </c:pt>
                <c:pt idx="413">
                  <c:v>2982.9200108108057</c:v>
                </c:pt>
                <c:pt idx="414">
                  <c:v>2982.8259567567511</c:v>
                </c:pt>
                <c:pt idx="415">
                  <c:v>2983.0108216216163</c:v>
                </c:pt>
                <c:pt idx="416">
                  <c:v>2983.0351459459403</c:v>
                </c:pt>
                <c:pt idx="417">
                  <c:v>2982.8259567567511</c:v>
                </c:pt>
                <c:pt idx="418">
                  <c:v>2982.4610918918861</c:v>
                </c:pt>
                <c:pt idx="419">
                  <c:v>2982.0962270270211</c:v>
                </c:pt>
                <c:pt idx="420">
                  <c:v>2981.7313621621565</c:v>
                </c:pt>
                <c:pt idx="421">
                  <c:v>2981.3664972972924</c:v>
                </c:pt>
                <c:pt idx="422">
                  <c:v>2981.0016324324279</c:v>
                </c:pt>
                <c:pt idx="423">
                  <c:v>2980.6367675675633</c:v>
                </c:pt>
                <c:pt idx="424">
                  <c:v>2980.2719027026988</c:v>
                </c:pt>
                <c:pt idx="425">
                  <c:v>2979.9070378378342</c:v>
                </c:pt>
                <c:pt idx="426">
                  <c:v>2979.5421729729701</c:v>
                </c:pt>
                <c:pt idx="427">
                  <c:v>2979.1773081081055</c:v>
                </c:pt>
                <c:pt idx="428">
                  <c:v>2978.812443243241</c:v>
                </c:pt>
                <c:pt idx="429">
                  <c:v>2978.447578378376</c:v>
                </c:pt>
                <c:pt idx="430">
                  <c:v>2978.0827135135114</c:v>
                </c:pt>
                <c:pt idx="431">
                  <c:v>2977.7178486486469</c:v>
                </c:pt>
                <c:pt idx="432">
                  <c:v>2977.3529837837818</c:v>
                </c:pt>
                <c:pt idx="433">
                  <c:v>2976.9881189189168</c:v>
                </c:pt>
                <c:pt idx="434">
                  <c:v>2976.6232540540523</c:v>
                </c:pt>
                <c:pt idx="435">
                  <c:v>2976.2583891891873</c:v>
                </c:pt>
                <c:pt idx="436">
                  <c:v>2976.632983783782</c:v>
                </c:pt>
                <c:pt idx="437">
                  <c:v>2977.9691999999977</c:v>
                </c:pt>
                <c:pt idx="438">
                  <c:v>2979.2664972972948</c:v>
                </c:pt>
                <c:pt idx="439">
                  <c:v>2980.2524432432406</c:v>
                </c:pt>
                <c:pt idx="440">
                  <c:v>2982.0686594594567</c:v>
                </c:pt>
                <c:pt idx="441">
                  <c:v>2983.4681189189155</c:v>
                </c:pt>
                <c:pt idx="442">
                  <c:v>2984.0470378378345</c:v>
                </c:pt>
                <c:pt idx="443">
                  <c:v>2985.1270378378345</c:v>
                </c:pt>
                <c:pt idx="444">
                  <c:v>2986.2070378378339</c:v>
                </c:pt>
                <c:pt idx="445">
                  <c:v>2987.2870378378343</c:v>
                </c:pt>
                <c:pt idx="446">
                  <c:v>2988.3670378378342</c:v>
                </c:pt>
                <c:pt idx="447">
                  <c:v>2989.4470378378337</c:v>
                </c:pt>
                <c:pt idx="448">
                  <c:v>2990.5351459459421</c:v>
                </c:pt>
                <c:pt idx="449">
                  <c:v>2992.1064972972931</c:v>
                </c:pt>
                <c:pt idx="450">
                  <c:v>2993.7864972972934</c:v>
                </c:pt>
                <c:pt idx="451">
                  <c:v>2995.4778486486448</c:v>
                </c:pt>
                <c:pt idx="452">
                  <c:v>2996.890281081076</c:v>
                </c:pt>
                <c:pt idx="453">
                  <c:v>2998.4632540540492</c:v>
                </c:pt>
                <c:pt idx="454">
                  <c:v>3000.2697405405356</c:v>
                </c:pt>
                <c:pt idx="455">
                  <c:v>3002.2319027026979</c:v>
                </c:pt>
                <c:pt idx="456">
                  <c:v>3004.1940648648597</c:v>
                </c:pt>
                <c:pt idx="457">
                  <c:v>3006.1562270270224</c:v>
                </c:pt>
                <c:pt idx="458">
                  <c:v>3008.1183891891842</c:v>
                </c:pt>
                <c:pt idx="459">
                  <c:v>3010.0805513513465</c:v>
                </c:pt>
                <c:pt idx="460">
                  <c:v>3012.0427135135083</c:v>
                </c:pt>
                <c:pt idx="461">
                  <c:v>3014.004875675671</c:v>
                </c:pt>
                <c:pt idx="462">
                  <c:v>3015.9670378378328</c:v>
                </c:pt>
                <c:pt idx="463">
                  <c:v>3017.9291999999946</c:v>
                </c:pt>
                <c:pt idx="464">
                  <c:v>3019.8913621621568</c:v>
                </c:pt>
                <c:pt idx="465">
                  <c:v>3021.8535243243191</c:v>
                </c:pt>
                <c:pt idx="466">
                  <c:v>3023.8156864864809</c:v>
                </c:pt>
                <c:pt idx="467">
                  <c:v>3025.7778486486432</c:v>
                </c:pt>
                <c:pt idx="468">
                  <c:v>3027.7400108108054</c:v>
                </c:pt>
                <c:pt idx="469">
                  <c:v>3029.7021729729677</c:v>
                </c:pt>
                <c:pt idx="470">
                  <c:v>3031.6643351351299</c:v>
                </c:pt>
                <c:pt idx="471">
                  <c:v>3033.6264972972926</c:v>
                </c:pt>
                <c:pt idx="472">
                  <c:v>3035.5886594594544</c:v>
                </c:pt>
                <c:pt idx="473">
                  <c:v>3036.8113621621574</c:v>
                </c:pt>
                <c:pt idx="474">
                  <c:v>3037.072443243238</c:v>
                </c:pt>
                <c:pt idx="475">
                  <c:v>3037.3724432432386</c:v>
                </c:pt>
                <c:pt idx="476">
                  <c:v>3037.9837945945897</c:v>
                </c:pt>
                <c:pt idx="477">
                  <c:v>3038.5951459459411</c:v>
                </c:pt>
                <c:pt idx="478">
                  <c:v>3039.2064972972926</c:v>
                </c:pt>
                <c:pt idx="479">
                  <c:v>3039.817848648644</c:v>
                </c:pt>
                <c:pt idx="480">
                  <c:v>3040.429199999995</c:v>
                </c:pt>
                <c:pt idx="481">
                  <c:v>3041.0405513513465</c:v>
                </c:pt>
                <c:pt idx="482">
                  <c:v>3041.651902702698</c:v>
                </c:pt>
                <c:pt idx="483">
                  <c:v>3042.2632540540494</c:v>
                </c:pt>
                <c:pt idx="484">
                  <c:v>3042.8746054054004</c:v>
                </c:pt>
                <c:pt idx="485">
                  <c:v>3043.4778486486439</c:v>
                </c:pt>
                <c:pt idx="486">
                  <c:v>3043.5978486486438</c:v>
                </c:pt>
                <c:pt idx="487">
                  <c:v>3043.6091999999953</c:v>
                </c:pt>
                <c:pt idx="488">
                  <c:v>3043.6091999999953</c:v>
                </c:pt>
                <c:pt idx="489">
                  <c:v>3043.6091999999953</c:v>
                </c:pt>
                <c:pt idx="490">
                  <c:v>3043.6091999999953</c:v>
                </c:pt>
                <c:pt idx="491">
                  <c:v>3043.6091999999953</c:v>
                </c:pt>
                <c:pt idx="492">
                  <c:v>3043.6091999999953</c:v>
                </c:pt>
                <c:pt idx="493">
                  <c:v>3043.6091999999953</c:v>
                </c:pt>
                <c:pt idx="494">
                  <c:v>3043.6091999999953</c:v>
                </c:pt>
                <c:pt idx="495">
                  <c:v>3043.6091999999953</c:v>
                </c:pt>
                <c:pt idx="496">
                  <c:v>3043.6091999999953</c:v>
                </c:pt>
                <c:pt idx="497">
                  <c:v>3043.6091999999953</c:v>
                </c:pt>
                <c:pt idx="498">
                  <c:v>3043.6091999999953</c:v>
                </c:pt>
                <c:pt idx="499">
                  <c:v>3043.6091999999953</c:v>
                </c:pt>
                <c:pt idx="500">
                  <c:v>3043.6091999999953</c:v>
                </c:pt>
                <c:pt idx="501">
                  <c:v>3043.151902702698</c:v>
                </c:pt>
                <c:pt idx="502">
                  <c:v>3043.6724432432388</c:v>
                </c:pt>
                <c:pt idx="503">
                  <c:v>3044.2448756756712</c:v>
                </c:pt>
                <c:pt idx="504">
                  <c:v>3044.3697405405364</c:v>
                </c:pt>
                <c:pt idx="505">
                  <c:v>3044.4946054054017</c:v>
                </c:pt>
                <c:pt idx="506">
                  <c:v>3043.3546054054018</c:v>
                </c:pt>
                <c:pt idx="507">
                  <c:v>3040.5751459459425</c:v>
                </c:pt>
                <c:pt idx="508">
                  <c:v>3035.6983891891855</c:v>
                </c:pt>
                <c:pt idx="509">
                  <c:v>3030.8216324324289</c:v>
                </c:pt>
                <c:pt idx="510">
                  <c:v>3025.9448756756719</c:v>
                </c:pt>
                <c:pt idx="511">
                  <c:v>3021.0681189189154</c:v>
                </c:pt>
                <c:pt idx="512">
                  <c:v>3016.1913621621584</c:v>
                </c:pt>
                <c:pt idx="513">
                  <c:v>3011.3146054054014</c:v>
                </c:pt>
                <c:pt idx="514">
                  <c:v>3006.4378486486448</c:v>
                </c:pt>
                <c:pt idx="515">
                  <c:v>3001.5610918918878</c:v>
                </c:pt>
                <c:pt idx="516">
                  <c:v>2996.6843351351313</c:v>
                </c:pt>
                <c:pt idx="517">
                  <c:v>2991.8075783783738</c:v>
                </c:pt>
                <c:pt idx="518">
                  <c:v>2986.9308216216168</c:v>
                </c:pt>
                <c:pt idx="519">
                  <c:v>2982.0540648648594</c:v>
                </c:pt>
                <c:pt idx="520">
                  <c:v>2977.1773081081024</c:v>
                </c:pt>
                <c:pt idx="521">
                  <c:v>2972.3005513513449</c:v>
                </c:pt>
                <c:pt idx="522">
                  <c:v>2967.4237945945883</c:v>
                </c:pt>
                <c:pt idx="523">
                  <c:v>2962.5470378378313</c:v>
                </c:pt>
                <c:pt idx="524">
                  <c:v>2957.6702810810748</c:v>
                </c:pt>
                <c:pt idx="525">
                  <c:v>2952.7935243243178</c:v>
                </c:pt>
                <c:pt idx="526">
                  <c:v>2947.9167675675608</c:v>
                </c:pt>
                <c:pt idx="527">
                  <c:v>2943.0400108108042</c:v>
                </c:pt>
                <c:pt idx="528">
                  <c:v>2938.1632540540472</c:v>
                </c:pt>
                <c:pt idx="529">
                  <c:v>2933.2864972972907</c:v>
                </c:pt>
                <c:pt idx="530">
                  <c:v>2928.4097405405341</c:v>
                </c:pt>
                <c:pt idx="531">
                  <c:v>2923.5329837837776</c:v>
                </c:pt>
                <c:pt idx="532">
                  <c:v>2918.656227027021</c:v>
                </c:pt>
                <c:pt idx="533">
                  <c:v>2913.779470270264</c:v>
                </c:pt>
                <c:pt idx="534">
                  <c:v>2909.6635243243181</c:v>
                </c:pt>
                <c:pt idx="535">
                  <c:v>2906.1786594594532</c:v>
                </c:pt>
                <c:pt idx="536">
                  <c:v>2903.0883891891835</c:v>
                </c:pt>
                <c:pt idx="537">
                  <c:v>2900.1102810810748</c:v>
                </c:pt>
                <c:pt idx="538">
                  <c:v>2897.5894702702653</c:v>
                </c:pt>
                <c:pt idx="539">
                  <c:v>2894.0908216216171</c:v>
                </c:pt>
                <c:pt idx="540">
                  <c:v>2890.5402810810765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F9-44E8-89CB-A240DA9D7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78396783"/>
        <c:axId val="1178410223"/>
      </c:lineChart>
      <c:catAx>
        <c:axId val="11783967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10223"/>
        <c:crosses val="autoZero"/>
        <c:auto val="1"/>
        <c:lblAlgn val="ctr"/>
        <c:lblOffset val="100"/>
        <c:noMultiLvlLbl val="0"/>
      </c:catAx>
      <c:valAx>
        <c:axId val="1178410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396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Decidir qué mercado negociar y el marco de tiempo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Definir la premisa del sistema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ACA279-17D1-430E-B835-1B211FF5433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F46681-E356-4FC4-A68F-DF959AE89AA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pPr>
            <a:buNone/>
          </a:pPr>
          <a:r>
            <a:rPr lang="es-CO" b="1" dirty="0"/>
            <a:t>Mercados</a:t>
          </a:r>
          <a:endParaRPr lang="en-US" dirty="0"/>
        </a:p>
      </dgm:t>
    </dgm:pt>
    <dgm:pt modelId="{E52C0EED-5109-4E5C-BFB4-9D074BBFF8D3}" type="parTrans" cxnId="{E8F7C3D4-4D09-441A-BB27-6D1B0046A4F6}">
      <dgm:prSet/>
      <dgm:spPr/>
      <dgm:t>
        <a:bodyPr/>
        <a:lstStyle/>
        <a:p>
          <a:endParaRPr lang="en-US"/>
        </a:p>
      </dgm:t>
    </dgm:pt>
    <dgm:pt modelId="{F6411D27-A44B-4FD6-8577-1D47A01FB38E}" type="sibTrans" cxnId="{E8F7C3D4-4D09-441A-BB27-6D1B0046A4F6}">
      <dgm:prSet/>
      <dgm:spPr/>
      <dgm:t>
        <a:bodyPr/>
        <a:lstStyle/>
        <a:p>
          <a:endParaRPr lang="en-US"/>
        </a:p>
      </dgm:t>
    </dgm:pt>
    <dgm:pt modelId="{AD77D872-8BBE-407A-896F-730854EF0FBF}">
      <dgm:prSet phldrT="[Texto]"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Acciones e indicies </a:t>
          </a:r>
          <a:endParaRPr lang="en-US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A2FF6714-AD9F-48B5-A111-9816FB86C7AB}" type="parTrans" cxnId="{EA667C47-D2EC-45FC-9C0B-BB1F88B17C29}">
      <dgm:prSet/>
      <dgm:spPr/>
      <dgm:t>
        <a:bodyPr/>
        <a:lstStyle/>
        <a:p>
          <a:endParaRPr lang="en-US"/>
        </a:p>
      </dgm:t>
    </dgm:pt>
    <dgm:pt modelId="{B1158D76-7A0F-4A12-B8F4-4DDD2B38A09E}" type="sibTrans" cxnId="{EA667C47-D2EC-45FC-9C0B-BB1F88B17C29}">
      <dgm:prSet/>
      <dgm:spPr/>
      <dgm:t>
        <a:bodyPr/>
        <a:lstStyle/>
        <a:p>
          <a:endParaRPr lang="en-US"/>
        </a:p>
      </dgm:t>
    </dgm:pt>
    <dgm:pt modelId="{67D50BE8-AB3A-4717-8C02-74EFEC1CD90D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pPr>
            <a:buNone/>
          </a:pPr>
          <a:r>
            <a:rPr lang="es-CO" b="1" dirty="0"/>
            <a:t>Marcos de tiempo:</a:t>
          </a:r>
          <a:endParaRPr lang="en-US" dirty="0"/>
        </a:p>
      </dgm:t>
    </dgm:pt>
    <dgm:pt modelId="{EF572CED-23B9-40BC-93E2-50B714C3E770}" type="parTrans" cxnId="{A036C5B7-BD6E-4BBD-8CDE-20B6B5813A61}">
      <dgm:prSet/>
      <dgm:spPr/>
      <dgm:t>
        <a:bodyPr/>
        <a:lstStyle/>
        <a:p>
          <a:endParaRPr lang="en-US"/>
        </a:p>
      </dgm:t>
    </dgm:pt>
    <dgm:pt modelId="{7FCAD165-F3A5-48BC-BAE6-9F5A3D28694A}" type="sibTrans" cxnId="{A036C5B7-BD6E-4BBD-8CDE-20B6B5813A61}">
      <dgm:prSet/>
      <dgm:spPr/>
      <dgm:t>
        <a:bodyPr/>
        <a:lstStyle/>
        <a:p>
          <a:endParaRPr lang="en-US"/>
        </a:p>
      </dgm:t>
    </dgm:pt>
    <dgm:pt modelId="{51C0740C-D147-481F-BF9F-7F7847703902}">
      <dgm:prSet phldrT="[Texto]"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Tick</a:t>
          </a: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 </a:t>
          </a:r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bars</a:t>
          </a: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, </a:t>
          </a:r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tick</a:t>
          </a: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 volumen </a:t>
          </a:r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bars</a:t>
          </a: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, </a:t>
          </a:r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etc</a:t>
          </a:r>
          <a:endParaRPr lang="en-US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2EC4F1F2-E900-4A25-9947-722C9D89E482}" type="parTrans" cxnId="{58752087-BF59-4C92-BF62-2F54A6D70AB6}">
      <dgm:prSet/>
      <dgm:spPr/>
      <dgm:t>
        <a:bodyPr/>
        <a:lstStyle/>
        <a:p>
          <a:endParaRPr lang="en-US"/>
        </a:p>
      </dgm:t>
    </dgm:pt>
    <dgm:pt modelId="{0085F610-7585-4B11-84AF-6437E5D62FD1}" type="sibTrans" cxnId="{58752087-BF59-4C92-BF62-2F54A6D70AB6}">
      <dgm:prSet/>
      <dgm:spPr/>
      <dgm:t>
        <a:bodyPr/>
        <a:lstStyle/>
        <a:p>
          <a:endParaRPr lang="en-US"/>
        </a:p>
      </dgm:t>
    </dgm:pt>
    <dgm:pt modelId="{54ABFD07-1223-4FD1-8F5B-18D85431A8E7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>
              <a:solidFill>
                <a:schemeClr val="accent5">
                  <a:lumMod val="85000"/>
                  <a:lumOff val="15000"/>
                </a:schemeClr>
              </a:solidFill>
            </a:rPr>
            <a:t>Divisas</a:t>
          </a:r>
          <a:endParaRPr lang="es-CO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D62388BE-853E-40B0-B7B0-FB6A3F1AFDC6}" type="parTrans" cxnId="{E95A7A0B-0C9B-48BF-9AA7-DF9892D7A326}">
      <dgm:prSet/>
      <dgm:spPr/>
      <dgm:t>
        <a:bodyPr/>
        <a:lstStyle/>
        <a:p>
          <a:endParaRPr lang="en-US"/>
        </a:p>
      </dgm:t>
    </dgm:pt>
    <dgm:pt modelId="{9337DFA6-1B8C-40FC-A5CF-6B575E499316}" type="sibTrans" cxnId="{E95A7A0B-0C9B-48BF-9AA7-DF9892D7A326}">
      <dgm:prSet/>
      <dgm:spPr/>
      <dgm:t>
        <a:bodyPr/>
        <a:lstStyle/>
        <a:p>
          <a:endParaRPr lang="en-US"/>
        </a:p>
      </dgm:t>
    </dgm:pt>
    <dgm:pt modelId="{E2CF379C-C4B2-4D4C-99D4-7521F06A6DCD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>
              <a:solidFill>
                <a:schemeClr val="accent5">
                  <a:lumMod val="85000"/>
                  <a:lumOff val="15000"/>
                </a:schemeClr>
              </a:solidFill>
            </a:rPr>
            <a:t>Materias primas </a:t>
          </a:r>
          <a:endParaRPr lang="es-CO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90AF94EB-A7AE-4237-9180-1352FBC12E60}" type="parTrans" cxnId="{9A9A9BCC-528D-4818-AFC1-E0ADFEB4BC25}">
      <dgm:prSet/>
      <dgm:spPr/>
      <dgm:t>
        <a:bodyPr/>
        <a:lstStyle/>
        <a:p>
          <a:endParaRPr lang="en-US"/>
        </a:p>
      </dgm:t>
    </dgm:pt>
    <dgm:pt modelId="{28BD81AE-5B83-4E40-9E11-27C14AEED180}" type="sibTrans" cxnId="{9A9A9BCC-528D-4818-AFC1-E0ADFEB4BC25}">
      <dgm:prSet/>
      <dgm:spPr/>
      <dgm:t>
        <a:bodyPr/>
        <a:lstStyle/>
        <a:p>
          <a:endParaRPr lang="en-US"/>
        </a:p>
      </dgm:t>
    </dgm:pt>
    <dgm:pt modelId="{B38E96AD-5B06-48F6-9A8A-CFE623A0A812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Bonos </a:t>
          </a:r>
        </a:p>
      </dgm:t>
    </dgm:pt>
    <dgm:pt modelId="{1BBA5B80-C877-48F4-9ED0-E8C3693AC8F1}" type="parTrans" cxnId="{CEC9E450-DECE-40C1-BFC0-FC49764D7ACE}">
      <dgm:prSet/>
      <dgm:spPr/>
      <dgm:t>
        <a:bodyPr/>
        <a:lstStyle/>
        <a:p>
          <a:endParaRPr lang="en-US"/>
        </a:p>
      </dgm:t>
    </dgm:pt>
    <dgm:pt modelId="{C58BBF3E-EDDE-4616-A005-123F9AE64B53}" type="sibTrans" cxnId="{CEC9E450-DECE-40C1-BFC0-FC49764D7ACE}">
      <dgm:prSet/>
      <dgm:spPr/>
      <dgm:t>
        <a:bodyPr/>
        <a:lstStyle/>
        <a:p>
          <a:endParaRPr lang="en-US"/>
        </a:p>
      </dgm:t>
    </dgm:pt>
    <dgm:pt modelId="{83FAD084-99A9-44F4-A25C-B269B76F80E2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Intradía (pueden ser más difícil de predecir porque hay más ruido)</a:t>
          </a:r>
        </a:p>
      </dgm:t>
    </dgm:pt>
    <dgm:pt modelId="{F8AE0E09-FB3F-4CA1-8AB0-9168618E668D}" type="parTrans" cxnId="{75BBF381-A6AA-43CF-86BE-89926E1DEFF9}">
      <dgm:prSet/>
      <dgm:spPr/>
      <dgm:t>
        <a:bodyPr/>
        <a:lstStyle/>
        <a:p>
          <a:endParaRPr lang="en-US"/>
        </a:p>
      </dgm:t>
    </dgm:pt>
    <dgm:pt modelId="{74AFB953-79D7-4B72-BEF5-B6A4305448B5}" type="sibTrans" cxnId="{75BBF381-A6AA-43CF-86BE-89926E1DEFF9}">
      <dgm:prSet/>
      <dgm:spPr/>
      <dgm:t>
        <a:bodyPr/>
        <a:lstStyle/>
        <a:p>
          <a:endParaRPr lang="en-US"/>
        </a:p>
      </dgm:t>
    </dgm:pt>
    <dgm:pt modelId="{EB15930E-4119-4C7D-8912-9E3A43CED1BC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>
              <a:solidFill>
                <a:schemeClr val="accent5">
                  <a:lumMod val="85000"/>
                  <a:lumOff val="15000"/>
                </a:schemeClr>
              </a:solidFill>
            </a:rPr>
            <a:t>Diarios </a:t>
          </a:r>
          <a:endParaRPr lang="es-CO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453F5A5-EEF9-4F5D-BEAE-3A407EB0DC56}" type="parTrans" cxnId="{7089F048-ED33-4BDD-B702-B0D5E476193B}">
      <dgm:prSet/>
      <dgm:spPr/>
      <dgm:t>
        <a:bodyPr/>
        <a:lstStyle/>
        <a:p>
          <a:endParaRPr lang="en-US"/>
        </a:p>
      </dgm:t>
    </dgm:pt>
    <dgm:pt modelId="{8DC1D0B2-2A08-44E6-83A0-34E09A924FC3}" type="sibTrans" cxnId="{7089F048-ED33-4BDD-B702-B0D5E476193B}">
      <dgm:prSet/>
      <dgm:spPr/>
      <dgm:t>
        <a:bodyPr/>
        <a:lstStyle/>
        <a:p>
          <a:endParaRPr lang="en-US"/>
        </a:p>
      </dgm:t>
    </dgm:pt>
    <dgm:pt modelId="{1CCA3E5B-EA91-42C6-9162-672A4C2C1FA0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>
              <a:solidFill>
                <a:schemeClr val="accent5">
                  <a:lumMod val="85000"/>
                  <a:lumOff val="15000"/>
                </a:schemeClr>
              </a:solidFill>
            </a:rPr>
            <a:t>Semanales o mensuales (“son más fáciles de predecir”)</a:t>
          </a:r>
          <a:endParaRPr lang="es-CO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C632525-80D0-423C-8C94-9F9AACD3FAB2}" type="parTrans" cxnId="{15ED088D-F515-4464-94FF-E8CA22B5185D}">
      <dgm:prSet/>
      <dgm:spPr/>
      <dgm:t>
        <a:bodyPr/>
        <a:lstStyle/>
        <a:p>
          <a:endParaRPr lang="en-US"/>
        </a:p>
      </dgm:t>
    </dgm:pt>
    <dgm:pt modelId="{32A1D671-8A1D-4759-BF04-EE82506D5861}" type="sibTrans" cxnId="{15ED088D-F515-4464-94FF-E8CA22B5185D}">
      <dgm:prSet/>
      <dgm:spPr/>
      <dgm:t>
        <a:bodyPr/>
        <a:lstStyle/>
        <a:p>
          <a:endParaRPr lang="en-US"/>
        </a:p>
      </dgm:t>
    </dgm:pt>
    <dgm:pt modelId="{CF78DBD9-34F1-4CF6-A07B-3089706C8308}">
      <dgm:prSet/>
      <dgm:spPr>
        <a:noFill/>
        <a:ln>
          <a:solidFill>
            <a:schemeClr val="accent2">
              <a:lumMod val="75000"/>
              <a:alpha val="90000"/>
            </a:schemeClr>
          </a:solidFill>
        </a:ln>
      </dgm:spPr>
      <dgm:t>
        <a:bodyPr/>
        <a:lstStyle/>
        <a:p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Crypto</a:t>
          </a: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 divisas</a:t>
          </a:r>
        </a:p>
      </dgm:t>
    </dgm:pt>
    <dgm:pt modelId="{130042A0-C620-4FFC-8885-CAA3A1E166E8}" type="parTrans" cxnId="{E7A53ABC-18D4-4E6B-83E8-6B9EEB3D9017}">
      <dgm:prSet/>
      <dgm:spPr/>
      <dgm:t>
        <a:bodyPr/>
        <a:lstStyle/>
        <a:p>
          <a:endParaRPr lang="en-US"/>
        </a:p>
      </dgm:t>
    </dgm:pt>
    <dgm:pt modelId="{8BB21982-8698-48DC-B956-52F540492EFE}" type="sibTrans" cxnId="{E7A53ABC-18D4-4E6B-83E8-6B9EEB3D9017}">
      <dgm:prSet/>
      <dgm:spPr/>
      <dgm:t>
        <a:bodyPr/>
        <a:lstStyle/>
        <a:p>
          <a:endParaRPr lang="en-US"/>
        </a:p>
      </dgm:t>
    </dgm:pt>
    <dgm:pt modelId="{B52D7717-29F3-42AF-987D-DB8F78931A72}" type="pres">
      <dgm:prSet presAssocID="{EEACA279-17D1-430E-B835-1B211FF5433F}" presName="Name0" presStyleCnt="0">
        <dgm:presLayoutVars>
          <dgm:dir/>
          <dgm:animLvl val="lvl"/>
          <dgm:resizeHandles val="exact"/>
        </dgm:presLayoutVars>
      </dgm:prSet>
      <dgm:spPr/>
    </dgm:pt>
    <dgm:pt modelId="{A279731D-2F64-45A8-84D8-B6B78181738C}" type="pres">
      <dgm:prSet presAssocID="{51F46681-E356-4FC4-A68F-DF959AE89AAF}" presName="composite" presStyleCnt="0"/>
      <dgm:spPr/>
    </dgm:pt>
    <dgm:pt modelId="{FD09CCAB-6E71-43F6-83E8-67C9227478B7}" type="pres">
      <dgm:prSet presAssocID="{51F46681-E356-4FC4-A68F-DF959AE89AA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0E9AB27-443D-49D3-9986-085DDDA2D334}" type="pres">
      <dgm:prSet presAssocID="{51F46681-E356-4FC4-A68F-DF959AE89AAF}" presName="desTx" presStyleLbl="alignAccFollowNode1" presStyleIdx="0" presStyleCnt="2">
        <dgm:presLayoutVars>
          <dgm:bulletEnabled val="1"/>
        </dgm:presLayoutVars>
      </dgm:prSet>
      <dgm:spPr/>
    </dgm:pt>
    <dgm:pt modelId="{4436F763-A1EC-4A83-B1AC-CFC25A49332A}" type="pres">
      <dgm:prSet presAssocID="{F6411D27-A44B-4FD6-8577-1D47A01FB38E}" presName="space" presStyleCnt="0"/>
      <dgm:spPr/>
    </dgm:pt>
    <dgm:pt modelId="{6E9441AF-96D6-41CB-8A25-76F4F5A66DE6}" type="pres">
      <dgm:prSet presAssocID="{67D50BE8-AB3A-4717-8C02-74EFEC1CD90D}" presName="composite" presStyleCnt="0"/>
      <dgm:spPr/>
    </dgm:pt>
    <dgm:pt modelId="{E665D61E-0293-4E0D-9E57-E089738327D1}" type="pres">
      <dgm:prSet presAssocID="{67D50BE8-AB3A-4717-8C02-74EFEC1CD90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D156291-7BFD-4B97-928E-2861B1A04F35}" type="pres">
      <dgm:prSet presAssocID="{67D50BE8-AB3A-4717-8C02-74EFEC1CD90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95A7A0B-0C9B-48BF-9AA7-DF9892D7A326}" srcId="{51F46681-E356-4FC4-A68F-DF959AE89AAF}" destId="{54ABFD07-1223-4FD1-8F5B-18D85431A8E7}" srcOrd="1" destOrd="0" parTransId="{D62388BE-853E-40B0-B7B0-FB6A3F1AFDC6}" sibTransId="{9337DFA6-1B8C-40FC-A5CF-6B575E499316}"/>
    <dgm:cxn modelId="{0EB49D24-71F2-4C6C-959D-2444DD89AC0E}" type="presOf" srcId="{CF78DBD9-34F1-4CF6-A07B-3089706C8308}" destId="{40E9AB27-443D-49D3-9986-085DDDA2D334}" srcOrd="0" destOrd="4" presId="urn:microsoft.com/office/officeart/2005/8/layout/hList1"/>
    <dgm:cxn modelId="{A24AD724-B5EF-4DE1-904E-8FF8C9F39213}" type="presOf" srcId="{B38E96AD-5B06-48F6-9A8A-CFE623A0A812}" destId="{40E9AB27-443D-49D3-9986-085DDDA2D334}" srcOrd="0" destOrd="3" presId="urn:microsoft.com/office/officeart/2005/8/layout/hList1"/>
    <dgm:cxn modelId="{C5C7AB29-5ECA-40C2-8C20-FAE5B32B9235}" type="presOf" srcId="{51F46681-E356-4FC4-A68F-DF959AE89AAF}" destId="{FD09CCAB-6E71-43F6-83E8-67C9227478B7}" srcOrd="0" destOrd="0" presId="urn:microsoft.com/office/officeart/2005/8/layout/hList1"/>
    <dgm:cxn modelId="{9DD33D65-4AAA-44E2-890B-FEEC6C54676D}" type="presOf" srcId="{E2CF379C-C4B2-4D4C-99D4-7521F06A6DCD}" destId="{40E9AB27-443D-49D3-9986-085DDDA2D334}" srcOrd="0" destOrd="2" presId="urn:microsoft.com/office/officeart/2005/8/layout/hList1"/>
    <dgm:cxn modelId="{EA667C47-D2EC-45FC-9C0B-BB1F88B17C29}" srcId="{51F46681-E356-4FC4-A68F-DF959AE89AAF}" destId="{AD77D872-8BBE-407A-896F-730854EF0FBF}" srcOrd="0" destOrd="0" parTransId="{A2FF6714-AD9F-48B5-A111-9816FB86C7AB}" sibTransId="{B1158D76-7A0F-4A12-B8F4-4DDD2B38A09E}"/>
    <dgm:cxn modelId="{7089F048-ED33-4BDD-B702-B0D5E476193B}" srcId="{67D50BE8-AB3A-4717-8C02-74EFEC1CD90D}" destId="{EB15930E-4119-4C7D-8912-9E3A43CED1BC}" srcOrd="2" destOrd="0" parTransId="{3453F5A5-EEF9-4F5D-BEAE-3A407EB0DC56}" sibTransId="{8DC1D0B2-2A08-44E6-83A0-34E09A924FC3}"/>
    <dgm:cxn modelId="{CEC9E450-DECE-40C1-BFC0-FC49764D7ACE}" srcId="{51F46681-E356-4FC4-A68F-DF959AE89AAF}" destId="{B38E96AD-5B06-48F6-9A8A-CFE623A0A812}" srcOrd="3" destOrd="0" parTransId="{1BBA5B80-C877-48F4-9ED0-E8C3693AC8F1}" sibTransId="{C58BBF3E-EDDE-4616-A005-123F9AE64B53}"/>
    <dgm:cxn modelId="{9D663D74-9710-4A00-9028-EAAEB2D9A263}" type="presOf" srcId="{51C0740C-D147-481F-BF9F-7F7847703902}" destId="{0D156291-7BFD-4B97-928E-2861B1A04F35}" srcOrd="0" destOrd="0" presId="urn:microsoft.com/office/officeart/2005/8/layout/hList1"/>
    <dgm:cxn modelId="{53084F57-F14F-4BE8-BE20-DBBB8EAA57D7}" type="presOf" srcId="{67D50BE8-AB3A-4717-8C02-74EFEC1CD90D}" destId="{E665D61E-0293-4E0D-9E57-E089738327D1}" srcOrd="0" destOrd="0" presId="urn:microsoft.com/office/officeart/2005/8/layout/hList1"/>
    <dgm:cxn modelId="{BD5FAA7B-8587-491B-B82A-9CB74693EC41}" type="presOf" srcId="{83FAD084-99A9-44F4-A25C-B269B76F80E2}" destId="{0D156291-7BFD-4B97-928E-2861B1A04F35}" srcOrd="0" destOrd="1" presId="urn:microsoft.com/office/officeart/2005/8/layout/hList1"/>
    <dgm:cxn modelId="{75BBF381-A6AA-43CF-86BE-89926E1DEFF9}" srcId="{67D50BE8-AB3A-4717-8C02-74EFEC1CD90D}" destId="{83FAD084-99A9-44F4-A25C-B269B76F80E2}" srcOrd="1" destOrd="0" parTransId="{F8AE0E09-FB3F-4CA1-8AB0-9168618E668D}" sibTransId="{74AFB953-79D7-4B72-BEF5-B6A4305448B5}"/>
    <dgm:cxn modelId="{58752087-BF59-4C92-BF62-2F54A6D70AB6}" srcId="{67D50BE8-AB3A-4717-8C02-74EFEC1CD90D}" destId="{51C0740C-D147-481F-BF9F-7F7847703902}" srcOrd="0" destOrd="0" parTransId="{2EC4F1F2-E900-4A25-9947-722C9D89E482}" sibTransId="{0085F610-7585-4B11-84AF-6437E5D62FD1}"/>
    <dgm:cxn modelId="{15ED088D-F515-4464-94FF-E8CA22B5185D}" srcId="{67D50BE8-AB3A-4717-8C02-74EFEC1CD90D}" destId="{1CCA3E5B-EA91-42C6-9162-672A4C2C1FA0}" srcOrd="3" destOrd="0" parTransId="{CC632525-80D0-423C-8C94-9F9AACD3FAB2}" sibTransId="{32A1D671-8A1D-4759-BF04-EE82506D5861}"/>
    <dgm:cxn modelId="{6ABDC0B5-F06E-4668-9C9B-ADAE55223BBD}" type="presOf" srcId="{AD77D872-8BBE-407A-896F-730854EF0FBF}" destId="{40E9AB27-443D-49D3-9986-085DDDA2D334}" srcOrd="0" destOrd="0" presId="urn:microsoft.com/office/officeart/2005/8/layout/hList1"/>
    <dgm:cxn modelId="{A036C5B7-BD6E-4BBD-8CDE-20B6B5813A61}" srcId="{EEACA279-17D1-430E-B835-1B211FF5433F}" destId="{67D50BE8-AB3A-4717-8C02-74EFEC1CD90D}" srcOrd="1" destOrd="0" parTransId="{EF572CED-23B9-40BC-93E2-50B714C3E770}" sibTransId="{7FCAD165-F3A5-48BC-BAE6-9F5A3D28694A}"/>
    <dgm:cxn modelId="{E7A53ABC-18D4-4E6B-83E8-6B9EEB3D9017}" srcId="{51F46681-E356-4FC4-A68F-DF959AE89AAF}" destId="{CF78DBD9-34F1-4CF6-A07B-3089706C8308}" srcOrd="4" destOrd="0" parTransId="{130042A0-C620-4FFC-8885-CAA3A1E166E8}" sibTransId="{8BB21982-8698-48DC-B956-52F540492EFE}"/>
    <dgm:cxn modelId="{9A9A9BCC-528D-4818-AFC1-E0ADFEB4BC25}" srcId="{51F46681-E356-4FC4-A68F-DF959AE89AAF}" destId="{E2CF379C-C4B2-4D4C-99D4-7521F06A6DCD}" srcOrd="2" destOrd="0" parTransId="{90AF94EB-A7AE-4237-9180-1352FBC12E60}" sibTransId="{28BD81AE-5B83-4E40-9E11-27C14AEED180}"/>
    <dgm:cxn modelId="{E8F7C3D4-4D09-441A-BB27-6D1B0046A4F6}" srcId="{EEACA279-17D1-430E-B835-1B211FF5433F}" destId="{51F46681-E356-4FC4-A68F-DF959AE89AAF}" srcOrd="0" destOrd="0" parTransId="{E52C0EED-5109-4E5C-BFB4-9D074BBFF8D3}" sibTransId="{F6411D27-A44B-4FD6-8577-1D47A01FB38E}"/>
    <dgm:cxn modelId="{F595DEDF-3C20-4627-9335-3360827A2C8B}" type="presOf" srcId="{54ABFD07-1223-4FD1-8F5B-18D85431A8E7}" destId="{40E9AB27-443D-49D3-9986-085DDDA2D334}" srcOrd="0" destOrd="1" presId="urn:microsoft.com/office/officeart/2005/8/layout/hList1"/>
    <dgm:cxn modelId="{F266B1E7-CA27-4337-B682-A2A4C3306C57}" type="presOf" srcId="{EEACA279-17D1-430E-B835-1B211FF5433F}" destId="{B52D7717-29F3-42AF-987D-DB8F78931A72}" srcOrd="0" destOrd="0" presId="urn:microsoft.com/office/officeart/2005/8/layout/hList1"/>
    <dgm:cxn modelId="{16DA01F9-5469-4302-97F6-3093A025E9E2}" type="presOf" srcId="{1CCA3E5B-EA91-42C6-9162-672A4C2C1FA0}" destId="{0D156291-7BFD-4B97-928E-2861B1A04F35}" srcOrd="0" destOrd="3" presId="urn:microsoft.com/office/officeart/2005/8/layout/hList1"/>
    <dgm:cxn modelId="{87C773F9-E429-46A8-ACAD-DBC9198969F2}" type="presOf" srcId="{EB15930E-4119-4C7D-8912-9E3A43CED1BC}" destId="{0D156291-7BFD-4B97-928E-2861B1A04F35}" srcOrd="0" destOrd="2" presId="urn:microsoft.com/office/officeart/2005/8/layout/hList1"/>
    <dgm:cxn modelId="{A1596C8B-EB8D-4291-B45E-35AF089DE7D0}" type="presParOf" srcId="{B52D7717-29F3-42AF-987D-DB8F78931A72}" destId="{A279731D-2F64-45A8-84D8-B6B78181738C}" srcOrd="0" destOrd="0" presId="urn:microsoft.com/office/officeart/2005/8/layout/hList1"/>
    <dgm:cxn modelId="{E66D15EE-13EF-43B5-A600-E176643E599B}" type="presParOf" srcId="{A279731D-2F64-45A8-84D8-B6B78181738C}" destId="{FD09CCAB-6E71-43F6-83E8-67C9227478B7}" srcOrd="0" destOrd="0" presId="urn:microsoft.com/office/officeart/2005/8/layout/hList1"/>
    <dgm:cxn modelId="{C3E7738A-8AE2-4BB4-BF70-A544FAF49C04}" type="presParOf" srcId="{A279731D-2F64-45A8-84D8-B6B78181738C}" destId="{40E9AB27-443D-49D3-9986-085DDDA2D334}" srcOrd="1" destOrd="0" presId="urn:microsoft.com/office/officeart/2005/8/layout/hList1"/>
    <dgm:cxn modelId="{FEC52425-C312-4342-AC17-DD6F182ACFBE}" type="presParOf" srcId="{B52D7717-29F3-42AF-987D-DB8F78931A72}" destId="{4436F763-A1EC-4A83-B1AC-CFC25A49332A}" srcOrd="1" destOrd="0" presId="urn:microsoft.com/office/officeart/2005/8/layout/hList1"/>
    <dgm:cxn modelId="{EF232DD3-38C5-4D9F-8048-778B43E31593}" type="presParOf" srcId="{B52D7717-29F3-42AF-987D-DB8F78931A72}" destId="{6E9441AF-96D6-41CB-8A25-76F4F5A66DE6}" srcOrd="2" destOrd="0" presId="urn:microsoft.com/office/officeart/2005/8/layout/hList1"/>
    <dgm:cxn modelId="{09DAA9B2-3C7E-4BF0-B688-9BFD0017DFE8}" type="presParOf" srcId="{6E9441AF-96D6-41CB-8A25-76F4F5A66DE6}" destId="{E665D61E-0293-4E0D-9E57-E089738327D1}" srcOrd="0" destOrd="0" presId="urn:microsoft.com/office/officeart/2005/8/layout/hList1"/>
    <dgm:cxn modelId="{E6B7B2EA-6E3C-460F-B993-3980236BA6F5}" type="presParOf" srcId="{6E9441AF-96D6-41CB-8A25-76F4F5A66DE6}" destId="{0D156291-7BFD-4B97-928E-2861B1A04F3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619AC3-9F3E-446E-B229-750DDDE4F12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12E9C985-207C-4FE4-8524-1B47CCCA3EAF}">
      <dgm:prSet phldrT="[Texto]"/>
      <dgm:spPr>
        <a:noFill/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50000"/>
                  <a:lumOff val="50000"/>
                </a:schemeClr>
              </a:solidFill>
            </a:rPr>
            <a:t>Definan el mercado:</a:t>
          </a:r>
        </a:p>
        <a:p>
          <a:r>
            <a:rPr lang="en-US" b="1" dirty="0">
              <a:solidFill>
                <a:schemeClr val="tx1"/>
              </a:solidFill>
            </a:rPr>
            <a:t>S&amp;P 500, </a:t>
          </a:r>
          <a:r>
            <a:rPr lang="en-US" b="1" dirty="0" err="1">
              <a:solidFill>
                <a:schemeClr val="tx1"/>
              </a:solidFill>
            </a:rPr>
            <a:t>representado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por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el</a:t>
          </a:r>
          <a:r>
            <a:rPr lang="en-US" b="1" dirty="0">
              <a:solidFill>
                <a:schemeClr val="tx1"/>
              </a:solidFill>
            </a:rPr>
            <a:t> SPY</a:t>
          </a:r>
        </a:p>
      </dgm:t>
    </dgm:pt>
    <dgm:pt modelId="{DBB82E08-F2DC-4A39-B6B8-6C8209AF6B70}" type="parTrans" cxnId="{0E95F938-4385-40BD-8049-2994705EFB9A}">
      <dgm:prSet/>
      <dgm:spPr/>
      <dgm:t>
        <a:bodyPr/>
        <a:lstStyle/>
        <a:p>
          <a:endParaRPr lang="en-US"/>
        </a:p>
      </dgm:t>
    </dgm:pt>
    <dgm:pt modelId="{D0F26B0C-DB1E-4C8F-BB06-03BCEB6E911F}" type="sibTrans" cxnId="{0E95F938-4385-40BD-8049-2994705EFB9A}">
      <dgm:prSet/>
      <dgm:spPr/>
      <dgm:t>
        <a:bodyPr/>
        <a:lstStyle/>
        <a:p>
          <a:endParaRPr lang="en-US"/>
        </a:p>
      </dgm:t>
    </dgm:pt>
    <dgm:pt modelId="{0411F69F-E7D0-461C-9FB8-2EA81D1EDC50}">
      <dgm:prSet phldrT="[Texto]"/>
      <dgm:spPr>
        <a:noFill/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50000"/>
                  <a:lumOff val="50000"/>
                </a:schemeClr>
              </a:solidFill>
            </a:rPr>
            <a:t>Escojan el marco de tiempo. Esto debe basarse en la forma que van a operar:</a:t>
          </a:r>
        </a:p>
        <a:p>
          <a:r>
            <a:rPr lang="es-CO" b="1" dirty="0">
              <a:solidFill>
                <a:schemeClr val="accent5">
                  <a:lumMod val="50000"/>
                  <a:lumOff val="50000"/>
                </a:schemeClr>
              </a:solidFill>
            </a:rPr>
            <a:t>Diario </a:t>
          </a:r>
          <a:endParaRPr lang="en-US" b="1" dirty="0"/>
        </a:p>
      </dgm:t>
    </dgm:pt>
    <dgm:pt modelId="{F95218F8-1E9F-4517-8E09-7C4B027FB7A3}" type="parTrans" cxnId="{9B3E63C7-6C42-480B-9741-239EEFD875EB}">
      <dgm:prSet/>
      <dgm:spPr/>
      <dgm:t>
        <a:bodyPr/>
        <a:lstStyle/>
        <a:p>
          <a:endParaRPr lang="en-US"/>
        </a:p>
      </dgm:t>
    </dgm:pt>
    <dgm:pt modelId="{99046798-5CD3-4E56-A5C7-6E9810FE51E4}" type="sibTrans" cxnId="{9B3E63C7-6C42-480B-9741-239EEFD875EB}">
      <dgm:prSet/>
      <dgm:spPr/>
      <dgm:t>
        <a:bodyPr/>
        <a:lstStyle/>
        <a:p>
          <a:endParaRPr lang="en-US"/>
        </a:p>
      </dgm:t>
    </dgm:pt>
    <dgm:pt modelId="{49D714C5-8EFA-464A-8D0A-1E00C38BFADA}">
      <dgm:prSet phldrT="[Texto]"/>
      <dgm:spPr>
        <a:noFill/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50000"/>
                  <a:lumOff val="50000"/>
                </a:schemeClr>
              </a:solidFill>
            </a:rPr>
            <a:t>Entienda que tipo de estrategia les funciona mejor:</a:t>
          </a:r>
        </a:p>
        <a:p>
          <a:r>
            <a:rPr lang="es-CO" b="1" dirty="0">
              <a:solidFill>
                <a:schemeClr val="accent5">
                  <a:lumMod val="50000"/>
                  <a:lumOff val="50000"/>
                </a:schemeClr>
              </a:solidFill>
            </a:rPr>
            <a:t>Queda difícil hacer una estrategia intradía por el tiempo. Me queda mejor correr los modelos al cierre del mercado y tomar la posición el día siguiente </a:t>
          </a:r>
          <a:endParaRPr lang="en-US" b="1" dirty="0"/>
        </a:p>
      </dgm:t>
    </dgm:pt>
    <dgm:pt modelId="{421C827C-6BD1-4228-AF86-4DADCF4972E5}" type="parTrans" cxnId="{CE0DDB31-390B-407F-B07F-3435E53A3E99}">
      <dgm:prSet/>
      <dgm:spPr/>
      <dgm:t>
        <a:bodyPr/>
        <a:lstStyle/>
        <a:p>
          <a:endParaRPr lang="en-US"/>
        </a:p>
      </dgm:t>
    </dgm:pt>
    <dgm:pt modelId="{183AF803-E097-4394-B2BD-2D2A21E8747A}" type="sibTrans" cxnId="{CE0DDB31-390B-407F-B07F-3435E53A3E99}">
      <dgm:prSet/>
      <dgm:spPr/>
      <dgm:t>
        <a:bodyPr/>
        <a:lstStyle/>
        <a:p>
          <a:endParaRPr lang="en-US"/>
        </a:p>
      </dgm:t>
    </dgm:pt>
    <dgm:pt modelId="{21D93837-46E9-4B93-BA51-544753A60254}" type="pres">
      <dgm:prSet presAssocID="{79619AC3-9F3E-446E-B229-750DDDE4F121}" presName="linearFlow" presStyleCnt="0">
        <dgm:presLayoutVars>
          <dgm:dir/>
          <dgm:resizeHandles val="exact"/>
        </dgm:presLayoutVars>
      </dgm:prSet>
      <dgm:spPr/>
    </dgm:pt>
    <dgm:pt modelId="{FF416374-FEC3-4CDC-907B-3153E2B180F1}" type="pres">
      <dgm:prSet presAssocID="{12E9C985-207C-4FE4-8524-1B47CCCA3EAF}" presName="composite" presStyleCnt="0"/>
      <dgm:spPr/>
    </dgm:pt>
    <dgm:pt modelId="{41B9797F-AAA7-4454-AD9C-5415F1F95F95}" type="pres">
      <dgm:prSet presAssocID="{12E9C985-207C-4FE4-8524-1B47CCCA3EAF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con relleno sólido"/>
        </a:ext>
      </dgm:extLst>
    </dgm:pt>
    <dgm:pt modelId="{86E8FAB6-53F8-4A5F-820C-7905EA3A565D}" type="pres">
      <dgm:prSet presAssocID="{12E9C985-207C-4FE4-8524-1B47CCCA3EAF}" presName="txShp" presStyleLbl="node1" presStyleIdx="0" presStyleCnt="3">
        <dgm:presLayoutVars>
          <dgm:bulletEnabled val="1"/>
        </dgm:presLayoutVars>
      </dgm:prSet>
      <dgm:spPr/>
    </dgm:pt>
    <dgm:pt modelId="{CA8E3424-9CB5-4CA9-8324-C5E1E703456E}" type="pres">
      <dgm:prSet presAssocID="{D0F26B0C-DB1E-4C8F-BB06-03BCEB6E911F}" presName="spacing" presStyleCnt="0"/>
      <dgm:spPr/>
    </dgm:pt>
    <dgm:pt modelId="{51BF3199-1F14-4605-8367-7125110B06EA}" type="pres">
      <dgm:prSet presAssocID="{0411F69F-E7D0-461C-9FB8-2EA81D1EDC50}" presName="composite" presStyleCnt="0"/>
      <dgm:spPr/>
    </dgm:pt>
    <dgm:pt modelId="{C6530AED-B0AF-4121-A053-FA3781EF5624}" type="pres">
      <dgm:prSet presAssocID="{0411F69F-E7D0-461C-9FB8-2EA81D1EDC50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 contorno"/>
        </a:ext>
      </dgm:extLst>
    </dgm:pt>
    <dgm:pt modelId="{4C4F23E9-39E6-490A-A6E6-465F7D7F44BA}" type="pres">
      <dgm:prSet presAssocID="{0411F69F-E7D0-461C-9FB8-2EA81D1EDC50}" presName="txShp" presStyleLbl="node1" presStyleIdx="1" presStyleCnt="3">
        <dgm:presLayoutVars>
          <dgm:bulletEnabled val="1"/>
        </dgm:presLayoutVars>
      </dgm:prSet>
      <dgm:spPr/>
    </dgm:pt>
    <dgm:pt modelId="{0B54BD5C-04C8-48C6-9278-EC4A3045B832}" type="pres">
      <dgm:prSet presAssocID="{99046798-5CD3-4E56-A5C7-6E9810FE51E4}" presName="spacing" presStyleCnt="0"/>
      <dgm:spPr/>
    </dgm:pt>
    <dgm:pt modelId="{CDBCB19A-8F6E-4913-AA84-20245279DBC5}" type="pres">
      <dgm:prSet presAssocID="{49D714C5-8EFA-464A-8D0A-1E00C38BFADA}" presName="composite" presStyleCnt="0"/>
      <dgm:spPr/>
    </dgm:pt>
    <dgm:pt modelId="{566AFE1D-DEB4-4435-B906-021584C4E614}" type="pres">
      <dgm:prSet presAssocID="{49D714C5-8EFA-464A-8D0A-1E00C38BFADA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outline con relleno sólido"/>
        </a:ext>
      </dgm:extLst>
    </dgm:pt>
    <dgm:pt modelId="{29302912-1F4C-4FA9-B394-FE3B1448A5B3}" type="pres">
      <dgm:prSet presAssocID="{49D714C5-8EFA-464A-8D0A-1E00C38BFADA}" presName="txShp" presStyleLbl="node1" presStyleIdx="2" presStyleCnt="3">
        <dgm:presLayoutVars>
          <dgm:bulletEnabled val="1"/>
        </dgm:presLayoutVars>
      </dgm:prSet>
      <dgm:spPr/>
    </dgm:pt>
  </dgm:ptLst>
  <dgm:cxnLst>
    <dgm:cxn modelId="{CE0DDB31-390B-407F-B07F-3435E53A3E99}" srcId="{79619AC3-9F3E-446E-B229-750DDDE4F121}" destId="{49D714C5-8EFA-464A-8D0A-1E00C38BFADA}" srcOrd="2" destOrd="0" parTransId="{421C827C-6BD1-4228-AF86-4DADCF4972E5}" sibTransId="{183AF803-E097-4394-B2BD-2D2A21E8747A}"/>
    <dgm:cxn modelId="{0E95F938-4385-40BD-8049-2994705EFB9A}" srcId="{79619AC3-9F3E-446E-B229-750DDDE4F121}" destId="{12E9C985-207C-4FE4-8524-1B47CCCA3EAF}" srcOrd="0" destOrd="0" parTransId="{DBB82E08-F2DC-4A39-B6B8-6C8209AF6B70}" sibTransId="{D0F26B0C-DB1E-4C8F-BB06-03BCEB6E911F}"/>
    <dgm:cxn modelId="{3ACCF8B4-85CC-48A1-B8DC-10715A1AB3D3}" type="presOf" srcId="{0411F69F-E7D0-461C-9FB8-2EA81D1EDC50}" destId="{4C4F23E9-39E6-490A-A6E6-465F7D7F44BA}" srcOrd="0" destOrd="0" presId="urn:microsoft.com/office/officeart/2005/8/layout/vList3"/>
    <dgm:cxn modelId="{9B3E63C7-6C42-480B-9741-239EEFD875EB}" srcId="{79619AC3-9F3E-446E-B229-750DDDE4F121}" destId="{0411F69F-E7D0-461C-9FB8-2EA81D1EDC50}" srcOrd="1" destOrd="0" parTransId="{F95218F8-1E9F-4517-8E09-7C4B027FB7A3}" sibTransId="{99046798-5CD3-4E56-A5C7-6E9810FE51E4}"/>
    <dgm:cxn modelId="{5FB28FD3-592E-4B61-A4BC-E77D050D5B28}" type="presOf" srcId="{12E9C985-207C-4FE4-8524-1B47CCCA3EAF}" destId="{86E8FAB6-53F8-4A5F-820C-7905EA3A565D}" srcOrd="0" destOrd="0" presId="urn:microsoft.com/office/officeart/2005/8/layout/vList3"/>
    <dgm:cxn modelId="{508FDEE0-868B-4245-916F-DE9EA19F7CF1}" type="presOf" srcId="{49D714C5-8EFA-464A-8D0A-1E00C38BFADA}" destId="{29302912-1F4C-4FA9-B394-FE3B1448A5B3}" srcOrd="0" destOrd="0" presId="urn:microsoft.com/office/officeart/2005/8/layout/vList3"/>
    <dgm:cxn modelId="{5416F2EF-654A-492C-A457-72B671BC483B}" type="presOf" srcId="{79619AC3-9F3E-446E-B229-750DDDE4F121}" destId="{21D93837-46E9-4B93-BA51-544753A60254}" srcOrd="0" destOrd="0" presId="urn:microsoft.com/office/officeart/2005/8/layout/vList3"/>
    <dgm:cxn modelId="{028210AD-1DCE-4F98-9E25-04297BD17023}" type="presParOf" srcId="{21D93837-46E9-4B93-BA51-544753A60254}" destId="{FF416374-FEC3-4CDC-907B-3153E2B180F1}" srcOrd="0" destOrd="0" presId="urn:microsoft.com/office/officeart/2005/8/layout/vList3"/>
    <dgm:cxn modelId="{2FDFE5FC-9093-4268-8FD3-A9E9566A914A}" type="presParOf" srcId="{FF416374-FEC3-4CDC-907B-3153E2B180F1}" destId="{41B9797F-AAA7-4454-AD9C-5415F1F95F95}" srcOrd="0" destOrd="0" presId="urn:microsoft.com/office/officeart/2005/8/layout/vList3"/>
    <dgm:cxn modelId="{F145C7B5-DD58-4B47-AA15-EF558843E01D}" type="presParOf" srcId="{FF416374-FEC3-4CDC-907B-3153E2B180F1}" destId="{86E8FAB6-53F8-4A5F-820C-7905EA3A565D}" srcOrd="1" destOrd="0" presId="urn:microsoft.com/office/officeart/2005/8/layout/vList3"/>
    <dgm:cxn modelId="{3CB4D40A-8F57-45D5-AD89-0F8B3F85596F}" type="presParOf" srcId="{21D93837-46E9-4B93-BA51-544753A60254}" destId="{CA8E3424-9CB5-4CA9-8324-C5E1E703456E}" srcOrd="1" destOrd="0" presId="urn:microsoft.com/office/officeart/2005/8/layout/vList3"/>
    <dgm:cxn modelId="{E6A19221-5CE1-4B70-A3DB-D36E33E98406}" type="presParOf" srcId="{21D93837-46E9-4B93-BA51-544753A60254}" destId="{51BF3199-1F14-4605-8367-7125110B06EA}" srcOrd="2" destOrd="0" presId="urn:microsoft.com/office/officeart/2005/8/layout/vList3"/>
    <dgm:cxn modelId="{E0F9FF8D-D8C4-4CE5-AC2D-AB0880888469}" type="presParOf" srcId="{51BF3199-1F14-4605-8367-7125110B06EA}" destId="{C6530AED-B0AF-4121-A053-FA3781EF5624}" srcOrd="0" destOrd="0" presId="urn:microsoft.com/office/officeart/2005/8/layout/vList3"/>
    <dgm:cxn modelId="{7ED02C82-BAA8-4D36-B589-47DABDF970B0}" type="presParOf" srcId="{51BF3199-1F14-4605-8367-7125110B06EA}" destId="{4C4F23E9-39E6-490A-A6E6-465F7D7F44BA}" srcOrd="1" destOrd="0" presId="urn:microsoft.com/office/officeart/2005/8/layout/vList3"/>
    <dgm:cxn modelId="{146567AD-1CF5-4151-A307-909C1B002794}" type="presParOf" srcId="{21D93837-46E9-4B93-BA51-544753A60254}" destId="{0B54BD5C-04C8-48C6-9278-EC4A3045B832}" srcOrd="3" destOrd="0" presId="urn:microsoft.com/office/officeart/2005/8/layout/vList3"/>
    <dgm:cxn modelId="{BB5DBD70-1C47-417F-8BFB-CF646CCC15C7}" type="presParOf" srcId="{21D93837-46E9-4B93-BA51-544753A60254}" destId="{CDBCB19A-8F6E-4913-AA84-20245279DBC5}" srcOrd="4" destOrd="0" presId="urn:microsoft.com/office/officeart/2005/8/layout/vList3"/>
    <dgm:cxn modelId="{281ED2DB-4196-43A6-BDFF-8A7B35B90A63}" type="presParOf" srcId="{CDBCB19A-8F6E-4913-AA84-20245279DBC5}" destId="{566AFE1D-DEB4-4435-B906-021584C4E614}" srcOrd="0" destOrd="0" presId="urn:microsoft.com/office/officeart/2005/8/layout/vList3"/>
    <dgm:cxn modelId="{0723B51F-08D9-4E5B-8606-0AEDC1C5DC83}" type="presParOf" srcId="{CDBCB19A-8F6E-4913-AA84-20245279DBC5}" destId="{29302912-1F4C-4FA9-B394-FE3B1448A5B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Definir la premisa/ </a:t>
          </a:r>
          <a:r>
            <a:rPr lang="es-CO" dirty="0" err="1">
              <a:solidFill>
                <a:schemeClr val="accent5">
                  <a:lumMod val="85000"/>
                  <a:lumOff val="15000"/>
                </a:schemeClr>
              </a:solidFill>
            </a:rPr>
            <a:t>hipotesis</a:t>
          </a: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 del sistema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80F980-52AF-4499-83C7-A32755DD3563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E17338-EB90-49D9-8260-5FAE754EBB4A}">
      <dgm:prSet phldrT="[Texto]"/>
      <dgm:spPr>
        <a:noFill/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s-CO" dirty="0">
              <a:solidFill>
                <a:schemeClr val="accent5">
                  <a:lumMod val="95000"/>
                  <a:lumOff val="5000"/>
                </a:schemeClr>
              </a:solidFill>
            </a:rPr>
            <a:t>Debe ser concreta y simple.</a:t>
          </a:r>
        </a:p>
        <a:p>
          <a:r>
            <a:rPr lang="es-CO" dirty="0">
              <a:solidFill>
                <a:schemeClr val="accent5">
                  <a:lumMod val="95000"/>
                  <a:lumOff val="5000"/>
                </a:schemeClr>
              </a:solidFill>
            </a:rPr>
            <a:t>Puede ser por</a:t>
          </a:r>
          <a:endParaRPr lang="en-US" dirty="0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655CF11E-F3C1-4E0A-9A36-7A6222413864}" type="parTrans" cxnId="{F4B5A72E-266B-4341-890B-793374097F9E}">
      <dgm:prSet/>
      <dgm:spPr/>
      <dgm:t>
        <a:bodyPr/>
        <a:lstStyle/>
        <a:p>
          <a:endParaRPr lang="en-US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0E843AE1-DCF3-4D05-A4AE-444FCFF28B0D}" type="sibTrans" cxnId="{F4B5A72E-266B-4341-890B-793374097F9E}">
      <dgm:prSet/>
      <dgm:spPr/>
      <dgm:t>
        <a:bodyPr/>
        <a:lstStyle/>
        <a:p>
          <a:endParaRPr lang="en-US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A41C3444-AA5B-40B1-BC78-DE5F40DCDA00}">
      <dgm:prSet phldrT="[Texto]"/>
      <dgm:spPr>
        <a:noFill/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 err="1">
              <a:solidFill>
                <a:schemeClr val="accent5">
                  <a:lumMod val="95000"/>
                  <a:lumOff val="5000"/>
                </a:schemeClr>
              </a:solidFill>
            </a:rPr>
            <a:t>Activo</a:t>
          </a:r>
          <a:endParaRPr lang="en-US" dirty="0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226EDF59-8B1F-4A78-9C73-3D5E8FC326DD}" type="parTrans" cxnId="{1D52B5D5-A5AA-48A2-B378-AF8DC85D6947}">
      <dgm:prSet/>
      <dgm:spPr/>
      <dgm:t>
        <a:bodyPr/>
        <a:lstStyle/>
        <a:p>
          <a:endParaRPr lang="en-US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C42D919B-FEFF-498D-AD43-4FCBFBBF99AA}" type="sibTrans" cxnId="{1D52B5D5-A5AA-48A2-B378-AF8DC85D6947}">
      <dgm:prSet/>
      <dgm:spPr/>
      <dgm:t>
        <a:bodyPr/>
        <a:lstStyle/>
        <a:p>
          <a:endParaRPr lang="en-US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A764512B-2A08-4269-86B8-D18468EEBFB3}">
      <dgm:prSet phldrT="[Texto]"/>
      <dgm:spPr>
        <a:noFill/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>
              <a:solidFill>
                <a:schemeClr val="accent5">
                  <a:lumMod val="95000"/>
                  <a:lumOff val="5000"/>
                </a:schemeClr>
              </a:solidFill>
            </a:rPr>
            <a:t>Asset class/ conjunto de </a:t>
          </a:r>
          <a:r>
            <a:rPr lang="en-US" dirty="0" err="1">
              <a:solidFill>
                <a:schemeClr val="accent5">
                  <a:lumMod val="95000"/>
                  <a:lumOff val="5000"/>
                </a:schemeClr>
              </a:solidFill>
            </a:rPr>
            <a:t>activos</a:t>
          </a:r>
          <a:endParaRPr lang="en-US" dirty="0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69B7A410-C2F2-49EB-9DE3-7960F8D02CA3}" type="parTrans" cxnId="{D12E5DF5-26CD-452D-88FE-B2B0E6F527F1}">
      <dgm:prSet/>
      <dgm:spPr/>
      <dgm:t>
        <a:bodyPr/>
        <a:lstStyle/>
        <a:p>
          <a:endParaRPr lang="en-US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68E53E11-1ABC-46B7-8210-1DAE77EAC12B}" type="sibTrans" cxnId="{D12E5DF5-26CD-452D-88FE-B2B0E6F527F1}">
      <dgm:prSet/>
      <dgm:spPr/>
      <dgm:t>
        <a:bodyPr/>
        <a:lstStyle/>
        <a:p>
          <a:endParaRPr lang="en-US">
            <a:solidFill>
              <a:schemeClr val="accent5">
                <a:lumMod val="95000"/>
                <a:lumOff val="5000"/>
              </a:schemeClr>
            </a:solidFill>
          </a:endParaRPr>
        </a:p>
      </dgm:t>
    </dgm:pt>
    <dgm:pt modelId="{B778E1A3-2C17-4A81-AF32-09AE3595C3F6}" type="pres">
      <dgm:prSet presAssocID="{1780F980-52AF-4499-83C7-A32755DD356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61C5E4-AEFE-4E1F-97F6-62F852AEBD55}" type="pres">
      <dgm:prSet presAssocID="{9FE17338-EB90-49D9-8260-5FAE754EBB4A}" presName="vertOne" presStyleCnt="0"/>
      <dgm:spPr/>
    </dgm:pt>
    <dgm:pt modelId="{4F518637-C58B-4790-BBBE-7A7A484900BA}" type="pres">
      <dgm:prSet presAssocID="{9FE17338-EB90-49D9-8260-5FAE754EBB4A}" presName="txOne" presStyleLbl="node0" presStyleIdx="0" presStyleCnt="1" custLinFactY="-72152" custLinFactNeighborX="-37" custLinFactNeighborY="-100000">
        <dgm:presLayoutVars>
          <dgm:chPref val="3"/>
        </dgm:presLayoutVars>
      </dgm:prSet>
      <dgm:spPr/>
    </dgm:pt>
    <dgm:pt modelId="{C92CB936-BE8B-461B-B8FA-817E739D29C9}" type="pres">
      <dgm:prSet presAssocID="{9FE17338-EB90-49D9-8260-5FAE754EBB4A}" presName="parTransOne" presStyleCnt="0"/>
      <dgm:spPr/>
    </dgm:pt>
    <dgm:pt modelId="{BE9D05EA-A04C-4FE2-B685-84C6FF7E8A40}" type="pres">
      <dgm:prSet presAssocID="{9FE17338-EB90-49D9-8260-5FAE754EBB4A}" presName="horzOne" presStyleCnt="0"/>
      <dgm:spPr/>
    </dgm:pt>
    <dgm:pt modelId="{EFEA5455-7B51-4893-AD25-4FA64066BCB1}" type="pres">
      <dgm:prSet presAssocID="{A41C3444-AA5B-40B1-BC78-DE5F40DCDA00}" presName="vertTwo" presStyleCnt="0"/>
      <dgm:spPr/>
    </dgm:pt>
    <dgm:pt modelId="{174C18E8-922B-41F2-B1BA-DEBAC329E551}" type="pres">
      <dgm:prSet presAssocID="{A41C3444-AA5B-40B1-BC78-DE5F40DCDA00}" presName="txTwo" presStyleLbl="node2" presStyleIdx="0" presStyleCnt="2">
        <dgm:presLayoutVars>
          <dgm:chPref val="3"/>
        </dgm:presLayoutVars>
      </dgm:prSet>
      <dgm:spPr/>
    </dgm:pt>
    <dgm:pt modelId="{75DC04F1-2E48-46ED-824A-FF4119BF8E59}" type="pres">
      <dgm:prSet presAssocID="{A41C3444-AA5B-40B1-BC78-DE5F40DCDA00}" presName="horzTwo" presStyleCnt="0"/>
      <dgm:spPr/>
    </dgm:pt>
    <dgm:pt modelId="{9151EF45-2DDA-4575-88B3-4F81A87B8CDC}" type="pres">
      <dgm:prSet presAssocID="{C42D919B-FEFF-498D-AD43-4FCBFBBF99AA}" presName="sibSpaceTwo" presStyleCnt="0"/>
      <dgm:spPr/>
    </dgm:pt>
    <dgm:pt modelId="{6575ED58-F00C-48EE-B8B0-23F8A3538ABA}" type="pres">
      <dgm:prSet presAssocID="{A764512B-2A08-4269-86B8-D18468EEBFB3}" presName="vertTwo" presStyleCnt="0"/>
      <dgm:spPr/>
    </dgm:pt>
    <dgm:pt modelId="{EDA6EF75-97E8-45E2-9DC6-FB52E8963F1C}" type="pres">
      <dgm:prSet presAssocID="{A764512B-2A08-4269-86B8-D18468EEBFB3}" presName="txTwo" presStyleLbl="node2" presStyleIdx="1" presStyleCnt="2">
        <dgm:presLayoutVars>
          <dgm:chPref val="3"/>
        </dgm:presLayoutVars>
      </dgm:prSet>
      <dgm:spPr/>
    </dgm:pt>
    <dgm:pt modelId="{C43D9A9F-D71E-4645-ABF0-5E5D1B077AF6}" type="pres">
      <dgm:prSet presAssocID="{A764512B-2A08-4269-86B8-D18468EEBFB3}" presName="horzTwo" presStyleCnt="0"/>
      <dgm:spPr/>
    </dgm:pt>
  </dgm:ptLst>
  <dgm:cxnLst>
    <dgm:cxn modelId="{00253021-C687-40F1-BDDA-F6DC64C87D31}" type="presOf" srcId="{1780F980-52AF-4499-83C7-A32755DD3563}" destId="{B778E1A3-2C17-4A81-AF32-09AE3595C3F6}" srcOrd="0" destOrd="0" presId="urn:microsoft.com/office/officeart/2005/8/layout/hierarchy4"/>
    <dgm:cxn modelId="{F4B5A72E-266B-4341-890B-793374097F9E}" srcId="{1780F980-52AF-4499-83C7-A32755DD3563}" destId="{9FE17338-EB90-49D9-8260-5FAE754EBB4A}" srcOrd="0" destOrd="0" parTransId="{655CF11E-F3C1-4E0A-9A36-7A6222413864}" sibTransId="{0E843AE1-DCF3-4D05-A4AE-444FCFF28B0D}"/>
    <dgm:cxn modelId="{D644C133-A646-45A5-B403-CC26600A7E91}" type="presOf" srcId="{9FE17338-EB90-49D9-8260-5FAE754EBB4A}" destId="{4F518637-C58B-4790-BBBE-7A7A484900BA}" srcOrd="0" destOrd="0" presId="urn:microsoft.com/office/officeart/2005/8/layout/hierarchy4"/>
    <dgm:cxn modelId="{00750637-BA52-4E6A-B061-A02FD9595822}" type="presOf" srcId="{A41C3444-AA5B-40B1-BC78-DE5F40DCDA00}" destId="{174C18E8-922B-41F2-B1BA-DEBAC329E551}" srcOrd="0" destOrd="0" presId="urn:microsoft.com/office/officeart/2005/8/layout/hierarchy4"/>
    <dgm:cxn modelId="{03073E60-309D-4531-9A89-25529531E0AF}" type="presOf" srcId="{A764512B-2A08-4269-86B8-D18468EEBFB3}" destId="{EDA6EF75-97E8-45E2-9DC6-FB52E8963F1C}" srcOrd="0" destOrd="0" presId="urn:microsoft.com/office/officeart/2005/8/layout/hierarchy4"/>
    <dgm:cxn modelId="{1D52B5D5-A5AA-48A2-B378-AF8DC85D6947}" srcId="{9FE17338-EB90-49D9-8260-5FAE754EBB4A}" destId="{A41C3444-AA5B-40B1-BC78-DE5F40DCDA00}" srcOrd="0" destOrd="0" parTransId="{226EDF59-8B1F-4A78-9C73-3D5E8FC326DD}" sibTransId="{C42D919B-FEFF-498D-AD43-4FCBFBBF99AA}"/>
    <dgm:cxn modelId="{D12E5DF5-26CD-452D-88FE-B2B0E6F527F1}" srcId="{9FE17338-EB90-49D9-8260-5FAE754EBB4A}" destId="{A764512B-2A08-4269-86B8-D18468EEBFB3}" srcOrd="1" destOrd="0" parTransId="{69B7A410-C2F2-49EB-9DE3-7960F8D02CA3}" sibTransId="{68E53E11-1ABC-46B7-8210-1DAE77EAC12B}"/>
    <dgm:cxn modelId="{1705BD15-AED4-4B61-8B6E-FA2BA07BD0EB}" type="presParOf" srcId="{B778E1A3-2C17-4A81-AF32-09AE3595C3F6}" destId="{9A61C5E4-AEFE-4E1F-97F6-62F852AEBD55}" srcOrd="0" destOrd="0" presId="urn:microsoft.com/office/officeart/2005/8/layout/hierarchy4"/>
    <dgm:cxn modelId="{A12A7007-7CFA-4873-8EF1-C380134EDAD2}" type="presParOf" srcId="{9A61C5E4-AEFE-4E1F-97F6-62F852AEBD55}" destId="{4F518637-C58B-4790-BBBE-7A7A484900BA}" srcOrd="0" destOrd="0" presId="urn:microsoft.com/office/officeart/2005/8/layout/hierarchy4"/>
    <dgm:cxn modelId="{AD6B2235-927C-4D12-9BFE-030BE4458FEA}" type="presParOf" srcId="{9A61C5E4-AEFE-4E1F-97F6-62F852AEBD55}" destId="{C92CB936-BE8B-461B-B8FA-817E739D29C9}" srcOrd="1" destOrd="0" presId="urn:microsoft.com/office/officeart/2005/8/layout/hierarchy4"/>
    <dgm:cxn modelId="{1B14253F-7353-4FCF-B51F-DF46816761F9}" type="presParOf" srcId="{9A61C5E4-AEFE-4E1F-97F6-62F852AEBD55}" destId="{BE9D05EA-A04C-4FE2-B685-84C6FF7E8A40}" srcOrd="2" destOrd="0" presId="urn:microsoft.com/office/officeart/2005/8/layout/hierarchy4"/>
    <dgm:cxn modelId="{E1BCCBB3-30E9-420A-B00A-55DCDABCD858}" type="presParOf" srcId="{BE9D05EA-A04C-4FE2-B685-84C6FF7E8A40}" destId="{EFEA5455-7B51-4893-AD25-4FA64066BCB1}" srcOrd="0" destOrd="0" presId="urn:microsoft.com/office/officeart/2005/8/layout/hierarchy4"/>
    <dgm:cxn modelId="{49CF1D72-5AAD-4F83-A9C0-6BAD3F748217}" type="presParOf" srcId="{EFEA5455-7B51-4893-AD25-4FA64066BCB1}" destId="{174C18E8-922B-41F2-B1BA-DEBAC329E551}" srcOrd="0" destOrd="0" presId="urn:microsoft.com/office/officeart/2005/8/layout/hierarchy4"/>
    <dgm:cxn modelId="{1444A20C-9C39-4078-BB82-47D464DCE6B3}" type="presParOf" srcId="{EFEA5455-7B51-4893-AD25-4FA64066BCB1}" destId="{75DC04F1-2E48-46ED-824A-FF4119BF8E59}" srcOrd="1" destOrd="0" presId="urn:microsoft.com/office/officeart/2005/8/layout/hierarchy4"/>
    <dgm:cxn modelId="{EB969D2F-8232-466F-B05C-7622738EF857}" type="presParOf" srcId="{BE9D05EA-A04C-4FE2-B685-84C6FF7E8A40}" destId="{9151EF45-2DDA-4575-88B3-4F81A87B8CDC}" srcOrd="1" destOrd="0" presId="urn:microsoft.com/office/officeart/2005/8/layout/hierarchy4"/>
    <dgm:cxn modelId="{12761A81-5DBA-4CF7-9C37-B9DBD59956BC}" type="presParOf" srcId="{BE9D05EA-A04C-4FE2-B685-84C6FF7E8A40}" destId="{6575ED58-F00C-48EE-B8B0-23F8A3538ABA}" srcOrd="2" destOrd="0" presId="urn:microsoft.com/office/officeart/2005/8/layout/hierarchy4"/>
    <dgm:cxn modelId="{513B8519-0F29-4EBB-B459-20A3D00D680D}" type="presParOf" srcId="{6575ED58-F00C-48EE-B8B0-23F8A3538ABA}" destId="{EDA6EF75-97E8-45E2-9DC6-FB52E8963F1C}" srcOrd="0" destOrd="0" presId="urn:microsoft.com/office/officeart/2005/8/layout/hierarchy4"/>
    <dgm:cxn modelId="{A7263063-4E39-4C1C-8FF3-C20C752E466F}" type="presParOf" srcId="{6575ED58-F00C-48EE-B8B0-23F8A3538ABA}" destId="{C43D9A9F-D71E-4645-ABF0-5E5D1B077AF6}" srcOrd="1" destOrd="0" presId="urn:microsoft.com/office/officeart/2005/8/layout/hierarchy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C87F24-9570-407B-86C9-5AD370965955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</dgm:pt>
    <dgm:pt modelId="{29DFC88B-60E3-4D90-9886-884BEEE575A2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Entender bien qué clase de precio se tiene: 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E54D98CE-35CF-4436-A080-B363540064B8}" type="parTrans" cxnId="{E2EA329F-A1AC-49E0-A9F3-BD2B222369D4}">
      <dgm:prSet/>
      <dgm:spPr/>
      <dgm:t>
        <a:bodyPr/>
        <a:lstStyle/>
        <a:p>
          <a:endParaRPr lang="en-US"/>
        </a:p>
      </dgm:t>
    </dgm:pt>
    <dgm:pt modelId="{1F6D07F2-E2DE-4249-B7EC-94DFAF5B8750}" type="sibTrans" cxnId="{E2EA329F-A1AC-49E0-A9F3-BD2B222369D4}">
      <dgm:prSet/>
      <dgm:spPr/>
      <dgm:t>
        <a:bodyPr/>
        <a:lstStyle/>
        <a:p>
          <a:endParaRPr lang="en-US"/>
        </a:p>
      </dgm:t>
    </dgm:pt>
    <dgm:pt modelId="{4BD5577A-34A3-4AE8-9D85-F90C500690F1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Verificar errores o cosas extrañas en los datos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79CF1A36-0DEF-4141-A528-9E00CD54CA77}" type="parTrans" cxnId="{F3EEB5C4-12A0-4B14-AE7F-2CEA40E00116}">
      <dgm:prSet/>
      <dgm:spPr/>
      <dgm:t>
        <a:bodyPr/>
        <a:lstStyle/>
        <a:p>
          <a:endParaRPr lang="en-US"/>
        </a:p>
      </dgm:t>
    </dgm:pt>
    <dgm:pt modelId="{B12EFA50-AA32-47EA-B7AC-24EBFBAE30D1}" type="sibTrans" cxnId="{F3EEB5C4-12A0-4B14-AE7F-2CEA40E00116}">
      <dgm:prSet/>
      <dgm:spPr/>
      <dgm:t>
        <a:bodyPr/>
        <a:lstStyle/>
        <a:p>
          <a:endParaRPr lang="en-US"/>
        </a:p>
      </dgm:t>
    </dgm:pt>
    <dgm:pt modelId="{D48BD0CB-4859-452C-853D-B588D339F7ED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Como se van a manejar los festivos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6CB8FDFC-D9F2-4EC3-9657-68AAA9F07E0F}" type="parTrans" cxnId="{F274E49C-1780-4EA4-9020-7B990C102336}">
      <dgm:prSet/>
      <dgm:spPr/>
      <dgm:t>
        <a:bodyPr/>
        <a:lstStyle/>
        <a:p>
          <a:endParaRPr lang="en-US"/>
        </a:p>
      </dgm:t>
    </dgm:pt>
    <dgm:pt modelId="{57C155AD-E5C2-49C0-8F1D-7DD75DEA2A9E}" type="sibTrans" cxnId="{F274E49C-1780-4EA4-9020-7B990C102336}">
      <dgm:prSet/>
      <dgm:spPr/>
      <dgm:t>
        <a:bodyPr/>
        <a:lstStyle/>
        <a:p>
          <a:endParaRPr lang="en-US"/>
        </a:p>
      </dgm:t>
    </dgm:pt>
    <dgm:pt modelId="{50F37E9B-BC7A-4B8F-BA6B-7D1D2D925D3D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Seleccionar el periodo de análisis. 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644793A6-8D74-4FAE-A69F-AFD03430A32B}" type="parTrans" cxnId="{FF12241A-3C09-4163-B984-5E6715875D3C}">
      <dgm:prSet/>
      <dgm:spPr/>
      <dgm:t>
        <a:bodyPr/>
        <a:lstStyle/>
        <a:p>
          <a:endParaRPr lang="en-US"/>
        </a:p>
      </dgm:t>
    </dgm:pt>
    <dgm:pt modelId="{BE0A0C42-6D43-4CBA-92DF-AFE183C1576C}" type="sibTrans" cxnId="{FF12241A-3C09-4163-B984-5E6715875D3C}">
      <dgm:prSet/>
      <dgm:spPr/>
      <dgm:t>
        <a:bodyPr/>
        <a:lstStyle/>
        <a:p>
          <a:endParaRPr lang="en-US"/>
        </a:p>
      </dgm:t>
    </dgm:pt>
    <dgm:pt modelId="{727439FF-A71A-4EB6-BBD5-6512B5CB46B8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 err="1">
              <a:solidFill>
                <a:schemeClr val="tx1">
                  <a:lumMod val="75000"/>
                </a:schemeClr>
              </a:solidFill>
            </a:rPr>
            <a:t>Settlement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 Price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188FA089-7F86-4081-862F-3B8840295D23}" type="parTrans" cxnId="{7FF7584C-5168-4E60-8AA1-A41A686319E8}">
      <dgm:prSet/>
      <dgm:spPr/>
      <dgm:t>
        <a:bodyPr/>
        <a:lstStyle/>
        <a:p>
          <a:endParaRPr lang="en-US"/>
        </a:p>
      </dgm:t>
    </dgm:pt>
    <dgm:pt modelId="{F788D2C2-F031-4215-9C0C-7857CB63F616}" type="sibTrans" cxnId="{7FF7584C-5168-4E60-8AA1-A41A686319E8}">
      <dgm:prSet/>
      <dgm:spPr/>
      <dgm:t>
        <a:bodyPr/>
        <a:lstStyle/>
        <a:p>
          <a:endParaRPr lang="en-US"/>
        </a:p>
      </dgm:t>
    </dgm:pt>
    <dgm:pt modelId="{0EEB8779-FD6C-468B-925D-921D7FC01CB5}">
      <dgm:prSet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Ultimo precio del día (</a:t>
          </a:r>
          <a:r>
            <a:rPr lang="es-CO" dirty="0" err="1">
              <a:solidFill>
                <a:schemeClr val="tx1">
                  <a:lumMod val="75000"/>
                </a:schemeClr>
              </a:solidFill>
            </a:rPr>
            <a:t>bid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s-CO" dirty="0" err="1">
              <a:solidFill>
                <a:schemeClr val="tx1">
                  <a:lumMod val="75000"/>
                </a:schemeClr>
              </a:solidFill>
            </a:rPr>
            <a:t>or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s-CO" dirty="0" err="1">
              <a:solidFill>
                <a:schemeClr val="tx1">
                  <a:lumMod val="75000"/>
                </a:schemeClr>
              </a:solidFill>
            </a:rPr>
            <a:t>ask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)</a:t>
          </a:r>
        </a:p>
      </dgm:t>
    </dgm:pt>
    <dgm:pt modelId="{97A3619B-7913-49A2-8BB2-965C2A74F031}" type="parTrans" cxnId="{93EFA917-668E-4251-B755-365C3A727A3B}">
      <dgm:prSet/>
      <dgm:spPr/>
      <dgm:t>
        <a:bodyPr/>
        <a:lstStyle/>
        <a:p>
          <a:endParaRPr lang="en-US"/>
        </a:p>
      </dgm:t>
    </dgm:pt>
    <dgm:pt modelId="{2BE5BC47-6246-4619-980D-ECC18F02A530}" type="sibTrans" cxnId="{93EFA917-668E-4251-B755-365C3A727A3B}">
      <dgm:prSet/>
      <dgm:spPr/>
      <dgm:t>
        <a:bodyPr/>
        <a:lstStyle/>
        <a:p>
          <a:endParaRPr lang="en-US"/>
        </a:p>
      </dgm:t>
    </dgm:pt>
    <dgm:pt modelId="{983E6928-7CAF-49D5-A700-B504AAF76A43}">
      <dgm:prSet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 err="1">
              <a:solidFill>
                <a:schemeClr val="tx1">
                  <a:lumMod val="75000"/>
                </a:schemeClr>
              </a:solidFill>
            </a:rPr>
            <a:t>Fixing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s-CO" dirty="0" err="1">
              <a:solidFill>
                <a:schemeClr val="tx1">
                  <a:lumMod val="75000"/>
                </a:schemeClr>
              </a:solidFill>
            </a:rPr>
            <a:t>price</a:t>
          </a:r>
          <a:endParaRPr lang="es-CO" dirty="0">
            <a:solidFill>
              <a:schemeClr val="tx1">
                <a:lumMod val="75000"/>
              </a:schemeClr>
            </a:solidFill>
          </a:endParaRPr>
        </a:p>
      </dgm:t>
    </dgm:pt>
    <dgm:pt modelId="{B927491C-652E-48F9-93DC-CCC9607A533E}" type="parTrans" cxnId="{88F12324-7498-41BD-B437-A0FF0BE37F40}">
      <dgm:prSet/>
      <dgm:spPr/>
      <dgm:t>
        <a:bodyPr/>
        <a:lstStyle/>
        <a:p>
          <a:endParaRPr lang="en-US"/>
        </a:p>
      </dgm:t>
    </dgm:pt>
    <dgm:pt modelId="{150B38FE-5E64-467D-89F8-2B56AE37EBA8}" type="sibTrans" cxnId="{88F12324-7498-41BD-B437-A0FF0BE37F40}">
      <dgm:prSet/>
      <dgm:spPr/>
      <dgm:t>
        <a:bodyPr/>
        <a:lstStyle/>
        <a:p>
          <a:endParaRPr lang="en-US"/>
        </a:p>
      </dgm:t>
    </dgm:pt>
    <dgm:pt modelId="{54892D20-90D9-4F0F-A3A6-4C3C7CE580D8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Se recomienda al menos tener 10 años de historia para diario 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217A85EF-C390-46B5-97C6-29DA379C0440}" type="parTrans" cxnId="{08A755F0-4466-413C-8AB6-43833BF6FA1E}">
      <dgm:prSet/>
      <dgm:spPr/>
      <dgm:t>
        <a:bodyPr/>
        <a:lstStyle/>
        <a:p>
          <a:endParaRPr lang="en-US"/>
        </a:p>
      </dgm:t>
    </dgm:pt>
    <dgm:pt modelId="{F25D511C-ABA4-408A-8A96-2DAC556F5901}" type="sibTrans" cxnId="{08A755F0-4466-413C-8AB6-43833BF6FA1E}">
      <dgm:prSet/>
      <dgm:spPr/>
      <dgm:t>
        <a:bodyPr/>
        <a:lstStyle/>
        <a:p>
          <a:endParaRPr lang="en-US"/>
        </a:p>
      </dgm:t>
    </dgm:pt>
    <dgm:pt modelId="{DB3BD274-C925-4D46-9351-4C9A34224D75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n-US" dirty="0" err="1">
              <a:solidFill>
                <a:schemeClr val="tx1">
                  <a:lumMod val="75000"/>
                </a:schemeClr>
              </a:solidFill>
            </a:rPr>
            <a:t>Intradia</a:t>
          </a:r>
          <a:r>
            <a:rPr lang="en-US" dirty="0">
              <a:solidFill>
                <a:schemeClr val="tx1">
                  <a:lumMod val="75000"/>
                </a:schemeClr>
              </a:solidFill>
            </a:rPr>
            <a:t> dos 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años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B410BCEC-4DE0-4AE5-BB9D-19442F1E33C3}" type="parTrans" cxnId="{1769319D-7F97-4142-90AB-2FAEF304E5DD}">
      <dgm:prSet/>
      <dgm:spPr/>
      <dgm:t>
        <a:bodyPr/>
        <a:lstStyle/>
        <a:p>
          <a:endParaRPr lang="en-US"/>
        </a:p>
      </dgm:t>
    </dgm:pt>
    <dgm:pt modelId="{28613317-1601-4167-836F-A2394DE694D2}" type="sibTrans" cxnId="{1769319D-7F97-4142-90AB-2FAEF304E5DD}">
      <dgm:prSet/>
      <dgm:spPr/>
      <dgm:t>
        <a:bodyPr/>
        <a:lstStyle/>
        <a:p>
          <a:endParaRPr lang="en-US"/>
        </a:p>
      </dgm:t>
    </dgm:pt>
    <dgm:pt modelId="{262A4301-D6A4-4D27-AD67-065581A7BD3C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 err="1">
              <a:solidFill>
                <a:schemeClr val="tx1">
                  <a:lumMod val="75000"/>
                </a:schemeClr>
              </a:solidFill>
            </a:rPr>
            <a:t>Outliers</a:t>
          </a:r>
          <a:r>
            <a:rPr lang="es-CO" dirty="0">
              <a:solidFill>
                <a:schemeClr val="tx1">
                  <a:lumMod val="75000"/>
                </a:schemeClr>
              </a:solidFill>
            </a:rPr>
            <a:t> en el precio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F1363ED4-CF15-4BA1-BFA0-C23D85403894}" type="parTrans" cxnId="{66935932-1441-4B01-B216-D4AB993313A8}">
      <dgm:prSet/>
      <dgm:spPr/>
      <dgm:t>
        <a:bodyPr/>
        <a:lstStyle/>
        <a:p>
          <a:endParaRPr lang="en-US"/>
        </a:p>
      </dgm:t>
    </dgm:pt>
    <dgm:pt modelId="{70390F61-5EBE-4DCD-B590-A49D6AB2FB00}" type="sibTrans" cxnId="{66935932-1441-4B01-B216-D4AB993313A8}">
      <dgm:prSet/>
      <dgm:spPr/>
      <dgm:t>
        <a:bodyPr/>
        <a:lstStyle/>
        <a:p>
          <a:endParaRPr lang="en-US"/>
        </a:p>
      </dgm:t>
    </dgm:pt>
    <dgm:pt modelId="{EEE25C1D-1F65-44E6-A90F-09A155084518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Volúmenes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5B73D252-12FC-4767-8267-FF7FED959592}" type="parTrans" cxnId="{66CF8B10-B201-45DB-9E0D-AB3455BC8B24}">
      <dgm:prSet/>
      <dgm:spPr/>
      <dgm:t>
        <a:bodyPr/>
        <a:lstStyle/>
        <a:p>
          <a:endParaRPr lang="en-US"/>
        </a:p>
      </dgm:t>
    </dgm:pt>
    <dgm:pt modelId="{E0F49012-4490-44CF-8D37-E5591B874A06}" type="sibTrans" cxnId="{66CF8B10-B201-45DB-9E0D-AB3455BC8B24}">
      <dgm:prSet/>
      <dgm:spPr/>
      <dgm:t>
        <a:bodyPr/>
        <a:lstStyle/>
        <a:p>
          <a:endParaRPr lang="en-US"/>
        </a:p>
      </dgm:t>
    </dgm:pt>
    <dgm:pt modelId="{DA012230-0D2B-4617-A21F-2C4388F7F914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Que eventos importantes tienen los datos que puedan afectar el sistema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425E8F18-DDC9-46D3-8D36-75BF5A1F6561}" type="parTrans" cxnId="{566106B5-E2C7-4F2D-8260-2F0CF74D3559}">
      <dgm:prSet/>
      <dgm:spPr/>
      <dgm:t>
        <a:bodyPr/>
        <a:lstStyle/>
        <a:p>
          <a:endParaRPr lang="en-US"/>
        </a:p>
      </dgm:t>
    </dgm:pt>
    <dgm:pt modelId="{ADF10105-D9B5-4AA8-BB73-05F0E3BE0C8D}" type="sibTrans" cxnId="{566106B5-E2C7-4F2D-8260-2F0CF74D3559}">
      <dgm:prSet/>
      <dgm:spPr/>
      <dgm:t>
        <a:bodyPr/>
        <a:lstStyle/>
        <a:p>
          <a:endParaRPr lang="en-US"/>
        </a:p>
      </dgm:t>
    </dgm:pt>
    <dgm:pt modelId="{95D318B6-654C-4DBE-BF49-BD29100554F0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n-US" dirty="0" err="1">
              <a:solidFill>
                <a:schemeClr val="tx1">
                  <a:lumMod val="75000"/>
                </a:schemeClr>
              </a:solidFill>
            </a:rPr>
            <a:t>Ejemplo</a:t>
          </a:r>
          <a:r>
            <a:rPr lang="en-US" dirty="0">
              <a:solidFill>
                <a:schemeClr val="tx1">
                  <a:lumMod val="75000"/>
                </a:schemeClr>
              </a:solidFill>
            </a:rPr>
            <a:t> USDCOP y </a:t>
          </a:r>
          <a:r>
            <a:rPr lang="en-US" dirty="0" err="1">
              <a:solidFill>
                <a:schemeClr val="tx1">
                  <a:lumMod val="75000"/>
                </a:schemeClr>
              </a:solidFill>
            </a:rPr>
            <a:t>cambio</a:t>
          </a:r>
          <a:r>
            <a:rPr lang="en-US" dirty="0">
              <a:solidFill>
                <a:schemeClr val="tx1">
                  <a:lumMod val="75000"/>
                </a:schemeClr>
              </a:solidFill>
            </a:rPr>
            <a:t> de </a:t>
          </a:r>
          <a:r>
            <a:rPr lang="en-US" dirty="0" err="1">
              <a:solidFill>
                <a:schemeClr val="tx1">
                  <a:lumMod val="75000"/>
                </a:schemeClr>
              </a:solidFill>
            </a:rPr>
            <a:t>bandas</a:t>
          </a:r>
          <a:r>
            <a:rPr lang="en-US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tx1">
                  <a:lumMod val="75000"/>
                </a:schemeClr>
              </a:solidFill>
            </a:rPr>
            <a:t>cambiarias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AE41B928-74B0-41DD-9016-1B4A7FDCA797}" type="parTrans" cxnId="{8CE6B551-096C-440B-8BB5-7EECEB6477E3}">
      <dgm:prSet/>
      <dgm:spPr/>
      <dgm:t>
        <a:bodyPr/>
        <a:lstStyle/>
        <a:p>
          <a:endParaRPr lang="en-US"/>
        </a:p>
      </dgm:t>
    </dgm:pt>
    <dgm:pt modelId="{E0DDAB0B-5177-4CC4-B86A-E2BA093F3CDE}" type="sibTrans" cxnId="{8CE6B551-096C-440B-8BB5-7EECEB6477E3}">
      <dgm:prSet/>
      <dgm:spPr/>
      <dgm:t>
        <a:bodyPr/>
        <a:lstStyle/>
        <a:p>
          <a:endParaRPr lang="en-US"/>
        </a:p>
      </dgm:t>
    </dgm:pt>
    <dgm:pt modelId="{2C2FEFE5-C0F5-49BE-8896-261CF87D8285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ES" noProof="0" dirty="0">
              <a:solidFill>
                <a:schemeClr val="tx1">
                  <a:lumMod val="75000"/>
                </a:schemeClr>
              </a:solidFill>
            </a:rPr>
            <a:t>¿En el caso de futuros como se va a manejar el </a:t>
          </a:r>
          <a:r>
            <a:rPr lang="es-ES" noProof="0" dirty="0" err="1">
              <a:solidFill>
                <a:schemeClr val="tx1">
                  <a:lumMod val="75000"/>
                </a:schemeClr>
              </a:solidFill>
            </a:rPr>
            <a:t>rollover</a:t>
          </a:r>
          <a:r>
            <a:rPr lang="es-ES" noProof="0" dirty="0">
              <a:solidFill>
                <a:schemeClr val="tx1">
                  <a:lumMod val="75000"/>
                </a:schemeClr>
              </a:solidFill>
            </a:rPr>
            <a:t>?</a:t>
          </a:r>
          <a:r>
            <a:rPr lang="es-CO" noProof="0" dirty="0">
              <a:solidFill>
                <a:schemeClr val="tx1">
                  <a:lumMod val="75000"/>
                </a:schemeClr>
              </a:solidFill>
            </a:rPr>
            <a:t> </a:t>
          </a:r>
        </a:p>
      </dgm:t>
    </dgm:pt>
    <dgm:pt modelId="{EC2E2DD6-C620-4DC5-B901-6D552027A4B0}" type="parTrans" cxnId="{18F75E69-D9B3-4C54-8E56-CC6442986A87}">
      <dgm:prSet/>
      <dgm:spPr/>
      <dgm:t>
        <a:bodyPr/>
        <a:lstStyle/>
        <a:p>
          <a:endParaRPr lang="en-US"/>
        </a:p>
      </dgm:t>
    </dgm:pt>
    <dgm:pt modelId="{081A66AC-C69A-4912-BBFE-7E5A8738800D}" type="sibTrans" cxnId="{18F75E69-D9B3-4C54-8E56-CC6442986A87}">
      <dgm:prSet/>
      <dgm:spPr/>
      <dgm:t>
        <a:bodyPr/>
        <a:lstStyle/>
        <a:p>
          <a:endParaRPr lang="en-US"/>
        </a:p>
      </dgm:t>
    </dgm:pt>
    <dgm:pt modelId="{4FF37E20-7A66-4448-B213-0B87C4647A99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noProof="0" dirty="0">
              <a:solidFill>
                <a:schemeClr val="tx1">
                  <a:lumMod val="75000"/>
                </a:schemeClr>
              </a:solidFill>
            </a:rPr>
            <a:t>Crear contratos continuos</a:t>
          </a:r>
        </a:p>
      </dgm:t>
    </dgm:pt>
    <dgm:pt modelId="{BAD8D34E-6212-4D66-8548-95771ACAB668}" type="parTrans" cxnId="{F6F7AE8F-382B-4BBD-BE8F-CB34306CB719}">
      <dgm:prSet/>
      <dgm:spPr/>
      <dgm:t>
        <a:bodyPr/>
        <a:lstStyle/>
        <a:p>
          <a:endParaRPr lang="en-US"/>
        </a:p>
      </dgm:t>
    </dgm:pt>
    <dgm:pt modelId="{59EFD1C3-EF74-47E7-81C1-163E3F78003A}" type="sibTrans" cxnId="{F6F7AE8F-382B-4BBD-BE8F-CB34306CB719}">
      <dgm:prSet/>
      <dgm:spPr/>
      <dgm:t>
        <a:bodyPr/>
        <a:lstStyle/>
        <a:p>
          <a:endParaRPr lang="en-US"/>
        </a:p>
      </dgm:t>
    </dgm:pt>
    <dgm:pt modelId="{0C8BCEA8-FD35-41E5-9D88-A633EC0002DE}">
      <dgm:prSet phldrT="[Texto]"/>
      <dgm:spPr>
        <a:noFill/>
        <a:ln>
          <a:solidFill>
            <a:srgbClr val="0071BD"/>
          </a:solidFill>
        </a:ln>
      </dgm:spPr>
      <dgm:t>
        <a:bodyPr/>
        <a:lstStyle/>
        <a:p>
          <a:r>
            <a:rPr lang="es-CO" noProof="0" dirty="0">
              <a:solidFill>
                <a:schemeClr val="tx1">
                  <a:lumMod val="75000"/>
                </a:schemeClr>
              </a:solidFill>
            </a:rPr>
            <a:t>Excluir las fechas antes del LTD</a:t>
          </a:r>
        </a:p>
      </dgm:t>
    </dgm:pt>
    <dgm:pt modelId="{E5D0D4F9-0A00-4CD3-8065-57B58B388070}" type="parTrans" cxnId="{16ABF3C3-8694-4277-8F87-AA69ACCBDF2E}">
      <dgm:prSet/>
      <dgm:spPr/>
      <dgm:t>
        <a:bodyPr/>
        <a:lstStyle/>
        <a:p>
          <a:endParaRPr lang="en-US"/>
        </a:p>
      </dgm:t>
    </dgm:pt>
    <dgm:pt modelId="{778A0F5F-154D-48B9-A739-BB4DB4CE132F}" type="sibTrans" cxnId="{16ABF3C3-8694-4277-8F87-AA69ACCBDF2E}">
      <dgm:prSet/>
      <dgm:spPr/>
      <dgm:t>
        <a:bodyPr/>
        <a:lstStyle/>
        <a:p>
          <a:endParaRPr lang="en-US"/>
        </a:p>
      </dgm:t>
    </dgm:pt>
    <dgm:pt modelId="{1209A4E7-708A-4764-9BF3-8030F5C96C65}" type="pres">
      <dgm:prSet presAssocID="{D9C87F24-9570-407B-86C9-5AD370965955}" presName="diagram" presStyleCnt="0">
        <dgm:presLayoutVars>
          <dgm:dir/>
          <dgm:resizeHandles val="exact"/>
        </dgm:presLayoutVars>
      </dgm:prSet>
      <dgm:spPr/>
    </dgm:pt>
    <dgm:pt modelId="{B8C2E6C1-9124-4C2C-BDE7-07E78EF47AD8}" type="pres">
      <dgm:prSet presAssocID="{29DFC88B-60E3-4D90-9886-884BEEE575A2}" presName="node" presStyleLbl="node1" presStyleIdx="0" presStyleCnt="6">
        <dgm:presLayoutVars>
          <dgm:bulletEnabled val="1"/>
        </dgm:presLayoutVars>
      </dgm:prSet>
      <dgm:spPr/>
    </dgm:pt>
    <dgm:pt modelId="{6DFB13E0-1A07-4BEE-9C32-47E8A99FF84D}" type="pres">
      <dgm:prSet presAssocID="{1F6D07F2-E2DE-4249-B7EC-94DFAF5B8750}" presName="sibTrans" presStyleLbl="sibTrans2D1" presStyleIdx="0" presStyleCnt="5"/>
      <dgm:spPr/>
    </dgm:pt>
    <dgm:pt modelId="{D9761575-70DD-4813-AE38-10F7B3F10EB3}" type="pres">
      <dgm:prSet presAssocID="{1F6D07F2-E2DE-4249-B7EC-94DFAF5B8750}" presName="connectorText" presStyleLbl="sibTrans2D1" presStyleIdx="0" presStyleCnt="5"/>
      <dgm:spPr/>
    </dgm:pt>
    <dgm:pt modelId="{4432EB85-2B97-4EB0-B621-120818B8A0B7}" type="pres">
      <dgm:prSet presAssocID="{50F37E9B-BC7A-4B8F-BA6B-7D1D2D925D3D}" presName="node" presStyleLbl="node1" presStyleIdx="1" presStyleCnt="6">
        <dgm:presLayoutVars>
          <dgm:bulletEnabled val="1"/>
        </dgm:presLayoutVars>
      </dgm:prSet>
      <dgm:spPr/>
    </dgm:pt>
    <dgm:pt modelId="{F63E6B3D-B1A5-4381-B027-8A02AD2EC631}" type="pres">
      <dgm:prSet presAssocID="{BE0A0C42-6D43-4CBA-92DF-AFE183C1576C}" presName="sibTrans" presStyleLbl="sibTrans2D1" presStyleIdx="1" presStyleCnt="5"/>
      <dgm:spPr/>
    </dgm:pt>
    <dgm:pt modelId="{A2004A8F-6866-40C1-BF50-C89FD6A8ED86}" type="pres">
      <dgm:prSet presAssocID="{BE0A0C42-6D43-4CBA-92DF-AFE183C1576C}" presName="connectorText" presStyleLbl="sibTrans2D1" presStyleIdx="1" presStyleCnt="5"/>
      <dgm:spPr/>
    </dgm:pt>
    <dgm:pt modelId="{53C27F8F-D9BE-482E-9B5D-0951BBF11943}" type="pres">
      <dgm:prSet presAssocID="{2C2FEFE5-C0F5-49BE-8896-261CF87D8285}" presName="node" presStyleLbl="node1" presStyleIdx="2" presStyleCnt="6">
        <dgm:presLayoutVars>
          <dgm:bulletEnabled val="1"/>
        </dgm:presLayoutVars>
      </dgm:prSet>
      <dgm:spPr/>
    </dgm:pt>
    <dgm:pt modelId="{EC786D5E-8CF3-41B6-BF02-DFB999BFB43F}" type="pres">
      <dgm:prSet presAssocID="{081A66AC-C69A-4912-BBFE-7E5A8738800D}" presName="sibTrans" presStyleLbl="sibTrans2D1" presStyleIdx="2" presStyleCnt="5"/>
      <dgm:spPr/>
    </dgm:pt>
    <dgm:pt modelId="{04BF1F85-D019-4AE1-A8F2-FDB28EC173B1}" type="pres">
      <dgm:prSet presAssocID="{081A66AC-C69A-4912-BBFE-7E5A8738800D}" presName="connectorText" presStyleLbl="sibTrans2D1" presStyleIdx="2" presStyleCnt="5"/>
      <dgm:spPr/>
    </dgm:pt>
    <dgm:pt modelId="{91D6DDFC-8947-4082-A8D0-D298E3E40E8C}" type="pres">
      <dgm:prSet presAssocID="{4BD5577A-34A3-4AE8-9D85-F90C500690F1}" presName="node" presStyleLbl="node1" presStyleIdx="3" presStyleCnt="6">
        <dgm:presLayoutVars>
          <dgm:bulletEnabled val="1"/>
        </dgm:presLayoutVars>
      </dgm:prSet>
      <dgm:spPr/>
    </dgm:pt>
    <dgm:pt modelId="{9A2E0A0A-CCAA-47D5-BCFB-54F3B58B64A9}" type="pres">
      <dgm:prSet presAssocID="{B12EFA50-AA32-47EA-B7AC-24EBFBAE30D1}" presName="sibTrans" presStyleLbl="sibTrans2D1" presStyleIdx="3" presStyleCnt="5"/>
      <dgm:spPr/>
    </dgm:pt>
    <dgm:pt modelId="{14561D56-F3AA-4757-9B0B-92E4A77A471A}" type="pres">
      <dgm:prSet presAssocID="{B12EFA50-AA32-47EA-B7AC-24EBFBAE30D1}" presName="connectorText" presStyleLbl="sibTrans2D1" presStyleIdx="3" presStyleCnt="5"/>
      <dgm:spPr/>
    </dgm:pt>
    <dgm:pt modelId="{AAB341C1-F5F5-4E8D-9249-5B2DF0EC5CD3}" type="pres">
      <dgm:prSet presAssocID="{D48BD0CB-4859-452C-853D-B588D339F7ED}" presName="node" presStyleLbl="node1" presStyleIdx="4" presStyleCnt="6">
        <dgm:presLayoutVars>
          <dgm:bulletEnabled val="1"/>
        </dgm:presLayoutVars>
      </dgm:prSet>
      <dgm:spPr/>
    </dgm:pt>
    <dgm:pt modelId="{AE1A6EE4-46FC-4A05-9E8A-7999088781F5}" type="pres">
      <dgm:prSet presAssocID="{57C155AD-E5C2-49C0-8F1D-7DD75DEA2A9E}" presName="sibTrans" presStyleLbl="sibTrans2D1" presStyleIdx="4" presStyleCnt="5"/>
      <dgm:spPr/>
    </dgm:pt>
    <dgm:pt modelId="{933696CC-0942-4865-8CFD-AE167A965EDA}" type="pres">
      <dgm:prSet presAssocID="{57C155AD-E5C2-49C0-8F1D-7DD75DEA2A9E}" presName="connectorText" presStyleLbl="sibTrans2D1" presStyleIdx="4" presStyleCnt="5"/>
      <dgm:spPr/>
    </dgm:pt>
    <dgm:pt modelId="{2ACB6669-9CAF-42B9-B7FF-7C4EDC1A06DE}" type="pres">
      <dgm:prSet presAssocID="{DA012230-0D2B-4617-A21F-2C4388F7F914}" presName="node" presStyleLbl="node1" presStyleIdx="5" presStyleCnt="6">
        <dgm:presLayoutVars>
          <dgm:bulletEnabled val="1"/>
        </dgm:presLayoutVars>
      </dgm:prSet>
      <dgm:spPr/>
    </dgm:pt>
  </dgm:ptLst>
  <dgm:cxnLst>
    <dgm:cxn modelId="{5D7CE209-F968-40A3-A92D-6260B67956D7}" type="presOf" srcId="{EEE25C1D-1F65-44E6-A90F-09A155084518}" destId="{91D6DDFC-8947-4082-A8D0-D298E3E40E8C}" srcOrd="0" destOrd="2" presId="urn:microsoft.com/office/officeart/2005/8/layout/process5"/>
    <dgm:cxn modelId="{66CF8B10-B201-45DB-9E0D-AB3455BC8B24}" srcId="{4BD5577A-34A3-4AE8-9D85-F90C500690F1}" destId="{EEE25C1D-1F65-44E6-A90F-09A155084518}" srcOrd="1" destOrd="0" parTransId="{5B73D252-12FC-4767-8267-FF7FED959592}" sibTransId="{E0F49012-4490-44CF-8D37-E5591B874A06}"/>
    <dgm:cxn modelId="{21BA6215-F589-4403-BC75-561BF07D3B2B}" type="presOf" srcId="{2C2FEFE5-C0F5-49BE-8896-261CF87D8285}" destId="{53C27F8F-D9BE-482E-9B5D-0951BBF11943}" srcOrd="0" destOrd="0" presId="urn:microsoft.com/office/officeart/2005/8/layout/process5"/>
    <dgm:cxn modelId="{93EFA917-668E-4251-B755-365C3A727A3B}" srcId="{29DFC88B-60E3-4D90-9886-884BEEE575A2}" destId="{0EEB8779-FD6C-468B-925D-921D7FC01CB5}" srcOrd="1" destOrd="0" parTransId="{97A3619B-7913-49A2-8BB2-965C2A74F031}" sibTransId="{2BE5BC47-6246-4619-980D-ECC18F02A530}"/>
    <dgm:cxn modelId="{FF12241A-3C09-4163-B984-5E6715875D3C}" srcId="{D9C87F24-9570-407B-86C9-5AD370965955}" destId="{50F37E9B-BC7A-4B8F-BA6B-7D1D2D925D3D}" srcOrd="1" destOrd="0" parTransId="{644793A6-8D74-4FAE-A69F-AFD03430A32B}" sibTransId="{BE0A0C42-6D43-4CBA-92DF-AFE183C1576C}"/>
    <dgm:cxn modelId="{CC972D1A-368A-44C7-8B03-32E32B22D6F1}" type="presOf" srcId="{983E6928-7CAF-49D5-A700-B504AAF76A43}" destId="{B8C2E6C1-9124-4C2C-BDE7-07E78EF47AD8}" srcOrd="0" destOrd="3" presId="urn:microsoft.com/office/officeart/2005/8/layout/process5"/>
    <dgm:cxn modelId="{8834131D-B933-45F7-9EDA-5F2FFB99FE37}" type="presOf" srcId="{081A66AC-C69A-4912-BBFE-7E5A8738800D}" destId="{04BF1F85-D019-4AE1-A8F2-FDB28EC173B1}" srcOrd="1" destOrd="0" presId="urn:microsoft.com/office/officeart/2005/8/layout/process5"/>
    <dgm:cxn modelId="{88F12324-7498-41BD-B437-A0FF0BE37F40}" srcId="{29DFC88B-60E3-4D90-9886-884BEEE575A2}" destId="{983E6928-7CAF-49D5-A700-B504AAF76A43}" srcOrd="2" destOrd="0" parTransId="{B927491C-652E-48F9-93DC-CCC9607A533E}" sibTransId="{150B38FE-5E64-467D-89F8-2B56AE37EBA8}"/>
    <dgm:cxn modelId="{C795002D-FBEC-41AC-8AA3-BC4E39F10DE6}" type="presOf" srcId="{262A4301-D6A4-4D27-AD67-065581A7BD3C}" destId="{91D6DDFC-8947-4082-A8D0-D298E3E40E8C}" srcOrd="0" destOrd="1" presId="urn:microsoft.com/office/officeart/2005/8/layout/process5"/>
    <dgm:cxn modelId="{66935932-1441-4B01-B216-D4AB993313A8}" srcId="{4BD5577A-34A3-4AE8-9D85-F90C500690F1}" destId="{262A4301-D6A4-4D27-AD67-065581A7BD3C}" srcOrd="0" destOrd="0" parTransId="{F1363ED4-CF15-4BA1-BFA0-C23D85403894}" sibTransId="{70390F61-5EBE-4DCD-B590-A49D6AB2FB00}"/>
    <dgm:cxn modelId="{2B466A33-A6A6-4024-8BCE-026B0C298FA9}" type="presOf" srcId="{B12EFA50-AA32-47EA-B7AC-24EBFBAE30D1}" destId="{9A2E0A0A-CCAA-47D5-BCFB-54F3B58B64A9}" srcOrd="0" destOrd="0" presId="urn:microsoft.com/office/officeart/2005/8/layout/process5"/>
    <dgm:cxn modelId="{FA018D39-F1A4-4F5E-901F-0D0DEA122022}" type="presOf" srcId="{50F37E9B-BC7A-4B8F-BA6B-7D1D2D925D3D}" destId="{4432EB85-2B97-4EB0-B621-120818B8A0B7}" srcOrd="0" destOrd="0" presId="urn:microsoft.com/office/officeart/2005/8/layout/process5"/>
    <dgm:cxn modelId="{C7EBF35D-408D-45FE-8B33-BB20E3433288}" type="presOf" srcId="{4FF37E20-7A66-4448-B213-0B87C4647A99}" destId="{53C27F8F-D9BE-482E-9B5D-0951BBF11943}" srcOrd="0" destOrd="1" presId="urn:microsoft.com/office/officeart/2005/8/layout/process5"/>
    <dgm:cxn modelId="{81FC3F60-6984-43F4-914A-6F0C81362729}" type="presOf" srcId="{DB3BD274-C925-4D46-9351-4C9A34224D75}" destId="{4432EB85-2B97-4EB0-B621-120818B8A0B7}" srcOrd="0" destOrd="2" presId="urn:microsoft.com/office/officeart/2005/8/layout/process5"/>
    <dgm:cxn modelId="{18F75E69-D9B3-4C54-8E56-CC6442986A87}" srcId="{D9C87F24-9570-407B-86C9-5AD370965955}" destId="{2C2FEFE5-C0F5-49BE-8896-261CF87D8285}" srcOrd="2" destOrd="0" parTransId="{EC2E2DD6-C620-4DC5-B901-6D552027A4B0}" sibTransId="{081A66AC-C69A-4912-BBFE-7E5A8738800D}"/>
    <dgm:cxn modelId="{7FF7584C-5168-4E60-8AA1-A41A686319E8}" srcId="{29DFC88B-60E3-4D90-9886-884BEEE575A2}" destId="{727439FF-A71A-4EB6-BBD5-6512B5CB46B8}" srcOrd="0" destOrd="0" parTransId="{188FA089-7F86-4081-862F-3B8840295D23}" sibTransId="{F788D2C2-F031-4215-9C0C-7857CB63F616}"/>
    <dgm:cxn modelId="{B8DD856C-5D43-4CEF-AF1B-1B355FBB3336}" type="presOf" srcId="{4BD5577A-34A3-4AE8-9D85-F90C500690F1}" destId="{91D6DDFC-8947-4082-A8D0-D298E3E40E8C}" srcOrd="0" destOrd="0" presId="urn:microsoft.com/office/officeart/2005/8/layout/process5"/>
    <dgm:cxn modelId="{588E1E6D-DB46-424C-AEA8-0037FC1993DA}" type="presOf" srcId="{081A66AC-C69A-4912-BBFE-7E5A8738800D}" destId="{EC786D5E-8CF3-41B6-BF02-DFB999BFB43F}" srcOrd="0" destOrd="0" presId="urn:microsoft.com/office/officeart/2005/8/layout/process5"/>
    <dgm:cxn modelId="{8CE6B551-096C-440B-8BB5-7EECEB6477E3}" srcId="{DA012230-0D2B-4617-A21F-2C4388F7F914}" destId="{95D318B6-654C-4DBE-BF49-BD29100554F0}" srcOrd="0" destOrd="0" parTransId="{AE41B928-74B0-41DD-9016-1B4A7FDCA797}" sibTransId="{E0DDAB0B-5177-4CC4-B86A-E2BA093F3CDE}"/>
    <dgm:cxn modelId="{C5883175-DCAD-4216-B339-3BD39C096CCF}" type="presOf" srcId="{0C8BCEA8-FD35-41E5-9D88-A633EC0002DE}" destId="{53C27F8F-D9BE-482E-9B5D-0951BBF11943}" srcOrd="0" destOrd="2" presId="urn:microsoft.com/office/officeart/2005/8/layout/process5"/>
    <dgm:cxn modelId="{63F5D38C-52C5-482B-BFC0-0B364C4BE4EA}" type="presOf" srcId="{54892D20-90D9-4F0F-A3A6-4C3C7CE580D8}" destId="{4432EB85-2B97-4EB0-B621-120818B8A0B7}" srcOrd="0" destOrd="1" presId="urn:microsoft.com/office/officeart/2005/8/layout/process5"/>
    <dgm:cxn modelId="{F6F7AE8F-382B-4BBD-BE8F-CB34306CB719}" srcId="{2C2FEFE5-C0F5-49BE-8896-261CF87D8285}" destId="{4FF37E20-7A66-4448-B213-0B87C4647A99}" srcOrd="0" destOrd="0" parTransId="{BAD8D34E-6212-4D66-8548-95771ACAB668}" sibTransId="{59EFD1C3-EF74-47E7-81C1-163E3F78003A}"/>
    <dgm:cxn modelId="{96F03095-A742-4DDA-9A3B-10FE71B6E4B3}" type="presOf" srcId="{1F6D07F2-E2DE-4249-B7EC-94DFAF5B8750}" destId="{6DFB13E0-1A07-4BEE-9C32-47E8A99FF84D}" srcOrd="0" destOrd="0" presId="urn:microsoft.com/office/officeart/2005/8/layout/process5"/>
    <dgm:cxn modelId="{425C289B-7C34-44D0-8015-CFC0274C8EF3}" type="presOf" srcId="{B12EFA50-AA32-47EA-B7AC-24EBFBAE30D1}" destId="{14561D56-F3AA-4757-9B0B-92E4A77A471A}" srcOrd="1" destOrd="0" presId="urn:microsoft.com/office/officeart/2005/8/layout/process5"/>
    <dgm:cxn modelId="{F274E49C-1780-4EA4-9020-7B990C102336}" srcId="{D9C87F24-9570-407B-86C9-5AD370965955}" destId="{D48BD0CB-4859-452C-853D-B588D339F7ED}" srcOrd="4" destOrd="0" parTransId="{6CB8FDFC-D9F2-4EC3-9657-68AAA9F07E0F}" sibTransId="{57C155AD-E5C2-49C0-8F1D-7DD75DEA2A9E}"/>
    <dgm:cxn modelId="{1769319D-7F97-4142-90AB-2FAEF304E5DD}" srcId="{50F37E9B-BC7A-4B8F-BA6B-7D1D2D925D3D}" destId="{DB3BD274-C925-4D46-9351-4C9A34224D75}" srcOrd="1" destOrd="0" parTransId="{B410BCEC-4DE0-4AE5-BB9D-19442F1E33C3}" sibTransId="{28613317-1601-4167-836F-A2394DE694D2}"/>
    <dgm:cxn modelId="{67BFB19D-B1DA-4128-BF0C-E3B7EDA41297}" type="presOf" srcId="{DA012230-0D2B-4617-A21F-2C4388F7F914}" destId="{2ACB6669-9CAF-42B9-B7FF-7C4EDC1A06DE}" srcOrd="0" destOrd="0" presId="urn:microsoft.com/office/officeart/2005/8/layout/process5"/>
    <dgm:cxn modelId="{E2EA329F-A1AC-49E0-A9F3-BD2B222369D4}" srcId="{D9C87F24-9570-407B-86C9-5AD370965955}" destId="{29DFC88B-60E3-4D90-9886-884BEEE575A2}" srcOrd="0" destOrd="0" parTransId="{E54D98CE-35CF-4436-A080-B363540064B8}" sibTransId="{1F6D07F2-E2DE-4249-B7EC-94DFAF5B8750}"/>
    <dgm:cxn modelId="{5CDB21A1-ACD0-410B-9C04-33665AF74248}" type="presOf" srcId="{29DFC88B-60E3-4D90-9886-884BEEE575A2}" destId="{B8C2E6C1-9124-4C2C-BDE7-07E78EF47AD8}" srcOrd="0" destOrd="0" presId="urn:microsoft.com/office/officeart/2005/8/layout/process5"/>
    <dgm:cxn modelId="{80B6CAA4-7A5D-4B2F-85FB-66058773125F}" type="presOf" srcId="{57C155AD-E5C2-49C0-8F1D-7DD75DEA2A9E}" destId="{AE1A6EE4-46FC-4A05-9E8A-7999088781F5}" srcOrd="0" destOrd="0" presId="urn:microsoft.com/office/officeart/2005/8/layout/process5"/>
    <dgm:cxn modelId="{4AC4A8AE-EAD2-45BF-9F81-50D1F8FA0C87}" type="presOf" srcId="{1F6D07F2-E2DE-4249-B7EC-94DFAF5B8750}" destId="{D9761575-70DD-4813-AE38-10F7B3F10EB3}" srcOrd="1" destOrd="0" presId="urn:microsoft.com/office/officeart/2005/8/layout/process5"/>
    <dgm:cxn modelId="{566106B5-E2C7-4F2D-8260-2F0CF74D3559}" srcId="{D9C87F24-9570-407B-86C9-5AD370965955}" destId="{DA012230-0D2B-4617-A21F-2C4388F7F914}" srcOrd="5" destOrd="0" parTransId="{425E8F18-DDC9-46D3-8D36-75BF5A1F6561}" sibTransId="{ADF10105-D9B5-4AA8-BB73-05F0E3BE0C8D}"/>
    <dgm:cxn modelId="{1B2A44B8-204E-4DF5-A04B-042C2AEA15B8}" type="presOf" srcId="{57C155AD-E5C2-49C0-8F1D-7DD75DEA2A9E}" destId="{933696CC-0942-4865-8CFD-AE167A965EDA}" srcOrd="1" destOrd="0" presId="urn:microsoft.com/office/officeart/2005/8/layout/process5"/>
    <dgm:cxn modelId="{3E7F39B9-1ECE-49A9-A542-6EAC42B8BD23}" type="presOf" srcId="{95D318B6-654C-4DBE-BF49-BD29100554F0}" destId="{2ACB6669-9CAF-42B9-B7FF-7C4EDC1A06DE}" srcOrd="0" destOrd="1" presId="urn:microsoft.com/office/officeart/2005/8/layout/process5"/>
    <dgm:cxn modelId="{16ABF3C3-8694-4277-8F87-AA69ACCBDF2E}" srcId="{2C2FEFE5-C0F5-49BE-8896-261CF87D8285}" destId="{0C8BCEA8-FD35-41E5-9D88-A633EC0002DE}" srcOrd="1" destOrd="0" parTransId="{E5D0D4F9-0A00-4CD3-8065-57B58B388070}" sibTransId="{778A0F5F-154D-48B9-A739-BB4DB4CE132F}"/>
    <dgm:cxn modelId="{F3EEB5C4-12A0-4B14-AE7F-2CEA40E00116}" srcId="{D9C87F24-9570-407B-86C9-5AD370965955}" destId="{4BD5577A-34A3-4AE8-9D85-F90C500690F1}" srcOrd="3" destOrd="0" parTransId="{79CF1A36-0DEF-4141-A528-9E00CD54CA77}" sibTransId="{B12EFA50-AA32-47EA-B7AC-24EBFBAE30D1}"/>
    <dgm:cxn modelId="{A8A5EDC8-CB4F-41AB-B5CA-3902C883E372}" type="presOf" srcId="{0EEB8779-FD6C-468B-925D-921D7FC01CB5}" destId="{B8C2E6C1-9124-4C2C-BDE7-07E78EF47AD8}" srcOrd="0" destOrd="2" presId="urn:microsoft.com/office/officeart/2005/8/layout/process5"/>
    <dgm:cxn modelId="{A6D960D9-2E8B-4675-96D4-8D3F56A99A88}" type="presOf" srcId="{727439FF-A71A-4EB6-BBD5-6512B5CB46B8}" destId="{B8C2E6C1-9124-4C2C-BDE7-07E78EF47AD8}" srcOrd="0" destOrd="1" presId="urn:microsoft.com/office/officeart/2005/8/layout/process5"/>
    <dgm:cxn modelId="{3B76DCDA-6845-4DD2-AAD5-28E90F4F9189}" type="presOf" srcId="{D9C87F24-9570-407B-86C9-5AD370965955}" destId="{1209A4E7-708A-4764-9BF3-8030F5C96C65}" srcOrd="0" destOrd="0" presId="urn:microsoft.com/office/officeart/2005/8/layout/process5"/>
    <dgm:cxn modelId="{517A7EE2-EC34-4932-B066-CB25303F57DD}" type="presOf" srcId="{BE0A0C42-6D43-4CBA-92DF-AFE183C1576C}" destId="{F63E6B3D-B1A5-4381-B027-8A02AD2EC631}" srcOrd="0" destOrd="0" presId="urn:microsoft.com/office/officeart/2005/8/layout/process5"/>
    <dgm:cxn modelId="{3F2DCAE7-8790-4804-8B0E-824437772F39}" type="presOf" srcId="{D48BD0CB-4859-452C-853D-B588D339F7ED}" destId="{AAB341C1-F5F5-4E8D-9249-5B2DF0EC5CD3}" srcOrd="0" destOrd="0" presId="urn:microsoft.com/office/officeart/2005/8/layout/process5"/>
    <dgm:cxn modelId="{08A755F0-4466-413C-8AB6-43833BF6FA1E}" srcId="{50F37E9B-BC7A-4B8F-BA6B-7D1D2D925D3D}" destId="{54892D20-90D9-4F0F-A3A6-4C3C7CE580D8}" srcOrd="0" destOrd="0" parTransId="{217A85EF-C390-46B5-97C6-29DA379C0440}" sibTransId="{F25D511C-ABA4-408A-8A96-2DAC556F5901}"/>
    <dgm:cxn modelId="{6CC6A5FA-FDB9-47E4-B9BB-2D266C1C7ABB}" type="presOf" srcId="{BE0A0C42-6D43-4CBA-92DF-AFE183C1576C}" destId="{A2004A8F-6866-40C1-BF50-C89FD6A8ED86}" srcOrd="1" destOrd="0" presId="urn:microsoft.com/office/officeart/2005/8/layout/process5"/>
    <dgm:cxn modelId="{529C045F-CBD2-412D-89B5-D6341FA07AB5}" type="presParOf" srcId="{1209A4E7-708A-4764-9BF3-8030F5C96C65}" destId="{B8C2E6C1-9124-4C2C-BDE7-07E78EF47AD8}" srcOrd="0" destOrd="0" presId="urn:microsoft.com/office/officeart/2005/8/layout/process5"/>
    <dgm:cxn modelId="{D97AC1CA-CA4D-40AD-B36B-8AF0EEFF945B}" type="presParOf" srcId="{1209A4E7-708A-4764-9BF3-8030F5C96C65}" destId="{6DFB13E0-1A07-4BEE-9C32-47E8A99FF84D}" srcOrd="1" destOrd="0" presId="urn:microsoft.com/office/officeart/2005/8/layout/process5"/>
    <dgm:cxn modelId="{E4D7E30A-9886-4872-A294-409611A0EBD8}" type="presParOf" srcId="{6DFB13E0-1A07-4BEE-9C32-47E8A99FF84D}" destId="{D9761575-70DD-4813-AE38-10F7B3F10EB3}" srcOrd="0" destOrd="0" presId="urn:microsoft.com/office/officeart/2005/8/layout/process5"/>
    <dgm:cxn modelId="{B8143E6D-6F88-4B2E-8E51-1852821BB8BE}" type="presParOf" srcId="{1209A4E7-708A-4764-9BF3-8030F5C96C65}" destId="{4432EB85-2B97-4EB0-B621-120818B8A0B7}" srcOrd="2" destOrd="0" presId="urn:microsoft.com/office/officeart/2005/8/layout/process5"/>
    <dgm:cxn modelId="{3ECA32A0-0E3C-43F9-BB3C-7898663550E0}" type="presParOf" srcId="{1209A4E7-708A-4764-9BF3-8030F5C96C65}" destId="{F63E6B3D-B1A5-4381-B027-8A02AD2EC631}" srcOrd="3" destOrd="0" presId="urn:microsoft.com/office/officeart/2005/8/layout/process5"/>
    <dgm:cxn modelId="{0D6A68BC-D485-43B1-AE69-3879481877B9}" type="presParOf" srcId="{F63E6B3D-B1A5-4381-B027-8A02AD2EC631}" destId="{A2004A8F-6866-40C1-BF50-C89FD6A8ED86}" srcOrd="0" destOrd="0" presId="urn:microsoft.com/office/officeart/2005/8/layout/process5"/>
    <dgm:cxn modelId="{F426CBA0-C164-47B5-8ADF-8F9816A11672}" type="presParOf" srcId="{1209A4E7-708A-4764-9BF3-8030F5C96C65}" destId="{53C27F8F-D9BE-482E-9B5D-0951BBF11943}" srcOrd="4" destOrd="0" presId="urn:microsoft.com/office/officeart/2005/8/layout/process5"/>
    <dgm:cxn modelId="{EE6B9E1F-C941-4905-A7B3-2C60C49F9FC4}" type="presParOf" srcId="{1209A4E7-708A-4764-9BF3-8030F5C96C65}" destId="{EC786D5E-8CF3-41B6-BF02-DFB999BFB43F}" srcOrd="5" destOrd="0" presId="urn:microsoft.com/office/officeart/2005/8/layout/process5"/>
    <dgm:cxn modelId="{5580FA20-010A-42EB-ACAB-2038D1E435C6}" type="presParOf" srcId="{EC786D5E-8CF3-41B6-BF02-DFB999BFB43F}" destId="{04BF1F85-D019-4AE1-A8F2-FDB28EC173B1}" srcOrd="0" destOrd="0" presId="urn:microsoft.com/office/officeart/2005/8/layout/process5"/>
    <dgm:cxn modelId="{871D44BD-00CF-4166-9EB2-5822A8FA7601}" type="presParOf" srcId="{1209A4E7-708A-4764-9BF3-8030F5C96C65}" destId="{91D6DDFC-8947-4082-A8D0-D298E3E40E8C}" srcOrd="6" destOrd="0" presId="urn:microsoft.com/office/officeart/2005/8/layout/process5"/>
    <dgm:cxn modelId="{FA276CB1-6A99-431B-BD67-DF990534E12E}" type="presParOf" srcId="{1209A4E7-708A-4764-9BF3-8030F5C96C65}" destId="{9A2E0A0A-CCAA-47D5-BCFB-54F3B58B64A9}" srcOrd="7" destOrd="0" presId="urn:microsoft.com/office/officeart/2005/8/layout/process5"/>
    <dgm:cxn modelId="{6B5E09F3-3A20-4849-B7DA-7F3FEE9869E6}" type="presParOf" srcId="{9A2E0A0A-CCAA-47D5-BCFB-54F3B58B64A9}" destId="{14561D56-F3AA-4757-9B0B-92E4A77A471A}" srcOrd="0" destOrd="0" presId="urn:microsoft.com/office/officeart/2005/8/layout/process5"/>
    <dgm:cxn modelId="{4D1D7EED-502B-4B64-BD14-3F20DB142E5B}" type="presParOf" srcId="{1209A4E7-708A-4764-9BF3-8030F5C96C65}" destId="{AAB341C1-F5F5-4E8D-9249-5B2DF0EC5CD3}" srcOrd="8" destOrd="0" presId="urn:microsoft.com/office/officeart/2005/8/layout/process5"/>
    <dgm:cxn modelId="{AD765863-68C6-4268-94DE-00D86F810D23}" type="presParOf" srcId="{1209A4E7-708A-4764-9BF3-8030F5C96C65}" destId="{AE1A6EE4-46FC-4A05-9E8A-7999088781F5}" srcOrd="9" destOrd="0" presId="urn:microsoft.com/office/officeart/2005/8/layout/process5"/>
    <dgm:cxn modelId="{559131D9-4B73-4A41-B3F6-16F0217B84B9}" type="presParOf" srcId="{AE1A6EE4-46FC-4A05-9E8A-7999088781F5}" destId="{933696CC-0942-4865-8CFD-AE167A965EDA}" srcOrd="0" destOrd="0" presId="urn:microsoft.com/office/officeart/2005/8/layout/process5"/>
    <dgm:cxn modelId="{FB558DEC-7381-478E-B2B5-1A12452F5B7F}" type="presParOf" srcId="{1209A4E7-708A-4764-9BF3-8030F5C96C65}" destId="{2ACB6669-9CAF-42B9-B7FF-7C4EDC1A06D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D36557A-F221-484C-A697-00FF24CE0CC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4ECC4B-F9C5-4D07-800B-C95B331C8149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s-CO" b="1" dirty="0"/>
            <a:t>Estacionalidades</a:t>
          </a:r>
          <a:endParaRPr lang="en-US" dirty="0"/>
        </a:p>
      </dgm:t>
    </dgm:pt>
    <dgm:pt modelId="{CB9CF489-BF0D-41C5-92C1-B6ED17D5FD47}" type="parTrans" cxnId="{B4AED7AB-31BB-4809-8561-E48E8FE0020D}">
      <dgm:prSet/>
      <dgm:spPr/>
      <dgm:t>
        <a:bodyPr/>
        <a:lstStyle/>
        <a:p>
          <a:endParaRPr lang="en-US"/>
        </a:p>
      </dgm:t>
    </dgm:pt>
    <dgm:pt modelId="{221BD857-1F9B-4159-8992-6E308E68ED37}" type="sibTrans" cxnId="{B4AED7AB-31BB-4809-8561-E48E8FE0020D}">
      <dgm:prSet/>
      <dgm:spPr/>
      <dgm:t>
        <a:bodyPr/>
        <a:lstStyle/>
        <a:p>
          <a:endParaRPr lang="en-US"/>
        </a:p>
      </dgm:t>
    </dgm:pt>
    <dgm:pt modelId="{1ED20AF2-6340-45BF-BBD7-E733915AC49A}">
      <dgm:prSet phldrT="[Texto]"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Mensual 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040DFB82-20D5-46C1-8629-3A40E01259D6}" type="parTrans" cxnId="{9314674D-E68D-4ADE-A855-066A9CD5B38B}">
      <dgm:prSet/>
      <dgm:spPr/>
      <dgm:t>
        <a:bodyPr/>
        <a:lstStyle/>
        <a:p>
          <a:endParaRPr lang="en-US"/>
        </a:p>
      </dgm:t>
    </dgm:pt>
    <dgm:pt modelId="{0C9945D6-6FD7-4DEC-A6D2-856166C1B1EF}" type="sibTrans" cxnId="{9314674D-E68D-4ADE-A855-066A9CD5B38B}">
      <dgm:prSet/>
      <dgm:spPr/>
      <dgm:t>
        <a:bodyPr/>
        <a:lstStyle/>
        <a:p>
          <a:endParaRPr lang="en-US"/>
        </a:p>
      </dgm:t>
    </dgm:pt>
    <dgm:pt modelId="{335FC425-C8D2-4456-B926-84F3C40D8840}">
      <dgm:prSet phldrT="[Texto]"/>
      <dgm:spPr>
        <a:noFill/>
      </dgm:spPr>
      <dgm:t>
        <a:bodyPr/>
        <a:lstStyle/>
        <a:p>
          <a:r>
            <a:rPr lang="en-US" dirty="0">
              <a:solidFill>
                <a:schemeClr val="tx1">
                  <a:lumMod val="75000"/>
                </a:schemeClr>
              </a:solidFill>
            </a:rPr>
            <a:t>Pago de </a:t>
          </a:r>
          <a:r>
            <a:rPr lang="en-US" dirty="0" err="1">
              <a:solidFill>
                <a:schemeClr val="tx1">
                  <a:lumMod val="75000"/>
                </a:schemeClr>
              </a:solidFill>
            </a:rPr>
            <a:t>impuestos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6CAD5269-F471-4D45-A19C-A47590DE01DC}" type="parTrans" cxnId="{63CA86F7-41B1-4092-951B-F9FED0DB03B6}">
      <dgm:prSet/>
      <dgm:spPr/>
      <dgm:t>
        <a:bodyPr/>
        <a:lstStyle/>
        <a:p>
          <a:endParaRPr lang="en-US"/>
        </a:p>
      </dgm:t>
    </dgm:pt>
    <dgm:pt modelId="{556B9597-212B-41D2-8B8A-F84ABA3601F4}" type="sibTrans" cxnId="{63CA86F7-41B1-4092-951B-F9FED0DB03B6}">
      <dgm:prSet/>
      <dgm:spPr/>
      <dgm:t>
        <a:bodyPr/>
        <a:lstStyle/>
        <a:p>
          <a:endParaRPr lang="en-US"/>
        </a:p>
      </dgm:t>
    </dgm:pt>
    <dgm:pt modelId="{55167B90-5259-4C42-8180-848A37A57B4A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s-CO" b="1" dirty="0" err="1"/>
            <a:t>Trend</a:t>
          </a:r>
          <a:r>
            <a:rPr lang="es-CO" b="1" dirty="0"/>
            <a:t> </a:t>
          </a:r>
          <a:r>
            <a:rPr lang="es-CO" b="1" dirty="0" err="1"/>
            <a:t>following</a:t>
          </a:r>
          <a:endParaRPr lang="en-US" dirty="0"/>
        </a:p>
      </dgm:t>
    </dgm:pt>
    <dgm:pt modelId="{23F51F1D-6EBA-438D-BB0D-9B2ECBAB8DB2}" type="parTrans" cxnId="{2A56A644-ADEA-4FBE-B543-D6E2B663650B}">
      <dgm:prSet/>
      <dgm:spPr/>
      <dgm:t>
        <a:bodyPr/>
        <a:lstStyle/>
        <a:p>
          <a:endParaRPr lang="en-US"/>
        </a:p>
      </dgm:t>
    </dgm:pt>
    <dgm:pt modelId="{550E92DD-7FC1-4E7C-9EDC-F656D6F9C3B5}" type="sibTrans" cxnId="{2A56A644-ADEA-4FBE-B543-D6E2B663650B}">
      <dgm:prSet/>
      <dgm:spPr/>
      <dgm:t>
        <a:bodyPr/>
        <a:lstStyle/>
        <a:p>
          <a:endParaRPr lang="en-US"/>
        </a:p>
      </dgm:t>
    </dgm:pt>
    <dgm:pt modelId="{264BD5EC-11D3-4320-8CF9-8916E48137F9}">
      <dgm:prSet phldrT="[Texto]"/>
      <dgm:spPr>
        <a:noFill/>
      </dgm:spPr>
      <dgm:t>
        <a:bodyPr/>
        <a:lstStyle/>
        <a:p>
          <a:r>
            <a:rPr lang="es-CO" dirty="0" err="1">
              <a:solidFill>
                <a:schemeClr val="tx1">
                  <a:lumMod val="75000"/>
                </a:schemeClr>
              </a:solidFill>
            </a:rPr>
            <a:t>Breakouts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2B9A18D0-33BE-4B66-90C5-95487B4B4263}" type="parTrans" cxnId="{1507664D-EB02-4A8D-803D-6089BC77B8A8}">
      <dgm:prSet/>
      <dgm:spPr/>
      <dgm:t>
        <a:bodyPr/>
        <a:lstStyle/>
        <a:p>
          <a:endParaRPr lang="en-US"/>
        </a:p>
      </dgm:t>
    </dgm:pt>
    <dgm:pt modelId="{E6D03FED-65FB-4EED-876C-D1818203DE96}" type="sibTrans" cxnId="{1507664D-EB02-4A8D-803D-6089BC77B8A8}">
      <dgm:prSet/>
      <dgm:spPr/>
      <dgm:t>
        <a:bodyPr/>
        <a:lstStyle/>
        <a:p>
          <a:endParaRPr lang="en-US"/>
        </a:p>
      </dgm:t>
    </dgm:pt>
    <dgm:pt modelId="{C8C8FE54-5278-4D4D-80AF-59BED1B23AC3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s-CO" b="1" dirty="0" err="1"/>
            <a:t>Countertrend</a:t>
          </a:r>
          <a:endParaRPr lang="en-US" dirty="0"/>
        </a:p>
      </dgm:t>
    </dgm:pt>
    <dgm:pt modelId="{E2BCBC2C-68C2-4039-86EF-3F6B493BED2A}" type="parTrans" cxnId="{FE3F24CF-047B-4B2D-AC68-C7F6BCC09C0A}">
      <dgm:prSet/>
      <dgm:spPr/>
      <dgm:t>
        <a:bodyPr/>
        <a:lstStyle/>
        <a:p>
          <a:endParaRPr lang="en-US"/>
        </a:p>
      </dgm:t>
    </dgm:pt>
    <dgm:pt modelId="{859909DD-EB0A-4E57-A89D-C74677CCEC72}" type="sibTrans" cxnId="{FE3F24CF-047B-4B2D-AC68-C7F6BCC09C0A}">
      <dgm:prSet/>
      <dgm:spPr/>
      <dgm:t>
        <a:bodyPr/>
        <a:lstStyle/>
        <a:p>
          <a:endParaRPr lang="en-US"/>
        </a:p>
      </dgm:t>
    </dgm:pt>
    <dgm:pt modelId="{915D16E0-58BD-4468-981D-74AB5F75F9A4}">
      <dgm:prSet/>
      <dgm:spPr>
        <a:noFill/>
      </dgm:spPr>
      <dgm:t>
        <a:bodyPr/>
        <a:lstStyle/>
        <a:p>
          <a:r>
            <a:rPr lang="es-CO" b="1">
              <a:solidFill>
                <a:schemeClr val="tx1">
                  <a:lumMod val="75000"/>
                </a:schemeClr>
              </a:solidFill>
            </a:rPr>
            <a:t>Diaria </a:t>
          </a:r>
          <a:endParaRPr lang="es-CO" b="1" dirty="0">
            <a:solidFill>
              <a:schemeClr val="tx1">
                <a:lumMod val="75000"/>
              </a:schemeClr>
            </a:solidFill>
          </a:endParaRPr>
        </a:p>
      </dgm:t>
    </dgm:pt>
    <dgm:pt modelId="{A50A64BC-888A-4C65-99B5-F7A1576CEE42}" type="parTrans" cxnId="{F142AEDB-6152-4D80-A94C-0005F6090D39}">
      <dgm:prSet/>
      <dgm:spPr/>
      <dgm:t>
        <a:bodyPr/>
        <a:lstStyle/>
        <a:p>
          <a:endParaRPr lang="en-US"/>
        </a:p>
      </dgm:t>
    </dgm:pt>
    <dgm:pt modelId="{41C41E90-699D-40CC-94BE-CDAB954CFB15}" type="sibTrans" cxnId="{F142AEDB-6152-4D80-A94C-0005F6090D39}">
      <dgm:prSet/>
      <dgm:spPr/>
      <dgm:t>
        <a:bodyPr/>
        <a:lstStyle/>
        <a:p>
          <a:endParaRPr lang="en-US"/>
        </a:p>
      </dgm:t>
    </dgm:pt>
    <dgm:pt modelId="{FB9AC8EC-80FC-4EBB-8AD5-C10E1245ABDE}">
      <dgm:prSet/>
      <dgm:spPr>
        <a:noFill/>
      </dgm:spPr>
      <dgm:t>
        <a:bodyPr/>
        <a:lstStyle/>
        <a:p>
          <a:r>
            <a:rPr lang="es-CO" b="1" dirty="0">
              <a:solidFill>
                <a:schemeClr val="tx1">
                  <a:lumMod val="75000"/>
                </a:schemeClr>
              </a:solidFill>
            </a:rPr>
            <a:t>Dia del año </a:t>
          </a:r>
        </a:p>
      </dgm:t>
    </dgm:pt>
    <dgm:pt modelId="{71EE750F-6D84-4D2D-854D-CF4A01FCCEB0}" type="parTrans" cxnId="{F0D3407E-50F1-40D8-9EED-BE57ECD6F4D5}">
      <dgm:prSet/>
      <dgm:spPr/>
      <dgm:t>
        <a:bodyPr/>
        <a:lstStyle/>
        <a:p>
          <a:endParaRPr lang="en-US"/>
        </a:p>
      </dgm:t>
    </dgm:pt>
    <dgm:pt modelId="{94B43C22-DF8F-4743-8944-313BA0B9F8D3}" type="sibTrans" cxnId="{F0D3407E-50F1-40D8-9EED-BE57ECD6F4D5}">
      <dgm:prSet/>
      <dgm:spPr/>
      <dgm:t>
        <a:bodyPr/>
        <a:lstStyle/>
        <a:p>
          <a:endParaRPr lang="en-US"/>
        </a:p>
      </dgm:t>
    </dgm:pt>
    <dgm:pt modelId="{E7FA8851-816F-4EC6-9945-3E059CBAE903}">
      <dgm:prSet/>
      <dgm:spPr>
        <a:noFill/>
      </dgm:spPr>
      <dgm:t>
        <a:bodyPr/>
        <a:lstStyle/>
        <a:p>
          <a:r>
            <a:rPr lang="es-CO">
              <a:solidFill>
                <a:schemeClr val="tx1">
                  <a:lumMod val="75000"/>
                </a:schemeClr>
              </a:solidFill>
            </a:rPr>
            <a:t>Promedios móviles o métodos de suavizamiento </a:t>
          </a:r>
          <a:endParaRPr lang="es-CO" dirty="0">
            <a:solidFill>
              <a:schemeClr val="tx1">
                <a:lumMod val="75000"/>
              </a:schemeClr>
            </a:solidFill>
          </a:endParaRPr>
        </a:p>
      </dgm:t>
    </dgm:pt>
    <dgm:pt modelId="{7FA06E07-2905-43CF-A799-755760B07ADB}" type="parTrans" cxnId="{2B302356-DC40-44C7-8AD3-8A91952AC740}">
      <dgm:prSet/>
      <dgm:spPr/>
      <dgm:t>
        <a:bodyPr/>
        <a:lstStyle/>
        <a:p>
          <a:endParaRPr lang="en-US"/>
        </a:p>
      </dgm:t>
    </dgm:pt>
    <dgm:pt modelId="{32B392C4-5C22-488F-A911-7E32E9A968CD}" type="sibTrans" cxnId="{2B302356-DC40-44C7-8AD3-8A91952AC740}">
      <dgm:prSet/>
      <dgm:spPr/>
      <dgm:t>
        <a:bodyPr/>
        <a:lstStyle/>
        <a:p>
          <a:endParaRPr lang="en-US"/>
        </a:p>
      </dgm:t>
    </dgm:pt>
    <dgm:pt modelId="{DB360014-9397-4391-835A-C9169C5725C7}">
      <dgm:prSet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Análisis cíclico 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942A2F9D-8553-4117-A53A-8FA5D1C864F8}" type="parTrans" cxnId="{84EB9154-F2FF-40D6-86E4-FBE0E1D384BC}">
      <dgm:prSet/>
      <dgm:spPr/>
      <dgm:t>
        <a:bodyPr/>
        <a:lstStyle/>
        <a:p>
          <a:endParaRPr lang="en-US"/>
        </a:p>
      </dgm:t>
    </dgm:pt>
    <dgm:pt modelId="{1119F5EB-1219-4031-A6BF-A7A1F9359C03}" type="sibTrans" cxnId="{84EB9154-F2FF-40D6-86E4-FBE0E1D384BC}">
      <dgm:prSet/>
      <dgm:spPr/>
      <dgm:t>
        <a:bodyPr/>
        <a:lstStyle/>
        <a:p>
          <a:endParaRPr lang="en-US"/>
        </a:p>
      </dgm:t>
    </dgm:pt>
    <dgm:pt modelId="{5C68B048-0F19-430A-A808-9C821E049627}">
      <dgm:prSet/>
      <dgm:spPr>
        <a:noFill/>
      </dgm:spPr>
      <dgm:t>
        <a:bodyPr/>
        <a:lstStyle/>
        <a:p>
          <a:r>
            <a:rPr lang="en-US" dirty="0" err="1">
              <a:solidFill>
                <a:schemeClr val="tx1">
                  <a:lumMod val="75000"/>
                </a:schemeClr>
              </a:solidFill>
            </a:rPr>
            <a:t>Indicadores</a:t>
          </a:r>
          <a:r>
            <a:rPr lang="en-US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tx1">
                  <a:lumMod val="75000"/>
                </a:schemeClr>
              </a:solidFill>
            </a:rPr>
            <a:t>tecnicos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A1A42695-594B-4A14-9C4D-BC41B5823531}" type="parTrans" cxnId="{11F5C91F-5C7C-4752-8FCB-F43A84E17EDD}">
      <dgm:prSet/>
      <dgm:spPr/>
      <dgm:t>
        <a:bodyPr/>
        <a:lstStyle/>
        <a:p>
          <a:endParaRPr lang="en-US"/>
        </a:p>
      </dgm:t>
    </dgm:pt>
    <dgm:pt modelId="{80A66AD9-000E-4958-8137-3AE38C48B26F}" type="sibTrans" cxnId="{11F5C91F-5C7C-4752-8FCB-F43A84E17EDD}">
      <dgm:prSet/>
      <dgm:spPr/>
      <dgm:t>
        <a:bodyPr/>
        <a:lstStyle/>
        <a:p>
          <a:endParaRPr lang="en-US"/>
        </a:p>
      </dgm:t>
    </dgm:pt>
    <dgm:pt modelId="{E8EC25DA-3671-4C64-9780-9FBD8A1ED85F}">
      <dgm:prSet/>
      <dgm:spPr>
        <a:noFill/>
      </dgm:spPr>
      <dgm:t>
        <a:bodyPr/>
        <a:lstStyle/>
        <a:p>
          <a:r>
            <a:rPr lang="es-CO">
              <a:solidFill>
                <a:schemeClr val="tx1">
                  <a:lumMod val="75000"/>
                </a:schemeClr>
              </a:solidFill>
            </a:rPr>
            <a:t>Indicadores técnicos (RSI, osciladores) </a:t>
          </a:r>
          <a:endParaRPr lang="en-US">
            <a:solidFill>
              <a:schemeClr val="tx1">
                <a:lumMod val="75000"/>
              </a:schemeClr>
            </a:solidFill>
          </a:endParaRPr>
        </a:p>
      </dgm:t>
    </dgm:pt>
    <dgm:pt modelId="{99FB94D6-31CA-4C63-B412-9653575D0B46}" type="parTrans" cxnId="{8942D3FA-A519-4E4F-9E7A-A51AF6452C86}">
      <dgm:prSet/>
      <dgm:spPr/>
      <dgm:t>
        <a:bodyPr/>
        <a:lstStyle/>
        <a:p>
          <a:endParaRPr lang="en-US"/>
        </a:p>
      </dgm:t>
    </dgm:pt>
    <dgm:pt modelId="{3A2D68BF-1B13-412E-9ACB-4DDB83C9C0DB}" type="sibTrans" cxnId="{8942D3FA-A519-4E4F-9E7A-A51AF6452C86}">
      <dgm:prSet/>
      <dgm:spPr/>
      <dgm:t>
        <a:bodyPr/>
        <a:lstStyle/>
        <a:p>
          <a:endParaRPr lang="en-US"/>
        </a:p>
      </dgm:t>
    </dgm:pt>
    <dgm:pt modelId="{014D08A4-D4F4-48CE-9D87-F1440815C9D1}">
      <dgm:prSet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Desviaciones estándar</a:t>
          </a:r>
        </a:p>
      </dgm:t>
    </dgm:pt>
    <dgm:pt modelId="{E231AFB0-32CA-4444-9AAF-BD44A2D6A951}" type="parTrans" cxnId="{91A652F9-8AC8-4DC7-9D6F-C80223C780EE}">
      <dgm:prSet/>
      <dgm:spPr/>
      <dgm:t>
        <a:bodyPr/>
        <a:lstStyle/>
        <a:p>
          <a:endParaRPr lang="en-US"/>
        </a:p>
      </dgm:t>
    </dgm:pt>
    <dgm:pt modelId="{41FA4BA3-974D-4976-B751-488C052749C9}" type="sibTrans" cxnId="{91A652F9-8AC8-4DC7-9D6F-C80223C780EE}">
      <dgm:prSet/>
      <dgm:spPr/>
      <dgm:t>
        <a:bodyPr/>
        <a:lstStyle/>
        <a:p>
          <a:endParaRPr lang="en-US"/>
        </a:p>
      </dgm:t>
    </dgm:pt>
    <dgm:pt modelId="{DED753C9-EAEF-4228-B656-94945D3ED241}">
      <dgm:prSet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Análisis cíclico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57FCE063-B6E6-4E39-83E4-4AE11273DFE8}" type="parTrans" cxnId="{705A9F3D-7E2C-4827-8506-DE8AEA9185FD}">
      <dgm:prSet/>
      <dgm:spPr/>
      <dgm:t>
        <a:bodyPr/>
        <a:lstStyle/>
        <a:p>
          <a:endParaRPr lang="en-US"/>
        </a:p>
      </dgm:t>
    </dgm:pt>
    <dgm:pt modelId="{0222103F-DBAD-4BCE-BD6D-907D49965958}" type="sibTrans" cxnId="{705A9F3D-7E2C-4827-8506-DE8AEA9185FD}">
      <dgm:prSet/>
      <dgm:spPr/>
      <dgm:t>
        <a:bodyPr/>
        <a:lstStyle/>
        <a:p>
          <a:endParaRPr lang="en-US"/>
        </a:p>
      </dgm:t>
    </dgm:pt>
    <dgm:pt modelId="{8A4873EB-8F21-41C7-AB32-098D11DEFB6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s-CO" b="1"/>
            <a:t>Relative value:</a:t>
          </a:r>
          <a:endParaRPr lang="es-CO" b="1" dirty="0"/>
        </a:p>
      </dgm:t>
    </dgm:pt>
    <dgm:pt modelId="{0BEA63AC-7AF7-45EF-B795-C0BAD8DDF623}" type="parTrans" cxnId="{73CF3502-A9EA-42F0-98E7-A4C22CB2D3CA}">
      <dgm:prSet/>
      <dgm:spPr/>
      <dgm:t>
        <a:bodyPr/>
        <a:lstStyle/>
        <a:p>
          <a:endParaRPr lang="en-US"/>
        </a:p>
      </dgm:t>
    </dgm:pt>
    <dgm:pt modelId="{D010DB01-9DC8-46A5-9126-85C2355D148E}" type="sibTrans" cxnId="{73CF3502-A9EA-42F0-98E7-A4C22CB2D3CA}">
      <dgm:prSet/>
      <dgm:spPr/>
      <dgm:t>
        <a:bodyPr/>
        <a:lstStyle/>
        <a:p>
          <a:endParaRPr lang="en-US"/>
        </a:p>
      </dgm:t>
    </dgm:pt>
    <dgm:pt modelId="{9D9B0201-6EB4-42A4-8EA9-73EA9467171C}">
      <dgm:prSet/>
      <dgm:spPr>
        <a:noFill/>
      </dgm:spPr>
      <dgm:t>
        <a:bodyPr/>
        <a:lstStyle/>
        <a:p>
          <a:r>
            <a:rPr lang="es-CO">
              <a:solidFill>
                <a:schemeClr val="tx1">
                  <a:lumMod val="75000"/>
                </a:schemeClr>
              </a:solidFill>
            </a:rPr>
            <a:t>Análisis Inter mercado  </a:t>
          </a:r>
          <a:endParaRPr lang="en-US">
            <a:solidFill>
              <a:schemeClr val="tx1">
                <a:lumMod val="75000"/>
              </a:schemeClr>
            </a:solidFill>
          </a:endParaRPr>
        </a:p>
      </dgm:t>
    </dgm:pt>
    <dgm:pt modelId="{21D7953F-7CA5-45F1-BCAA-9298F5F435DB}" type="parTrans" cxnId="{44AD85AF-E1CC-4258-A9C9-5D99964D2AC0}">
      <dgm:prSet/>
      <dgm:spPr/>
      <dgm:t>
        <a:bodyPr/>
        <a:lstStyle/>
        <a:p>
          <a:endParaRPr lang="en-US"/>
        </a:p>
      </dgm:t>
    </dgm:pt>
    <dgm:pt modelId="{A0614F7F-F05A-4FD9-B23B-701935CE6549}" type="sibTrans" cxnId="{44AD85AF-E1CC-4258-A9C9-5D99964D2AC0}">
      <dgm:prSet/>
      <dgm:spPr/>
      <dgm:t>
        <a:bodyPr/>
        <a:lstStyle/>
        <a:p>
          <a:endParaRPr lang="en-US"/>
        </a:p>
      </dgm:t>
    </dgm:pt>
    <dgm:pt modelId="{6B5EA0B9-41E9-4A15-85D7-0F487236EE89}">
      <dgm:prSet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Arbitraje estadístico 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53A9BAF7-FAD0-4CDD-A6A1-24E2C14F4551}" type="parTrans" cxnId="{9D6AA2B4-9646-4EF0-9EE7-91C26DB223F0}">
      <dgm:prSet/>
      <dgm:spPr/>
      <dgm:t>
        <a:bodyPr/>
        <a:lstStyle/>
        <a:p>
          <a:endParaRPr lang="en-US"/>
        </a:p>
      </dgm:t>
    </dgm:pt>
    <dgm:pt modelId="{4C2563D5-C488-4B66-977A-C9954B2ED4C7}" type="sibTrans" cxnId="{9D6AA2B4-9646-4EF0-9EE7-91C26DB223F0}">
      <dgm:prSet/>
      <dgm:spPr/>
      <dgm:t>
        <a:bodyPr/>
        <a:lstStyle/>
        <a:p>
          <a:endParaRPr lang="en-US"/>
        </a:p>
      </dgm:t>
    </dgm:pt>
    <dgm:pt modelId="{40B3541B-5C78-4E09-B77F-E6582B39109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s-CO" b="1" dirty="0"/>
            <a:t>Patrones o indicadores técnicos</a:t>
          </a:r>
        </a:p>
      </dgm:t>
    </dgm:pt>
    <dgm:pt modelId="{3D1C5B6C-4AD3-49DF-8198-AEB484C5F0CE}" type="parTrans" cxnId="{3EEB91D5-A4A3-4D44-994D-5A562F0BA55A}">
      <dgm:prSet/>
      <dgm:spPr/>
      <dgm:t>
        <a:bodyPr/>
        <a:lstStyle/>
        <a:p>
          <a:endParaRPr lang="en-US"/>
        </a:p>
      </dgm:t>
    </dgm:pt>
    <dgm:pt modelId="{47F2EB36-29A0-4549-86C5-BB000FEBFEE8}" type="sibTrans" cxnId="{3EEB91D5-A4A3-4D44-994D-5A562F0BA55A}">
      <dgm:prSet/>
      <dgm:spPr/>
      <dgm:t>
        <a:bodyPr/>
        <a:lstStyle/>
        <a:p>
          <a:endParaRPr lang="en-US"/>
        </a:p>
      </dgm:t>
    </dgm:pt>
    <dgm:pt modelId="{42971751-57CF-4C22-BA9E-65BB984F31C9}">
      <dgm:prSet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Patrones de velas </a:t>
          </a:r>
          <a:endParaRPr lang="es-CO" b="1" dirty="0">
            <a:solidFill>
              <a:schemeClr val="tx1">
                <a:lumMod val="75000"/>
              </a:schemeClr>
            </a:solidFill>
          </a:endParaRPr>
        </a:p>
      </dgm:t>
    </dgm:pt>
    <dgm:pt modelId="{42B41B24-E0D3-47B1-8B94-2A0D05570EE3}" type="parTrans" cxnId="{89553768-7585-4A65-B92B-E3C920ABF329}">
      <dgm:prSet/>
      <dgm:spPr/>
      <dgm:t>
        <a:bodyPr/>
        <a:lstStyle/>
        <a:p>
          <a:endParaRPr lang="en-US"/>
        </a:p>
      </dgm:t>
    </dgm:pt>
    <dgm:pt modelId="{0459CF54-4573-4D1A-A45D-4AF0D944F796}" type="sibTrans" cxnId="{89553768-7585-4A65-B92B-E3C920ABF329}">
      <dgm:prSet/>
      <dgm:spPr/>
      <dgm:t>
        <a:bodyPr/>
        <a:lstStyle/>
        <a:p>
          <a:endParaRPr lang="en-US"/>
        </a:p>
      </dgm:t>
    </dgm:pt>
    <dgm:pt modelId="{D018FEA9-9D42-4587-B156-6A1F47C4B8CC}">
      <dgm:prSet/>
      <dgm:spPr>
        <a:noFill/>
      </dgm:spPr>
      <dgm:t>
        <a:bodyPr/>
        <a:lstStyle/>
        <a:p>
          <a:r>
            <a:rPr lang="es-CO" dirty="0">
              <a:solidFill>
                <a:schemeClr val="tx1">
                  <a:lumMod val="75000"/>
                </a:schemeClr>
              </a:solidFill>
            </a:rPr>
            <a:t>Patrones de precios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0253E240-2F19-47D4-802E-949336C108E1}" type="parTrans" cxnId="{559AD358-7ED9-442D-B454-7C1BFC8D70A4}">
      <dgm:prSet/>
      <dgm:spPr/>
      <dgm:t>
        <a:bodyPr/>
        <a:lstStyle/>
        <a:p>
          <a:endParaRPr lang="en-US"/>
        </a:p>
      </dgm:t>
    </dgm:pt>
    <dgm:pt modelId="{55BCECA9-2566-4224-8B33-392D1C526823}" type="sibTrans" cxnId="{559AD358-7ED9-442D-B454-7C1BFC8D70A4}">
      <dgm:prSet/>
      <dgm:spPr/>
      <dgm:t>
        <a:bodyPr/>
        <a:lstStyle/>
        <a:p>
          <a:endParaRPr lang="en-US"/>
        </a:p>
      </dgm:t>
    </dgm:pt>
    <dgm:pt modelId="{12BEDA34-6BA8-4F7F-A4CB-92A3E225DA46}">
      <dgm:prSet phldrT="[Texto]"/>
      <dgm:spPr>
        <a:noFill/>
      </dgm:spPr>
      <dgm:t>
        <a:bodyPr/>
        <a:lstStyle/>
        <a:p>
          <a:r>
            <a:rPr lang="en-US" dirty="0" err="1">
              <a:solidFill>
                <a:schemeClr val="tx1">
                  <a:lumMod val="75000"/>
                </a:schemeClr>
              </a:solidFill>
            </a:rPr>
            <a:t>Intradia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C7D93428-5470-471A-BF19-0B5DBC624B51}" type="parTrans" cxnId="{1350D103-2457-4FDD-A461-B238E62C06CF}">
      <dgm:prSet/>
      <dgm:spPr/>
      <dgm:t>
        <a:bodyPr/>
        <a:lstStyle/>
        <a:p>
          <a:endParaRPr lang="en-US"/>
        </a:p>
      </dgm:t>
    </dgm:pt>
    <dgm:pt modelId="{E1A0F4D5-5C0F-4847-A3AE-E7E5CF41FC5D}" type="sibTrans" cxnId="{1350D103-2457-4FDD-A461-B238E62C06CF}">
      <dgm:prSet/>
      <dgm:spPr/>
      <dgm:t>
        <a:bodyPr/>
        <a:lstStyle/>
        <a:p>
          <a:endParaRPr lang="en-US"/>
        </a:p>
      </dgm:t>
    </dgm:pt>
    <dgm:pt modelId="{8C813648-435B-485A-8F01-A316AF0F273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s-CO" b="1"/>
            <a:t>Métodos estadísticos, econométricos, etc</a:t>
          </a:r>
          <a:endParaRPr lang="en-US" dirty="0"/>
        </a:p>
      </dgm:t>
    </dgm:pt>
    <dgm:pt modelId="{9E956FA3-B4B7-487A-84C9-A25F06BA51BE}" type="parTrans" cxnId="{9C29EB43-ED2B-4BAE-8DDB-0E54B47F75A3}">
      <dgm:prSet/>
      <dgm:spPr/>
      <dgm:t>
        <a:bodyPr/>
        <a:lstStyle/>
        <a:p>
          <a:endParaRPr lang="en-US"/>
        </a:p>
      </dgm:t>
    </dgm:pt>
    <dgm:pt modelId="{1FA96F4B-BCBB-4A86-925B-6E37E1B99BD2}" type="sibTrans" cxnId="{9C29EB43-ED2B-4BAE-8DDB-0E54B47F75A3}">
      <dgm:prSet/>
      <dgm:spPr/>
      <dgm:t>
        <a:bodyPr/>
        <a:lstStyle/>
        <a:p>
          <a:endParaRPr lang="en-US"/>
        </a:p>
      </dgm:t>
    </dgm:pt>
    <dgm:pt modelId="{63BC12F5-E039-4F9B-A40A-7C605380D239}">
      <dgm:prSet/>
      <dgm:spPr>
        <a:noFill/>
      </dgm:spPr>
      <dgm:t>
        <a:bodyPr/>
        <a:lstStyle/>
        <a:p>
          <a:r>
            <a:rPr lang="en-US" dirty="0">
              <a:solidFill>
                <a:schemeClr val="tx1">
                  <a:lumMod val="75000"/>
                </a:schemeClr>
              </a:solidFill>
            </a:rPr>
            <a:t>Series de </a:t>
          </a:r>
          <a:r>
            <a:rPr lang="en-US" dirty="0" err="1">
              <a:solidFill>
                <a:schemeClr val="tx1">
                  <a:lumMod val="75000"/>
                </a:schemeClr>
              </a:solidFill>
            </a:rPr>
            <a:t>tiempo</a:t>
          </a:r>
          <a:endParaRPr lang="en-US" dirty="0">
            <a:solidFill>
              <a:schemeClr val="tx1">
                <a:lumMod val="75000"/>
              </a:schemeClr>
            </a:solidFill>
          </a:endParaRPr>
        </a:p>
      </dgm:t>
    </dgm:pt>
    <dgm:pt modelId="{27DE2AB1-056E-43DD-9F9C-2101BB0CFEEF}" type="parTrans" cxnId="{B7EFA482-3DBD-4676-A279-EF764263B93D}">
      <dgm:prSet/>
      <dgm:spPr/>
      <dgm:t>
        <a:bodyPr/>
        <a:lstStyle/>
        <a:p>
          <a:endParaRPr lang="en-US"/>
        </a:p>
      </dgm:t>
    </dgm:pt>
    <dgm:pt modelId="{AFE1A25C-AE4E-4ABD-B547-818E2295FA7E}" type="sibTrans" cxnId="{B7EFA482-3DBD-4676-A279-EF764263B93D}">
      <dgm:prSet/>
      <dgm:spPr/>
      <dgm:t>
        <a:bodyPr/>
        <a:lstStyle/>
        <a:p>
          <a:endParaRPr lang="en-US"/>
        </a:p>
      </dgm:t>
    </dgm:pt>
    <dgm:pt modelId="{3C80269C-D1D3-4757-AFEA-407CEB63301D}">
      <dgm:prSet/>
      <dgm:spPr>
        <a:noFill/>
      </dgm:spPr>
      <dgm:t>
        <a:bodyPr/>
        <a:lstStyle/>
        <a:p>
          <a:r>
            <a:rPr lang="en-US" dirty="0">
              <a:solidFill>
                <a:schemeClr val="tx1">
                  <a:lumMod val="75000"/>
                </a:schemeClr>
              </a:solidFill>
            </a:rPr>
            <a:t>Machine Learning</a:t>
          </a:r>
        </a:p>
      </dgm:t>
    </dgm:pt>
    <dgm:pt modelId="{6B328E56-5AD4-4270-BE4C-F78EFD49E2A0}" type="parTrans" cxnId="{CBBE7768-D889-4A70-BEF1-6ACF22DF36EF}">
      <dgm:prSet/>
      <dgm:spPr/>
      <dgm:t>
        <a:bodyPr/>
        <a:lstStyle/>
        <a:p>
          <a:endParaRPr lang="en-US"/>
        </a:p>
      </dgm:t>
    </dgm:pt>
    <dgm:pt modelId="{6220E7EB-BB17-4F59-B13D-BEBB7CE3D80B}" type="sibTrans" cxnId="{CBBE7768-D889-4A70-BEF1-6ACF22DF36EF}">
      <dgm:prSet/>
      <dgm:spPr/>
      <dgm:t>
        <a:bodyPr/>
        <a:lstStyle/>
        <a:p>
          <a:endParaRPr lang="en-US"/>
        </a:p>
      </dgm:t>
    </dgm:pt>
    <dgm:pt modelId="{077E4459-2220-4E76-BE0E-852115667CC0}" type="pres">
      <dgm:prSet presAssocID="{DD36557A-F221-484C-A697-00FF24CE0CC2}" presName="Name0" presStyleCnt="0">
        <dgm:presLayoutVars>
          <dgm:dir/>
          <dgm:animLvl val="lvl"/>
          <dgm:resizeHandles val="exact"/>
        </dgm:presLayoutVars>
      </dgm:prSet>
      <dgm:spPr/>
    </dgm:pt>
    <dgm:pt modelId="{F2DEA78C-6799-4226-BBF4-8119934D0881}" type="pres">
      <dgm:prSet presAssocID="{444ECC4B-F9C5-4D07-800B-C95B331C8149}" presName="composite" presStyleCnt="0"/>
      <dgm:spPr/>
    </dgm:pt>
    <dgm:pt modelId="{9D17643E-FA4C-49EB-8210-C59EBC3F12A8}" type="pres">
      <dgm:prSet presAssocID="{444ECC4B-F9C5-4D07-800B-C95B331C8149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CDD0916F-14CC-47E3-9E1D-2074172307D2}" type="pres">
      <dgm:prSet presAssocID="{444ECC4B-F9C5-4D07-800B-C95B331C8149}" presName="desTx" presStyleLbl="alignAccFollowNode1" presStyleIdx="0" presStyleCnt="6">
        <dgm:presLayoutVars>
          <dgm:bulletEnabled val="1"/>
        </dgm:presLayoutVars>
      </dgm:prSet>
      <dgm:spPr/>
    </dgm:pt>
    <dgm:pt modelId="{1859F404-0E96-473C-A568-4064F2951C9F}" type="pres">
      <dgm:prSet presAssocID="{221BD857-1F9B-4159-8992-6E308E68ED37}" presName="space" presStyleCnt="0"/>
      <dgm:spPr/>
    </dgm:pt>
    <dgm:pt modelId="{418A6F9E-712E-4AFE-B786-0817AE08B549}" type="pres">
      <dgm:prSet presAssocID="{55167B90-5259-4C42-8180-848A37A57B4A}" presName="composite" presStyleCnt="0"/>
      <dgm:spPr/>
    </dgm:pt>
    <dgm:pt modelId="{C702EA3D-305B-466F-BC31-0E6FD18DB89B}" type="pres">
      <dgm:prSet presAssocID="{55167B90-5259-4C42-8180-848A37A57B4A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18453CF5-841A-4AD9-BE05-8D2DCBA902C4}" type="pres">
      <dgm:prSet presAssocID="{55167B90-5259-4C42-8180-848A37A57B4A}" presName="desTx" presStyleLbl="alignAccFollowNode1" presStyleIdx="1" presStyleCnt="6">
        <dgm:presLayoutVars>
          <dgm:bulletEnabled val="1"/>
        </dgm:presLayoutVars>
      </dgm:prSet>
      <dgm:spPr/>
    </dgm:pt>
    <dgm:pt modelId="{7A222E86-AB30-4D21-B2A8-011719D62717}" type="pres">
      <dgm:prSet presAssocID="{550E92DD-7FC1-4E7C-9EDC-F656D6F9C3B5}" presName="space" presStyleCnt="0"/>
      <dgm:spPr/>
    </dgm:pt>
    <dgm:pt modelId="{4D2536D9-DC54-46D9-8594-CBC819A4220E}" type="pres">
      <dgm:prSet presAssocID="{C8C8FE54-5278-4D4D-80AF-59BED1B23AC3}" presName="composite" presStyleCnt="0"/>
      <dgm:spPr/>
    </dgm:pt>
    <dgm:pt modelId="{14E6B7CE-5E2C-49E4-840D-FCB0E6EE35ED}" type="pres">
      <dgm:prSet presAssocID="{C8C8FE54-5278-4D4D-80AF-59BED1B23AC3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8A0C57C3-510C-4428-BD6A-8DA112A82216}" type="pres">
      <dgm:prSet presAssocID="{C8C8FE54-5278-4D4D-80AF-59BED1B23AC3}" presName="desTx" presStyleLbl="alignAccFollowNode1" presStyleIdx="2" presStyleCnt="6">
        <dgm:presLayoutVars>
          <dgm:bulletEnabled val="1"/>
        </dgm:presLayoutVars>
      </dgm:prSet>
      <dgm:spPr/>
    </dgm:pt>
    <dgm:pt modelId="{004AFD55-88C0-45B0-80EB-3C2AC0065EC0}" type="pres">
      <dgm:prSet presAssocID="{859909DD-EB0A-4E57-A89D-C74677CCEC72}" presName="space" presStyleCnt="0"/>
      <dgm:spPr/>
    </dgm:pt>
    <dgm:pt modelId="{65B1AE01-A4E2-49D3-8B4C-87AFBAC3EC43}" type="pres">
      <dgm:prSet presAssocID="{8A4873EB-8F21-41C7-AB32-098D11DEFB62}" presName="composite" presStyleCnt="0"/>
      <dgm:spPr/>
    </dgm:pt>
    <dgm:pt modelId="{CE38CC0A-9346-425B-92EE-053EA9FA0640}" type="pres">
      <dgm:prSet presAssocID="{8A4873EB-8F21-41C7-AB32-098D11DEFB62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DD6A440C-6740-4458-AE25-BC3B6A0D260C}" type="pres">
      <dgm:prSet presAssocID="{8A4873EB-8F21-41C7-AB32-098D11DEFB62}" presName="desTx" presStyleLbl="alignAccFollowNode1" presStyleIdx="3" presStyleCnt="6">
        <dgm:presLayoutVars>
          <dgm:bulletEnabled val="1"/>
        </dgm:presLayoutVars>
      </dgm:prSet>
      <dgm:spPr/>
    </dgm:pt>
    <dgm:pt modelId="{81A55D64-87C2-426C-9926-813E4F2D70BB}" type="pres">
      <dgm:prSet presAssocID="{D010DB01-9DC8-46A5-9126-85C2355D148E}" presName="space" presStyleCnt="0"/>
      <dgm:spPr/>
    </dgm:pt>
    <dgm:pt modelId="{55E27B24-8FF3-4150-BDD7-8F0CA9C6BC67}" type="pres">
      <dgm:prSet presAssocID="{40B3541B-5C78-4E09-B77F-E6582B391092}" presName="composite" presStyleCnt="0"/>
      <dgm:spPr/>
    </dgm:pt>
    <dgm:pt modelId="{3F64F787-FA27-41FA-A638-76FCF2029367}" type="pres">
      <dgm:prSet presAssocID="{40B3541B-5C78-4E09-B77F-E6582B391092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5C920DB1-EA06-4026-86BF-A8991B532A24}" type="pres">
      <dgm:prSet presAssocID="{40B3541B-5C78-4E09-B77F-E6582B391092}" presName="desTx" presStyleLbl="alignAccFollowNode1" presStyleIdx="4" presStyleCnt="6">
        <dgm:presLayoutVars>
          <dgm:bulletEnabled val="1"/>
        </dgm:presLayoutVars>
      </dgm:prSet>
      <dgm:spPr/>
    </dgm:pt>
    <dgm:pt modelId="{5C683FC3-8DDF-4F35-9053-45E52160E7D4}" type="pres">
      <dgm:prSet presAssocID="{47F2EB36-29A0-4549-86C5-BB000FEBFEE8}" presName="space" presStyleCnt="0"/>
      <dgm:spPr/>
    </dgm:pt>
    <dgm:pt modelId="{BD4A8344-CFDF-4F77-9D4B-9EE4F7EAEAAC}" type="pres">
      <dgm:prSet presAssocID="{8C813648-435B-485A-8F01-A316AF0F273C}" presName="composite" presStyleCnt="0"/>
      <dgm:spPr/>
    </dgm:pt>
    <dgm:pt modelId="{E890F4CF-D23B-4B19-93CD-4EF5BAFDA372}" type="pres">
      <dgm:prSet presAssocID="{8C813648-435B-485A-8F01-A316AF0F273C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A83E1F10-A37A-4EDD-BDB9-96EE705500C8}" type="pres">
      <dgm:prSet presAssocID="{8C813648-435B-485A-8F01-A316AF0F273C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73CF3502-A9EA-42F0-98E7-A4C22CB2D3CA}" srcId="{DD36557A-F221-484C-A697-00FF24CE0CC2}" destId="{8A4873EB-8F21-41C7-AB32-098D11DEFB62}" srcOrd="3" destOrd="0" parTransId="{0BEA63AC-7AF7-45EF-B795-C0BAD8DDF623}" sibTransId="{D010DB01-9DC8-46A5-9126-85C2355D148E}"/>
    <dgm:cxn modelId="{9BA69C02-FA74-4566-99D6-9554E08FB0C6}" type="presOf" srcId="{1ED20AF2-6340-45BF-BBD7-E733915AC49A}" destId="{CDD0916F-14CC-47E3-9E1D-2074172307D2}" srcOrd="0" destOrd="1" presId="urn:microsoft.com/office/officeart/2005/8/layout/hList1"/>
    <dgm:cxn modelId="{1350D103-2457-4FDD-A461-B238E62C06CF}" srcId="{444ECC4B-F9C5-4D07-800B-C95B331C8149}" destId="{12BEDA34-6BA8-4F7F-A4CB-92A3E225DA46}" srcOrd="0" destOrd="0" parTransId="{C7D93428-5470-471A-BF19-0B5DBC624B51}" sibTransId="{E1A0F4D5-5C0F-4847-A3AE-E7E5CF41FC5D}"/>
    <dgm:cxn modelId="{778DD505-87C9-4F8A-A484-1E8551C5746A}" type="presOf" srcId="{6B5EA0B9-41E9-4A15-85D7-0F487236EE89}" destId="{DD6A440C-6740-4458-AE25-BC3B6A0D260C}" srcOrd="0" destOrd="1" presId="urn:microsoft.com/office/officeart/2005/8/layout/hList1"/>
    <dgm:cxn modelId="{678D7506-DF08-43FD-86F3-0F5EF4303DEE}" type="presOf" srcId="{8C813648-435B-485A-8F01-A316AF0F273C}" destId="{E890F4CF-D23B-4B19-93CD-4EF5BAFDA372}" srcOrd="0" destOrd="0" presId="urn:microsoft.com/office/officeart/2005/8/layout/hList1"/>
    <dgm:cxn modelId="{22AAB20B-E05D-4541-8928-75E3B4DD11F9}" type="presOf" srcId="{40B3541B-5C78-4E09-B77F-E6582B391092}" destId="{3F64F787-FA27-41FA-A638-76FCF2029367}" srcOrd="0" destOrd="0" presId="urn:microsoft.com/office/officeart/2005/8/layout/hList1"/>
    <dgm:cxn modelId="{28B4FE16-86B5-46F4-A532-B4D18879B1CC}" type="presOf" srcId="{915D16E0-58BD-4468-981D-74AB5F75F9A4}" destId="{CDD0916F-14CC-47E3-9E1D-2074172307D2}" srcOrd="0" destOrd="2" presId="urn:microsoft.com/office/officeart/2005/8/layout/hList1"/>
    <dgm:cxn modelId="{F5495F1A-F755-4DD7-B10A-28B4E0601B73}" type="presOf" srcId="{8A4873EB-8F21-41C7-AB32-098D11DEFB62}" destId="{CE38CC0A-9346-425B-92EE-053EA9FA0640}" srcOrd="0" destOrd="0" presId="urn:microsoft.com/office/officeart/2005/8/layout/hList1"/>
    <dgm:cxn modelId="{153DB31D-5B0F-41CF-9EEC-40C207407EFF}" type="presOf" srcId="{E8EC25DA-3671-4C64-9780-9FBD8A1ED85F}" destId="{8A0C57C3-510C-4428-BD6A-8DA112A82216}" srcOrd="0" destOrd="0" presId="urn:microsoft.com/office/officeart/2005/8/layout/hList1"/>
    <dgm:cxn modelId="{11F5C91F-5C7C-4752-8FCB-F43A84E17EDD}" srcId="{55167B90-5259-4C42-8180-848A37A57B4A}" destId="{5C68B048-0F19-430A-A808-9C821E049627}" srcOrd="3" destOrd="0" parTransId="{A1A42695-594B-4A14-9C4D-BC41B5823531}" sibTransId="{80A66AD9-000E-4958-8137-3AE38C48B26F}"/>
    <dgm:cxn modelId="{C36E3329-4EEE-4F8A-B57A-0D74CA264D86}" type="presOf" srcId="{C8C8FE54-5278-4D4D-80AF-59BED1B23AC3}" destId="{14E6B7CE-5E2C-49E4-840D-FCB0E6EE35ED}" srcOrd="0" destOrd="0" presId="urn:microsoft.com/office/officeart/2005/8/layout/hList1"/>
    <dgm:cxn modelId="{1AA03234-0DB8-4FF3-9BF0-75C9C8BFEE69}" type="presOf" srcId="{DD36557A-F221-484C-A697-00FF24CE0CC2}" destId="{077E4459-2220-4E76-BE0E-852115667CC0}" srcOrd="0" destOrd="0" presId="urn:microsoft.com/office/officeart/2005/8/layout/hList1"/>
    <dgm:cxn modelId="{2AEF6138-8E62-49E2-A4FE-AF13BAACDFA8}" type="presOf" srcId="{335FC425-C8D2-4456-B926-84F3C40D8840}" destId="{CDD0916F-14CC-47E3-9E1D-2074172307D2}" srcOrd="0" destOrd="4" presId="urn:microsoft.com/office/officeart/2005/8/layout/hList1"/>
    <dgm:cxn modelId="{13B58B3B-CDC9-4C7D-8CCB-D0CCC136416A}" type="presOf" srcId="{FB9AC8EC-80FC-4EBB-8AD5-C10E1245ABDE}" destId="{CDD0916F-14CC-47E3-9E1D-2074172307D2}" srcOrd="0" destOrd="3" presId="urn:microsoft.com/office/officeart/2005/8/layout/hList1"/>
    <dgm:cxn modelId="{705A9F3D-7E2C-4827-8506-DE8AEA9185FD}" srcId="{C8C8FE54-5278-4D4D-80AF-59BED1B23AC3}" destId="{DED753C9-EAEF-4228-B656-94945D3ED241}" srcOrd="2" destOrd="0" parTransId="{57FCE063-B6E6-4E39-83E4-4AE11273DFE8}" sibTransId="{0222103F-DBAD-4BCE-BD6D-907D49965958}"/>
    <dgm:cxn modelId="{AB1B045E-9F77-4140-9E19-3EDB7EF106C8}" type="presOf" srcId="{63BC12F5-E039-4F9B-A40A-7C605380D239}" destId="{A83E1F10-A37A-4EDD-BDB9-96EE705500C8}" srcOrd="0" destOrd="0" presId="urn:microsoft.com/office/officeart/2005/8/layout/hList1"/>
    <dgm:cxn modelId="{BBF4215F-4496-47D3-91BE-7798A25C88AE}" type="presOf" srcId="{D018FEA9-9D42-4587-B156-6A1F47C4B8CC}" destId="{5C920DB1-EA06-4026-86BF-A8991B532A24}" srcOrd="0" destOrd="1" presId="urn:microsoft.com/office/officeart/2005/8/layout/hList1"/>
    <dgm:cxn modelId="{9C29EB43-ED2B-4BAE-8DDB-0E54B47F75A3}" srcId="{DD36557A-F221-484C-A697-00FF24CE0CC2}" destId="{8C813648-435B-485A-8F01-A316AF0F273C}" srcOrd="5" destOrd="0" parTransId="{9E956FA3-B4B7-487A-84C9-A25F06BA51BE}" sibTransId="{1FA96F4B-BCBB-4A86-925B-6E37E1B99BD2}"/>
    <dgm:cxn modelId="{2A56A644-ADEA-4FBE-B543-D6E2B663650B}" srcId="{DD36557A-F221-484C-A697-00FF24CE0CC2}" destId="{55167B90-5259-4C42-8180-848A37A57B4A}" srcOrd="1" destOrd="0" parTransId="{23F51F1D-6EBA-438D-BB0D-9B2ECBAB8DB2}" sibTransId="{550E92DD-7FC1-4E7C-9EDC-F656D6F9C3B5}"/>
    <dgm:cxn modelId="{89553768-7585-4A65-B92B-E3C920ABF329}" srcId="{40B3541B-5C78-4E09-B77F-E6582B391092}" destId="{42971751-57CF-4C22-BA9E-65BB984F31C9}" srcOrd="0" destOrd="0" parTransId="{42B41B24-E0D3-47B1-8B94-2A0D05570EE3}" sibTransId="{0459CF54-4573-4D1A-A45D-4AF0D944F796}"/>
    <dgm:cxn modelId="{CBBE7768-D889-4A70-BEF1-6ACF22DF36EF}" srcId="{8C813648-435B-485A-8F01-A316AF0F273C}" destId="{3C80269C-D1D3-4757-AFEA-407CEB63301D}" srcOrd="1" destOrd="0" parTransId="{6B328E56-5AD4-4270-BE4C-F78EFD49E2A0}" sibTransId="{6220E7EB-BB17-4F59-B13D-BEBB7CE3D80B}"/>
    <dgm:cxn modelId="{1507664D-EB02-4A8D-803D-6089BC77B8A8}" srcId="{55167B90-5259-4C42-8180-848A37A57B4A}" destId="{264BD5EC-11D3-4320-8CF9-8916E48137F9}" srcOrd="0" destOrd="0" parTransId="{2B9A18D0-33BE-4B66-90C5-95487B4B4263}" sibTransId="{E6D03FED-65FB-4EED-876C-D1818203DE96}"/>
    <dgm:cxn modelId="{9314674D-E68D-4ADE-A855-066A9CD5B38B}" srcId="{444ECC4B-F9C5-4D07-800B-C95B331C8149}" destId="{1ED20AF2-6340-45BF-BBD7-E733915AC49A}" srcOrd="1" destOrd="0" parTransId="{040DFB82-20D5-46C1-8629-3A40E01259D6}" sibTransId="{0C9945D6-6FD7-4DEC-A6D2-856166C1B1EF}"/>
    <dgm:cxn modelId="{84EB9154-F2FF-40D6-86E4-FBE0E1D384BC}" srcId="{55167B90-5259-4C42-8180-848A37A57B4A}" destId="{DB360014-9397-4391-835A-C9169C5725C7}" srcOrd="2" destOrd="0" parTransId="{942A2F9D-8553-4117-A53A-8FA5D1C864F8}" sibTransId="{1119F5EB-1219-4031-A6BF-A7A1F9359C03}"/>
    <dgm:cxn modelId="{2B302356-DC40-44C7-8AD3-8A91952AC740}" srcId="{55167B90-5259-4C42-8180-848A37A57B4A}" destId="{E7FA8851-816F-4EC6-9945-3E059CBAE903}" srcOrd="1" destOrd="0" parTransId="{7FA06E07-2905-43CF-A799-755760B07ADB}" sibTransId="{32B392C4-5C22-488F-A911-7E32E9A968CD}"/>
    <dgm:cxn modelId="{1141B156-D03D-4BE8-B02C-299ABBAEF14B}" type="presOf" srcId="{9D9B0201-6EB4-42A4-8EA9-73EA9467171C}" destId="{DD6A440C-6740-4458-AE25-BC3B6A0D260C}" srcOrd="0" destOrd="0" presId="urn:microsoft.com/office/officeart/2005/8/layout/hList1"/>
    <dgm:cxn modelId="{559AD358-7ED9-442D-B454-7C1BFC8D70A4}" srcId="{40B3541B-5C78-4E09-B77F-E6582B391092}" destId="{D018FEA9-9D42-4587-B156-6A1F47C4B8CC}" srcOrd="1" destOrd="0" parTransId="{0253E240-2F19-47D4-802E-949336C108E1}" sibTransId="{55BCECA9-2566-4224-8B33-392D1C526823}"/>
    <dgm:cxn modelId="{F0D3407E-50F1-40D8-9EED-BE57ECD6F4D5}" srcId="{444ECC4B-F9C5-4D07-800B-C95B331C8149}" destId="{FB9AC8EC-80FC-4EBB-8AD5-C10E1245ABDE}" srcOrd="3" destOrd="0" parTransId="{71EE750F-6D84-4D2D-854D-CF4A01FCCEB0}" sibTransId="{94B43C22-DF8F-4743-8944-313BA0B9F8D3}"/>
    <dgm:cxn modelId="{B7EFA482-3DBD-4676-A279-EF764263B93D}" srcId="{8C813648-435B-485A-8F01-A316AF0F273C}" destId="{63BC12F5-E039-4F9B-A40A-7C605380D239}" srcOrd="0" destOrd="0" parTransId="{27DE2AB1-056E-43DD-9F9C-2101BB0CFEEF}" sibTransId="{AFE1A25C-AE4E-4ABD-B547-818E2295FA7E}"/>
    <dgm:cxn modelId="{9B455E86-C492-44E4-8E28-93F2847034DE}" type="presOf" srcId="{55167B90-5259-4C42-8180-848A37A57B4A}" destId="{C702EA3D-305B-466F-BC31-0E6FD18DB89B}" srcOrd="0" destOrd="0" presId="urn:microsoft.com/office/officeart/2005/8/layout/hList1"/>
    <dgm:cxn modelId="{8FACE28B-33F6-4E43-9E8D-4F3A9B1F39DD}" type="presOf" srcId="{12BEDA34-6BA8-4F7F-A4CB-92A3E225DA46}" destId="{CDD0916F-14CC-47E3-9E1D-2074172307D2}" srcOrd="0" destOrd="0" presId="urn:microsoft.com/office/officeart/2005/8/layout/hList1"/>
    <dgm:cxn modelId="{135A62A4-66FB-4530-886A-5276D5F91867}" type="presOf" srcId="{3C80269C-D1D3-4757-AFEA-407CEB63301D}" destId="{A83E1F10-A37A-4EDD-BDB9-96EE705500C8}" srcOrd="0" destOrd="1" presId="urn:microsoft.com/office/officeart/2005/8/layout/hList1"/>
    <dgm:cxn modelId="{AFDB20A7-2ED7-4FDF-AF3C-214380388890}" type="presOf" srcId="{444ECC4B-F9C5-4D07-800B-C95B331C8149}" destId="{9D17643E-FA4C-49EB-8210-C59EBC3F12A8}" srcOrd="0" destOrd="0" presId="urn:microsoft.com/office/officeart/2005/8/layout/hList1"/>
    <dgm:cxn modelId="{B4AED7AB-31BB-4809-8561-E48E8FE0020D}" srcId="{DD36557A-F221-484C-A697-00FF24CE0CC2}" destId="{444ECC4B-F9C5-4D07-800B-C95B331C8149}" srcOrd="0" destOrd="0" parTransId="{CB9CF489-BF0D-41C5-92C1-B6ED17D5FD47}" sibTransId="{221BD857-1F9B-4159-8992-6E308E68ED37}"/>
    <dgm:cxn modelId="{44AD85AF-E1CC-4258-A9C9-5D99964D2AC0}" srcId="{8A4873EB-8F21-41C7-AB32-098D11DEFB62}" destId="{9D9B0201-6EB4-42A4-8EA9-73EA9467171C}" srcOrd="0" destOrd="0" parTransId="{21D7953F-7CA5-45F1-BCAA-9298F5F435DB}" sibTransId="{A0614F7F-F05A-4FD9-B23B-701935CE6549}"/>
    <dgm:cxn modelId="{3B8F4BB1-FC5A-438E-B822-79508097F597}" type="presOf" srcId="{E7FA8851-816F-4EC6-9945-3E059CBAE903}" destId="{18453CF5-841A-4AD9-BE05-8D2DCBA902C4}" srcOrd="0" destOrd="1" presId="urn:microsoft.com/office/officeart/2005/8/layout/hList1"/>
    <dgm:cxn modelId="{9D6AA2B4-9646-4EF0-9EE7-91C26DB223F0}" srcId="{8A4873EB-8F21-41C7-AB32-098D11DEFB62}" destId="{6B5EA0B9-41E9-4A15-85D7-0F487236EE89}" srcOrd="1" destOrd="0" parTransId="{53A9BAF7-FAD0-4CDD-A6A1-24E2C14F4551}" sibTransId="{4C2563D5-C488-4B66-977A-C9954B2ED4C7}"/>
    <dgm:cxn modelId="{199CE5C4-5659-41E9-94A8-D315D8C5FFF8}" type="presOf" srcId="{014D08A4-D4F4-48CE-9D87-F1440815C9D1}" destId="{8A0C57C3-510C-4428-BD6A-8DA112A82216}" srcOrd="0" destOrd="1" presId="urn:microsoft.com/office/officeart/2005/8/layout/hList1"/>
    <dgm:cxn modelId="{D6E990C6-5227-4D1D-AA38-08C23AB634A0}" type="presOf" srcId="{5C68B048-0F19-430A-A808-9C821E049627}" destId="{18453CF5-841A-4AD9-BE05-8D2DCBA902C4}" srcOrd="0" destOrd="3" presId="urn:microsoft.com/office/officeart/2005/8/layout/hList1"/>
    <dgm:cxn modelId="{FE3F24CF-047B-4B2D-AC68-C7F6BCC09C0A}" srcId="{DD36557A-F221-484C-A697-00FF24CE0CC2}" destId="{C8C8FE54-5278-4D4D-80AF-59BED1B23AC3}" srcOrd="2" destOrd="0" parTransId="{E2BCBC2C-68C2-4039-86EF-3F6B493BED2A}" sibTransId="{859909DD-EB0A-4E57-A89D-C74677CCEC72}"/>
    <dgm:cxn modelId="{3EEB91D5-A4A3-4D44-994D-5A562F0BA55A}" srcId="{DD36557A-F221-484C-A697-00FF24CE0CC2}" destId="{40B3541B-5C78-4E09-B77F-E6582B391092}" srcOrd="4" destOrd="0" parTransId="{3D1C5B6C-4AD3-49DF-8198-AEB484C5F0CE}" sibTransId="{47F2EB36-29A0-4549-86C5-BB000FEBFEE8}"/>
    <dgm:cxn modelId="{F142AEDB-6152-4D80-A94C-0005F6090D39}" srcId="{444ECC4B-F9C5-4D07-800B-C95B331C8149}" destId="{915D16E0-58BD-4468-981D-74AB5F75F9A4}" srcOrd="2" destOrd="0" parTransId="{A50A64BC-888A-4C65-99B5-F7A1576CEE42}" sibTransId="{41C41E90-699D-40CC-94BE-CDAB954CFB15}"/>
    <dgm:cxn modelId="{E7160CE7-43C5-4441-B1B9-958226C0FE68}" type="presOf" srcId="{DED753C9-EAEF-4228-B656-94945D3ED241}" destId="{8A0C57C3-510C-4428-BD6A-8DA112A82216}" srcOrd="0" destOrd="2" presId="urn:microsoft.com/office/officeart/2005/8/layout/hList1"/>
    <dgm:cxn modelId="{F7EE62EE-862D-43EE-A0B8-73D59D7A6E75}" type="presOf" srcId="{264BD5EC-11D3-4320-8CF9-8916E48137F9}" destId="{18453CF5-841A-4AD9-BE05-8D2DCBA902C4}" srcOrd="0" destOrd="0" presId="urn:microsoft.com/office/officeart/2005/8/layout/hList1"/>
    <dgm:cxn modelId="{49F76FF3-43DE-433D-A30B-7536E4116914}" type="presOf" srcId="{DB360014-9397-4391-835A-C9169C5725C7}" destId="{18453CF5-841A-4AD9-BE05-8D2DCBA902C4}" srcOrd="0" destOrd="2" presId="urn:microsoft.com/office/officeart/2005/8/layout/hList1"/>
    <dgm:cxn modelId="{63CA86F7-41B1-4092-951B-F9FED0DB03B6}" srcId="{444ECC4B-F9C5-4D07-800B-C95B331C8149}" destId="{335FC425-C8D2-4456-B926-84F3C40D8840}" srcOrd="4" destOrd="0" parTransId="{6CAD5269-F471-4D45-A19C-A47590DE01DC}" sibTransId="{556B9597-212B-41D2-8B8A-F84ABA3601F4}"/>
    <dgm:cxn modelId="{91A652F9-8AC8-4DC7-9D6F-C80223C780EE}" srcId="{C8C8FE54-5278-4D4D-80AF-59BED1B23AC3}" destId="{014D08A4-D4F4-48CE-9D87-F1440815C9D1}" srcOrd="1" destOrd="0" parTransId="{E231AFB0-32CA-4444-9AAF-BD44A2D6A951}" sibTransId="{41FA4BA3-974D-4976-B751-488C052749C9}"/>
    <dgm:cxn modelId="{8942D3FA-A519-4E4F-9E7A-A51AF6452C86}" srcId="{C8C8FE54-5278-4D4D-80AF-59BED1B23AC3}" destId="{E8EC25DA-3671-4C64-9780-9FBD8A1ED85F}" srcOrd="0" destOrd="0" parTransId="{99FB94D6-31CA-4C63-B412-9653575D0B46}" sibTransId="{3A2D68BF-1B13-412E-9ACB-4DDB83C9C0DB}"/>
    <dgm:cxn modelId="{9E54BDFC-7C15-4294-8803-096CB2ABDD7F}" type="presOf" srcId="{42971751-57CF-4C22-BA9E-65BB984F31C9}" destId="{5C920DB1-EA06-4026-86BF-A8991B532A24}" srcOrd="0" destOrd="0" presId="urn:microsoft.com/office/officeart/2005/8/layout/hList1"/>
    <dgm:cxn modelId="{7241E943-0E5F-407F-89D3-CBE51590C8D9}" type="presParOf" srcId="{077E4459-2220-4E76-BE0E-852115667CC0}" destId="{F2DEA78C-6799-4226-BBF4-8119934D0881}" srcOrd="0" destOrd="0" presId="urn:microsoft.com/office/officeart/2005/8/layout/hList1"/>
    <dgm:cxn modelId="{BE7167BC-6396-44C2-8628-5FB2E5595854}" type="presParOf" srcId="{F2DEA78C-6799-4226-BBF4-8119934D0881}" destId="{9D17643E-FA4C-49EB-8210-C59EBC3F12A8}" srcOrd="0" destOrd="0" presId="urn:microsoft.com/office/officeart/2005/8/layout/hList1"/>
    <dgm:cxn modelId="{AA077FDA-3F5D-42DA-B21E-408AF9EEE7CB}" type="presParOf" srcId="{F2DEA78C-6799-4226-BBF4-8119934D0881}" destId="{CDD0916F-14CC-47E3-9E1D-2074172307D2}" srcOrd="1" destOrd="0" presId="urn:microsoft.com/office/officeart/2005/8/layout/hList1"/>
    <dgm:cxn modelId="{BA7ACECB-2D45-48A6-9A9A-2282983DF650}" type="presParOf" srcId="{077E4459-2220-4E76-BE0E-852115667CC0}" destId="{1859F404-0E96-473C-A568-4064F2951C9F}" srcOrd="1" destOrd="0" presId="urn:microsoft.com/office/officeart/2005/8/layout/hList1"/>
    <dgm:cxn modelId="{E85551C5-FB45-4627-886B-1AE63EE8FAC7}" type="presParOf" srcId="{077E4459-2220-4E76-BE0E-852115667CC0}" destId="{418A6F9E-712E-4AFE-B786-0817AE08B549}" srcOrd="2" destOrd="0" presId="urn:microsoft.com/office/officeart/2005/8/layout/hList1"/>
    <dgm:cxn modelId="{76AA72C6-14FA-4231-9AB0-3A6840297FD7}" type="presParOf" srcId="{418A6F9E-712E-4AFE-B786-0817AE08B549}" destId="{C702EA3D-305B-466F-BC31-0E6FD18DB89B}" srcOrd="0" destOrd="0" presId="urn:microsoft.com/office/officeart/2005/8/layout/hList1"/>
    <dgm:cxn modelId="{FE85AA92-A4FF-4CA5-8968-821F1DBCA09B}" type="presParOf" srcId="{418A6F9E-712E-4AFE-B786-0817AE08B549}" destId="{18453CF5-841A-4AD9-BE05-8D2DCBA902C4}" srcOrd="1" destOrd="0" presId="urn:microsoft.com/office/officeart/2005/8/layout/hList1"/>
    <dgm:cxn modelId="{D7BCFFA6-7073-4B7F-8DCD-EA1FB2A4E577}" type="presParOf" srcId="{077E4459-2220-4E76-BE0E-852115667CC0}" destId="{7A222E86-AB30-4D21-B2A8-011719D62717}" srcOrd="3" destOrd="0" presId="urn:microsoft.com/office/officeart/2005/8/layout/hList1"/>
    <dgm:cxn modelId="{AB6991D3-0EF3-46F7-91A7-994F06778B67}" type="presParOf" srcId="{077E4459-2220-4E76-BE0E-852115667CC0}" destId="{4D2536D9-DC54-46D9-8594-CBC819A4220E}" srcOrd="4" destOrd="0" presId="urn:microsoft.com/office/officeart/2005/8/layout/hList1"/>
    <dgm:cxn modelId="{83A0B14F-B6CC-4F56-B195-C0012BFF2999}" type="presParOf" srcId="{4D2536D9-DC54-46D9-8594-CBC819A4220E}" destId="{14E6B7CE-5E2C-49E4-840D-FCB0E6EE35ED}" srcOrd="0" destOrd="0" presId="urn:microsoft.com/office/officeart/2005/8/layout/hList1"/>
    <dgm:cxn modelId="{182FED02-36FB-45C3-97BB-3A72B2D34692}" type="presParOf" srcId="{4D2536D9-DC54-46D9-8594-CBC819A4220E}" destId="{8A0C57C3-510C-4428-BD6A-8DA112A82216}" srcOrd="1" destOrd="0" presId="urn:microsoft.com/office/officeart/2005/8/layout/hList1"/>
    <dgm:cxn modelId="{63BC1838-D445-45B2-A24B-FFD9B169DC6E}" type="presParOf" srcId="{077E4459-2220-4E76-BE0E-852115667CC0}" destId="{004AFD55-88C0-45B0-80EB-3C2AC0065EC0}" srcOrd="5" destOrd="0" presId="urn:microsoft.com/office/officeart/2005/8/layout/hList1"/>
    <dgm:cxn modelId="{EC8AB0C7-D93B-46E3-9F32-E8ED06670902}" type="presParOf" srcId="{077E4459-2220-4E76-BE0E-852115667CC0}" destId="{65B1AE01-A4E2-49D3-8B4C-87AFBAC3EC43}" srcOrd="6" destOrd="0" presId="urn:microsoft.com/office/officeart/2005/8/layout/hList1"/>
    <dgm:cxn modelId="{29299474-6A8F-4B68-95A2-84488BD0BB7B}" type="presParOf" srcId="{65B1AE01-A4E2-49D3-8B4C-87AFBAC3EC43}" destId="{CE38CC0A-9346-425B-92EE-053EA9FA0640}" srcOrd="0" destOrd="0" presId="urn:microsoft.com/office/officeart/2005/8/layout/hList1"/>
    <dgm:cxn modelId="{AC9CEE24-16DF-48D4-AFC1-73368305A0DE}" type="presParOf" srcId="{65B1AE01-A4E2-49D3-8B4C-87AFBAC3EC43}" destId="{DD6A440C-6740-4458-AE25-BC3B6A0D260C}" srcOrd="1" destOrd="0" presId="urn:microsoft.com/office/officeart/2005/8/layout/hList1"/>
    <dgm:cxn modelId="{8745CB44-B25F-435E-A1D0-27371B2D0A08}" type="presParOf" srcId="{077E4459-2220-4E76-BE0E-852115667CC0}" destId="{81A55D64-87C2-426C-9926-813E4F2D70BB}" srcOrd="7" destOrd="0" presId="urn:microsoft.com/office/officeart/2005/8/layout/hList1"/>
    <dgm:cxn modelId="{C8B5C58D-3A00-4AE0-8125-620436EF121C}" type="presParOf" srcId="{077E4459-2220-4E76-BE0E-852115667CC0}" destId="{55E27B24-8FF3-4150-BDD7-8F0CA9C6BC67}" srcOrd="8" destOrd="0" presId="urn:microsoft.com/office/officeart/2005/8/layout/hList1"/>
    <dgm:cxn modelId="{218009B0-6460-4B85-BE92-46F0BC78D32E}" type="presParOf" srcId="{55E27B24-8FF3-4150-BDD7-8F0CA9C6BC67}" destId="{3F64F787-FA27-41FA-A638-76FCF2029367}" srcOrd="0" destOrd="0" presId="urn:microsoft.com/office/officeart/2005/8/layout/hList1"/>
    <dgm:cxn modelId="{9179F0F4-F95E-459D-B57F-2B93CA686B0F}" type="presParOf" srcId="{55E27B24-8FF3-4150-BDD7-8F0CA9C6BC67}" destId="{5C920DB1-EA06-4026-86BF-A8991B532A24}" srcOrd="1" destOrd="0" presId="urn:microsoft.com/office/officeart/2005/8/layout/hList1"/>
    <dgm:cxn modelId="{C30D015B-5B04-410E-9315-E786E80C33BB}" type="presParOf" srcId="{077E4459-2220-4E76-BE0E-852115667CC0}" destId="{5C683FC3-8DDF-4F35-9053-45E52160E7D4}" srcOrd="9" destOrd="0" presId="urn:microsoft.com/office/officeart/2005/8/layout/hList1"/>
    <dgm:cxn modelId="{9998FED4-0CDB-4DC9-906F-C717FAD794B4}" type="presParOf" srcId="{077E4459-2220-4E76-BE0E-852115667CC0}" destId="{BD4A8344-CFDF-4F77-9D4B-9EE4F7EAEAAC}" srcOrd="10" destOrd="0" presId="urn:microsoft.com/office/officeart/2005/8/layout/hList1"/>
    <dgm:cxn modelId="{19A4728F-E8D2-4901-9DC2-9A0C7158DBD0}" type="presParOf" srcId="{BD4A8344-CFDF-4F77-9D4B-9EE4F7EAEAAC}" destId="{E890F4CF-D23B-4B19-93CD-4EF5BAFDA372}" srcOrd="0" destOrd="0" presId="urn:microsoft.com/office/officeart/2005/8/layout/hList1"/>
    <dgm:cxn modelId="{508CAB3C-B924-437E-B003-A2D2E3CE2866}" type="presParOf" srcId="{BD4A8344-CFDF-4F77-9D4B-9EE4F7EAEAAC}" destId="{A83E1F10-A37A-4EDD-BDB9-96EE705500C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46C1310-DACB-455E-BAE7-BA073CA0A79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35F48F-E71F-4CCF-94A0-2EE208AFF0DA}">
      <dgm:prSet phldrT="[Texto]"/>
      <dgm:spPr>
        <a:solidFill>
          <a:srgbClr val="5A5A5A"/>
        </a:solidFill>
      </dgm:spPr>
      <dgm:t>
        <a:bodyPr/>
        <a:lstStyle/>
        <a:p>
          <a:r>
            <a:rPr lang="es-ES" dirty="0">
              <a:solidFill>
                <a:schemeClr val="bg1"/>
              </a:solidFill>
            </a:rPr>
            <a:t>Mantener la posición n días </a:t>
          </a:r>
          <a:endParaRPr lang="en-US" dirty="0">
            <a:solidFill>
              <a:schemeClr val="bg1"/>
            </a:solidFill>
          </a:endParaRPr>
        </a:p>
      </dgm:t>
    </dgm:pt>
    <dgm:pt modelId="{2B3F8D2A-378A-4336-97EC-47793A0D8B00}" type="parTrans" cxnId="{983EAD16-5301-4B9C-B53F-63675A5F4E4A}">
      <dgm:prSet/>
      <dgm:spPr/>
      <dgm:t>
        <a:bodyPr/>
        <a:lstStyle/>
        <a:p>
          <a:endParaRPr lang="en-US"/>
        </a:p>
      </dgm:t>
    </dgm:pt>
    <dgm:pt modelId="{A60C569C-B081-4989-8DB3-24E8AE351D7D}" type="sibTrans" cxnId="{983EAD16-5301-4B9C-B53F-63675A5F4E4A}">
      <dgm:prSet/>
      <dgm:spPr/>
      <dgm:t>
        <a:bodyPr/>
        <a:lstStyle/>
        <a:p>
          <a:endParaRPr lang="en-US"/>
        </a:p>
      </dgm:t>
    </dgm:pt>
    <dgm:pt modelId="{5D4EA5B0-65EC-4533-87D1-51ED9F4819C9}">
      <dgm:prSet/>
      <dgm:spPr>
        <a:solidFill>
          <a:srgbClr val="5A5A5A"/>
        </a:solidFill>
      </dgm:spPr>
      <dgm:t>
        <a:bodyPr/>
        <a:lstStyle/>
        <a:p>
          <a:r>
            <a:rPr lang="es-ES">
              <a:solidFill>
                <a:schemeClr val="bg1"/>
              </a:solidFill>
            </a:rPr>
            <a:t>Profit Targets o stop loss targets</a:t>
          </a:r>
          <a:endParaRPr lang="es-ES" dirty="0">
            <a:solidFill>
              <a:schemeClr val="bg1"/>
            </a:solidFill>
          </a:endParaRPr>
        </a:p>
      </dgm:t>
    </dgm:pt>
    <dgm:pt modelId="{9F41414B-7D15-49C3-B200-60A9F244CEED}" type="parTrans" cxnId="{30DFE24A-44D4-4C9F-809E-CD561B61FAAA}">
      <dgm:prSet/>
      <dgm:spPr/>
      <dgm:t>
        <a:bodyPr/>
        <a:lstStyle/>
        <a:p>
          <a:endParaRPr lang="en-US"/>
        </a:p>
      </dgm:t>
    </dgm:pt>
    <dgm:pt modelId="{5A52903C-53DD-4480-9424-88B7479C8226}" type="sibTrans" cxnId="{30DFE24A-44D4-4C9F-809E-CD561B61FAAA}">
      <dgm:prSet/>
      <dgm:spPr/>
      <dgm:t>
        <a:bodyPr/>
        <a:lstStyle/>
        <a:p>
          <a:endParaRPr lang="en-US"/>
        </a:p>
      </dgm:t>
    </dgm:pt>
    <dgm:pt modelId="{E7A0934E-65E5-48BA-BA89-F76A818ABCEB}">
      <dgm:prSet/>
      <dgm:spPr>
        <a:solidFill>
          <a:srgbClr val="5A5A5A"/>
        </a:solidFill>
      </dgm:spPr>
      <dgm:t>
        <a:bodyPr/>
        <a:lstStyle/>
        <a:p>
          <a:r>
            <a:rPr lang="es-ES" dirty="0">
              <a:solidFill>
                <a:schemeClr val="bg1"/>
              </a:solidFill>
            </a:rPr>
            <a:t>Salir en el primer momento que sea rentable la operación</a:t>
          </a:r>
        </a:p>
      </dgm:t>
    </dgm:pt>
    <dgm:pt modelId="{EFDC9D3B-056A-49B3-8B2D-0A555C457551}" type="parTrans" cxnId="{1A0BAAD1-93A6-4A5F-920C-6F191F2D525F}">
      <dgm:prSet/>
      <dgm:spPr/>
      <dgm:t>
        <a:bodyPr/>
        <a:lstStyle/>
        <a:p>
          <a:endParaRPr lang="en-US"/>
        </a:p>
      </dgm:t>
    </dgm:pt>
    <dgm:pt modelId="{DF219417-DC3A-49B4-8222-DD901714420E}" type="sibTrans" cxnId="{1A0BAAD1-93A6-4A5F-920C-6F191F2D525F}">
      <dgm:prSet/>
      <dgm:spPr/>
      <dgm:t>
        <a:bodyPr/>
        <a:lstStyle/>
        <a:p>
          <a:endParaRPr lang="en-US"/>
        </a:p>
      </dgm:t>
    </dgm:pt>
    <dgm:pt modelId="{AFB0129A-9BDC-4C29-BA6B-3555FFE1D902}">
      <dgm:prSet/>
      <dgm:spPr>
        <a:solidFill>
          <a:srgbClr val="5A5A5A"/>
        </a:solidFill>
      </dgm:spPr>
      <dgm:t>
        <a:bodyPr/>
        <a:lstStyle/>
        <a:p>
          <a:r>
            <a:rPr lang="es-ES" dirty="0">
              <a:solidFill>
                <a:schemeClr val="bg1"/>
              </a:solidFill>
            </a:rPr>
            <a:t>Basado en una regla</a:t>
          </a:r>
        </a:p>
      </dgm:t>
    </dgm:pt>
    <dgm:pt modelId="{B81B92BC-7F78-4D32-8E1C-2CCE56BCB8A6}" type="parTrans" cxnId="{E6B30F1F-141E-434E-B7A7-70136A2B668A}">
      <dgm:prSet/>
      <dgm:spPr/>
      <dgm:t>
        <a:bodyPr/>
        <a:lstStyle/>
        <a:p>
          <a:endParaRPr lang="en-US"/>
        </a:p>
      </dgm:t>
    </dgm:pt>
    <dgm:pt modelId="{2CA3871A-9276-4A2D-A07E-9F595A6E0267}" type="sibTrans" cxnId="{E6B30F1F-141E-434E-B7A7-70136A2B668A}">
      <dgm:prSet/>
      <dgm:spPr/>
      <dgm:t>
        <a:bodyPr/>
        <a:lstStyle/>
        <a:p>
          <a:endParaRPr lang="en-US"/>
        </a:p>
      </dgm:t>
    </dgm:pt>
    <dgm:pt modelId="{12952E81-DCC8-4D0B-8205-9CE504E66958}" type="pres">
      <dgm:prSet presAssocID="{146C1310-DACB-455E-BAE7-BA073CA0A79E}" presName="Name0" presStyleCnt="0">
        <dgm:presLayoutVars>
          <dgm:chMax val="7"/>
          <dgm:chPref val="7"/>
          <dgm:dir/>
        </dgm:presLayoutVars>
      </dgm:prSet>
      <dgm:spPr/>
    </dgm:pt>
    <dgm:pt modelId="{B0C41CCB-CA30-46F2-AB65-D3E05436407A}" type="pres">
      <dgm:prSet presAssocID="{146C1310-DACB-455E-BAE7-BA073CA0A79E}" presName="Name1" presStyleCnt="0"/>
      <dgm:spPr/>
    </dgm:pt>
    <dgm:pt modelId="{4223DA19-410D-4C39-B6F6-1C48C24A1C47}" type="pres">
      <dgm:prSet presAssocID="{146C1310-DACB-455E-BAE7-BA073CA0A79E}" presName="cycle" presStyleCnt="0"/>
      <dgm:spPr/>
    </dgm:pt>
    <dgm:pt modelId="{40A745CA-9EDD-41CA-9E3B-FB2B5A971CFE}" type="pres">
      <dgm:prSet presAssocID="{146C1310-DACB-455E-BAE7-BA073CA0A79E}" presName="srcNode" presStyleLbl="node1" presStyleIdx="0" presStyleCnt="4"/>
      <dgm:spPr/>
    </dgm:pt>
    <dgm:pt modelId="{715E8B64-19E5-4E68-B6F8-246D8F3EF1DF}" type="pres">
      <dgm:prSet presAssocID="{146C1310-DACB-455E-BAE7-BA073CA0A79E}" presName="conn" presStyleLbl="parChTrans1D2" presStyleIdx="0" presStyleCnt="1"/>
      <dgm:spPr/>
    </dgm:pt>
    <dgm:pt modelId="{CD03692D-B1C2-49C7-A605-9026A7812275}" type="pres">
      <dgm:prSet presAssocID="{146C1310-DACB-455E-BAE7-BA073CA0A79E}" presName="extraNode" presStyleLbl="node1" presStyleIdx="0" presStyleCnt="4"/>
      <dgm:spPr/>
    </dgm:pt>
    <dgm:pt modelId="{B488D6C2-C321-4562-AE89-2DD35DA655AC}" type="pres">
      <dgm:prSet presAssocID="{146C1310-DACB-455E-BAE7-BA073CA0A79E}" presName="dstNode" presStyleLbl="node1" presStyleIdx="0" presStyleCnt="4"/>
      <dgm:spPr/>
    </dgm:pt>
    <dgm:pt modelId="{08E2361C-ADBB-4778-889E-16F77CEFE61F}" type="pres">
      <dgm:prSet presAssocID="{3F35F48F-E71F-4CCF-94A0-2EE208AFF0DA}" presName="text_1" presStyleLbl="node1" presStyleIdx="0" presStyleCnt="4">
        <dgm:presLayoutVars>
          <dgm:bulletEnabled val="1"/>
        </dgm:presLayoutVars>
      </dgm:prSet>
      <dgm:spPr/>
    </dgm:pt>
    <dgm:pt modelId="{A4E48F73-E351-4C01-A495-F10923236DC1}" type="pres">
      <dgm:prSet presAssocID="{3F35F48F-E71F-4CCF-94A0-2EE208AFF0DA}" presName="accent_1" presStyleCnt="0"/>
      <dgm:spPr/>
    </dgm:pt>
    <dgm:pt modelId="{FF3285BE-3E49-4FD4-8C76-D5D5DCB1FB9E}" type="pres">
      <dgm:prSet presAssocID="{3F35F48F-E71F-4CCF-94A0-2EE208AFF0DA}" presName="accentRepeatNode" presStyleLbl="solidFgAcc1" presStyleIdx="0" presStyleCnt="4"/>
      <dgm:spPr/>
    </dgm:pt>
    <dgm:pt modelId="{A8D9ADC3-4B60-4F06-A662-1A78A4C9D6CB}" type="pres">
      <dgm:prSet presAssocID="{5D4EA5B0-65EC-4533-87D1-51ED9F4819C9}" presName="text_2" presStyleLbl="node1" presStyleIdx="1" presStyleCnt="4">
        <dgm:presLayoutVars>
          <dgm:bulletEnabled val="1"/>
        </dgm:presLayoutVars>
      </dgm:prSet>
      <dgm:spPr/>
    </dgm:pt>
    <dgm:pt modelId="{A920A910-7940-49D7-B0C8-84A0810E5E2E}" type="pres">
      <dgm:prSet presAssocID="{5D4EA5B0-65EC-4533-87D1-51ED9F4819C9}" presName="accent_2" presStyleCnt="0"/>
      <dgm:spPr/>
    </dgm:pt>
    <dgm:pt modelId="{D6703B0F-1523-4C24-9A8B-54B3C95F8533}" type="pres">
      <dgm:prSet presAssocID="{5D4EA5B0-65EC-4533-87D1-51ED9F4819C9}" presName="accentRepeatNode" presStyleLbl="solidFgAcc1" presStyleIdx="1" presStyleCnt="4"/>
      <dgm:spPr/>
    </dgm:pt>
    <dgm:pt modelId="{48328C75-79DF-4C37-98E2-1F642566C689}" type="pres">
      <dgm:prSet presAssocID="{E7A0934E-65E5-48BA-BA89-F76A818ABCEB}" presName="text_3" presStyleLbl="node1" presStyleIdx="2" presStyleCnt="4">
        <dgm:presLayoutVars>
          <dgm:bulletEnabled val="1"/>
        </dgm:presLayoutVars>
      </dgm:prSet>
      <dgm:spPr/>
    </dgm:pt>
    <dgm:pt modelId="{A0EB4CFB-93F6-4A5B-9BB3-270FD8AC4A36}" type="pres">
      <dgm:prSet presAssocID="{E7A0934E-65E5-48BA-BA89-F76A818ABCEB}" presName="accent_3" presStyleCnt="0"/>
      <dgm:spPr/>
    </dgm:pt>
    <dgm:pt modelId="{A3EE0E3D-6DD3-43F5-8FE8-571D8E1AF9C0}" type="pres">
      <dgm:prSet presAssocID="{E7A0934E-65E5-48BA-BA89-F76A818ABCEB}" presName="accentRepeatNode" presStyleLbl="solidFgAcc1" presStyleIdx="2" presStyleCnt="4"/>
      <dgm:spPr/>
    </dgm:pt>
    <dgm:pt modelId="{6E7432AF-89A4-4A94-B02B-19E816D2FC3D}" type="pres">
      <dgm:prSet presAssocID="{AFB0129A-9BDC-4C29-BA6B-3555FFE1D902}" presName="text_4" presStyleLbl="node1" presStyleIdx="3" presStyleCnt="4">
        <dgm:presLayoutVars>
          <dgm:bulletEnabled val="1"/>
        </dgm:presLayoutVars>
      </dgm:prSet>
      <dgm:spPr/>
    </dgm:pt>
    <dgm:pt modelId="{0527911A-D9A9-4C3C-8634-9752DBBD44EB}" type="pres">
      <dgm:prSet presAssocID="{AFB0129A-9BDC-4C29-BA6B-3555FFE1D902}" presName="accent_4" presStyleCnt="0"/>
      <dgm:spPr/>
    </dgm:pt>
    <dgm:pt modelId="{51716D19-5A25-4714-B22A-A9E92564CE7B}" type="pres">
      <dgm:prSet presAssocID="{AFB0129A-9BDC-4C29-BA6B-3555FFE1D902}" presName="accentRepeatNode" presStyleLbl="solidFgAcc1" presStyleIdx="3" presStyleCnt="4"/>
      <dgm:spPr/>
    </dgm:pt>
  </dgm:ptLst>
  <dgm:cxnLst>
    <dgm:cxn modelId="{0CF0F800-4CDD-4B8F-A342-75A892C67D6E}" type="presOf" srcId="{3F35F48F-E71F-4CCF-94A0-2EE208AFF0DA}" destId="{08E2361C-ADBB-4778-889E-16F77CEFE61F}" srcOrd="0" destOrd="0" presId="urn:microsoft.com/office/officeart/2008/layout/VerticalCurvedList"/>
    <dgm:cxn modelId="{32ACF50F-6189-46F8-9561-34F4F4ED9E46}" type="presOf" srcId="{A60C569C-B081-4989-8DB3-24E8AE351D7D}" destId="{715E8B64-19E5-4E68-B6F8-246D8F3EF1DF}" srcOrd="0" destOrd="0" presId="urn:microsoft.com/office/officeart/2008/layout/VerticalCurvedList"/>
    <dgm:cxn modelId="{983EAD16-5301-4B9C-B53F-63675A5F4E4A}" srcId="{146C1310-DACB-455E-BAE7-BA073CA0A79E}" destId="{3F35F48F-E71F-4CCF-94A0-2EE208AFF0DA}" srcOrd="0" destOrd="0" parTransId="{2B3F8D2A-378A-4336-97EC-47793A0D8B00}" sibTransId="{A60C569C-B081-4989-8DB3-24E8AE351D7D}"/>
    <dgm:cxn modelId="{E6B30F1F-141E-434E-B7A7-70136A2B668A}" srcId="{146C1310-DACB-455E-BAE7-BA073CA0A79E}" destId="{AFB0129A-9BDC-4C29-BA6B-3555FFE1D902}" srcOrd="3" destOrd="0" parTransId="{B81B92BC-7F78-4D32-8E1C-2CCE56BCB8A6}" sibTransId="{2CA3871A-9276-4A2D-A07E-9F595A6E0267}"/>
    <dgm:cxn modelId="{265E4942-DA75-43AC-80A3-5BDDD8D42996}" type="presOf" srcId="{E7A0934E-65E5-48BA-BA89-F76A818ABCEB}" destId="{48328C75-79DF-4C37-98E2-1F642566C689}" srcOrd="0" destOrd="0" presId="urn:microsoft.com/office/officeart/2008/layout/VerticalCurvedList"/>
    <dgm:cxn modelId="{30DFE24A-44D4-4C9F-809E-CD561B61FAAA}" srcId="{146C1310-DACB-455E-BAE7-BA073CA0A79E}" destId="{5D4EA5B0-65EC-4533-87D1-51ED9F4819C9}" srcOrd="1" destOrd="0" parTransId="{9F41414B-7D15-49C3-B200-60A9F244CEED}" sibTransId="{5A52903C-53DD-4480-9424-88B7479C8226}"/>
    <dgm:cxn modelId="{F61293B4-B4E8-440B-9995-B52E4942E940}" type="presOf" srcId="{146C1310-DACB-455E-BAE7-BA073CA0A79E}" destId="{12952E81-DCC8-4D0B-8205-9CE504E66958}" srcOrd="0" destOrd="0" presId="urn:microsoft.com/office/officeart/2008/layout/VerticalCurvedList"/>
    <dgm:cxn modelId="{4FFDB4BF-7889-4CA5-B01E-C17115C84C71}" type="presOf" srcId="{5D4EA5B0-65EC-4533-87D1-51ED9F4819C9}" destId="{A8D9ADC3-4B60-4F06-A662-1A78A4C9D6CB}" srcOrd="0" destOrd="0" presId="urn:microsoft.com/office/officeart/2008/layout/VerticalCurvedList"/>
    <dgm:cxn modelId="{1A0BAAD1-93A6-4A5F-920C-6F191F2D525F}" srcId="{146C1310-DACB-455E-BAE7-BA073CA0A79E}" destId="{E7A0934E-65E5-48BA-BA89-F76A818ABCEB}" srcOrd="2" destOrd="0" parTransId="{EFDC9D3B-056A-49B3-8B2D-0A555C457551}" sibTransId="{DF219417-DC3A-49B4-8222-DD901714420E}"/>
    <dgm:cxn modelId="{D9DE5BF9-542F-4B5E-9A35-8E1D41767F21}" type="presOf" srcId="{AFB0129A-9BDC-4C29-BA6B-3555FFE1D902}" destId="{6E7432AF-89A4-4A94-B02B-19E816D2FC3D}" srcOrd="0" destOrd="0" presId="urn:microsoft.com/office/officeart/2008/layout/VerticalCurvedList"/>
    <dgm:cxn modelId="{80BD27D2-E149-4807-AC0A-DF018FE59595}" type="presParOf" srcId="{12952E81-DCC8-4D0B-8205-9CE504E66958}" destId="{B0C41CCB-CA30-46F2-AB65-D3E05436407A}" srcOrd="0" destOrd="0" presId="urn:microsoft.com/office/officeart/2008/layout/VerticalCurvedList"/>
    <dgm:cxn modelId="{5905120D-C78B-4E9D-964C-5C37EC62FDA4}" type="presParOf" srcId="{B0C41CCB-CA30-46F2-AB65-D3E05436407A}" destId="{4223DA19-410D-4C39-B6F6-1C48C24A1C47}" srcOrd="0" destOrd="0" presId="urn:microsoft.com/office/officeart/2008/layout/VerticalCurvedList"/>
    <dgm:cxn modelId="{F6C27C06-D955-4607-918F-11D37AC8166D}" type="presParOf" srcId="{4223DA19-410D-4C39-B6F6-1C48C24A1C47}" destId="{40A745CA-9EDD-41CA-9E3B-FB2B5A971CFE}" srcOrd="0" destOrd="0" presId="urn:microsoft.com/office/officeart/2008/layout/VerticalCurvedList"/>
    <dgm:cxn modelId="{015FE888-B957-4241-869E-B07B0A15CBCC}" type="presParOf" srcId="{4223DA19-410D-4C39-B6F6-1C48C24A1C47}" destId="{715E8B64-19E5-4E68-B6F8-246D8F3EF1DF}" srcOrd="1" destOrd="0" presId="urn:microsoft.com/office/officeart/2008/layout/VerticalCurvedList"/>
    <dgm:cxn modelId="{DDA6F994-02C1-4A88-9C27-329A3D38CF5E}" type="presParOf" srcId="{4223DA19-410D-4C39-B6F6-1C48C24A1C47}" destId="{CD03692D-B1C2-49C7-A605-9026A7812275}" srcOrd="2" destOrd="0" presId="urn:microsoft.com/office/officeart/2008/layout/VerticalCurvedList"/>
    <dgm:cxn modelId="{776FE5F6-4505-4274-9591-DE758C0375CC}" type="presParOf" srcId="{4223DA19-410D-4C39-B6F6-1C48C24A1C47}" destId="{B488D6C2-C321-4562-AE89-2DD35DA655AC}" srcOrd="3" destOrd="0" presId="urn:microsoft.com/office/officeart/2008/layout/VerticalCurvedList"/>
    <dgm:cxn modelId="{A2C2CBC9-FA4D-474F-827C-009C90432F10}" type="presParOf" srcId="{B0C41CCB-CA30-46F2-AB65-D3E05436407A}" destId="{08E2361C-ADBB-4778-889E-16F77CEFE61F}" srcOrd="1" destOrd="0" presId="urn:microsoft.com/office/officeart/2008/layout/VerticalCurvedList"/>
    <dgm:cxn modelId="{D9E2C50E-2AFB-4CAC-A47A-762E37263E3B}" type="presParOf" srcId="{B0C41CCB-CA30-46F2-AB65-D3E05436407A}" destId="{A4E48F73-E351-4C01-A495-F10923236DC1}" srcOrd="2" destOrd="0" presId="urn:microsoft.com/office/officeart/2008/layout/VerticalCurvedList"/>
    <dgm:cxn modelId="{2497A254-7CD9-4F5F-A7CD-7A971B5E9BE7}" type="presParOf" srcId="{A4E48F73-E351-4C01-A495-F10923236DC1}" destId="{FF3285BE-3E49-4FD4-8C76-D5D5DCB1FB9E}" srcOrd="0" destOrd="0" presId="urn:microsoft.com/office/officeart/2008/layout/VerticalCurvedList"/>
    <dgm:cxn modelId="{4E93B314-0D3B-4956-8DEC-098A7C592C50}" type="presParOf" srcId="{B0C41CCB-CA30-46F2-AB65-D3E05436407A}" destId="{A8D9ADC3-4B60-4F06-A662-1A78A4C9D6CB}" srcOrd="3" destOrd="0" presId="urn:microsoft.com/office/officeart/2008/layout/VerticalCurvedList"/>
    <dgm:cxn modelId="{3ACA34B4-E827-4DEA-BE80-5144AA404261}" type="presParOf" srcId="{B0C41CCB-CA30-46F2-AB65-D3E05436407A}" destId="{A920A910-7940-49D7-B0C8-84A0810E5E2E}" srcOrd="4" destOrd="0" presId="urn:microsoft.com/office/officeart/2008/layout/VerticalCurvedList"/>
    <dgm:cxn modelId="{62A64A78-8AE1-40B7-BAD2-140FAF81B634}" type="presParOf" srcId="{A920A910-7940-49D7-B0C8-84A0810E5E2E}" destId="{D6703B0F-1523-4C24-9A8B-54B3C95F8533}" srcOrd="0" destOrd="0" presId="urn:microsoft.com/office/officeart/2008/layout/VerticalCurvedList"/>
    <dgm:cxn modelId="{755EFDB8-A46A-4834-8267-B7832FE44935}" type="presParOf" srcId="{B0C41CCB-CA30-46F2-AB65-D3E05436407A}" destId="{48328C75-79DF-4C37-98E2-1F642566C689}" srcOrd="5" destOrd="0" presId="urn:microsoft.com/office/officeart/2008/layout/VerticalCurvedList"/>
    <dgm:cxn modelId="{64045392-FC1E-4D57-9418-234D0EABA0EE}" type="presParOf" srcId="{B0C41CCB-CA30-46F2-AB65-D3E05436407A}" destId="{A0EB4CFB-93F6-4A5B-9BB3-270FD8AC4A36}" srcOrd="6" destOrd="0" presId="urn:microsoft.com/office/officeart/2008/layout/VerticalCurvedList"/>
    <dgm:cxn modelId="{29AE7C69-8590-4DD2-AE1E-32A02C2E84E5}" type="presParOf" srcId="{A0EB4CFB-93F6-4A5B-9BB3-270FD8AC4A36}" destId="{A3EE0E3D-6DD3-43F5-8FE8-571D8E1AF9C0}" srcOrd="0" destOrd="0" presId="urn:microsoft.com/office/officeart/2008/layout/VerticalCurvedList"/>
    <dgm:cxn modelId="{17A0319A-B70C-4B8F-99A3-D05F4E5ED8FB}" type="presParOf" srcId="{B0C41CCB-CA30-46F2-AB65-D3E05436407A}" destId="{6E7432AF-89A4-4A94-B02B-19E816D2FC3D}" srcOrd="7" destOrd="0" presId="urn:microsoft.com/office/officeart/2008/layout/VerticalCurvedList"/>
    <dgm:cxn modelId="{9038996F-E5F6-4C7D-B84D-F52D43CF5FF4}" type="presParOf" srcId="{B0C41CCB-CA30-46F2-AB65-D3E05436407A}" destId="{0527911A-D9A9-4C3C-8634-9752DBBD44EB}" srcOrd="8" destOrd="0" presId="urn:microsoft.com/office/officeart/2008/layout/VerticalCurvedList"/>
    <dgm:cxn modelId="{3D0D134B-C9CE-449D-85AF-FC7EA5F5C78A}" type="presParOf" srcId="{0527911A-D9A9-4C3C-8634-9752DBBD44EB}" destId="{51716D19-5A25-4714-B22A-A9E92564CE7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BBE388E-D84F-41EE-B8EB-0E4BF8A9A87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5D2201-351C-45DD-9510-8170B02F4720}">
      <dgm:prSet phldrT="[Texto]"/>
      <dgm:spPr>
        <a:solidFill>
          <a:srgbClr val="5A5A5A"/>
        </a:solidFill>
      </dgm:spPr>
      <dgm:t>
        <a:bodyPr/>
        <a:lstStyle/>
        <a:p>
          <a:r>
            <a:rPr lang="es-ES" dirty="0"/>
            <a:t>Patrones estacionales en el sistema</a:t>
          </a:r>
          <a:endParaRPr lang="en-US" dirty="0"/>
        </a:p>
      </dgm:t>
    </dgm:pt>
    <dgm:pt modelId="{F42F9B09-C1FF-4106-A3AB-B0C7637A26C6}" type="parTrans" cxnId="{5AEE82FD-C277-4BCF-9F70-3BEAD3D9BD8A}">
      <dgm:prSet/>
      <dgm:spPr/>
      <dgm:t>
        <a:bodyPr/>
        <a:lstStyle/>
        <a:p>
          <a:endParaRPr lang="en-US"/>
        </a:p>
      </dgm:t>
    </dgm:pt>
    <dgm:pt modelId="{2CCA8FA7-2754-4253-BDFB-EED505B26D50}" type="sibTrans" cxnId="{5AEE82FD-C277-4BCF-9F70-3BEAD3D9BD8A}">
      <dgm:prSet/>
      <dgm:spPr/>
      <dgm:t>
        <a:bodyPr/>
        <a:lstStyle/>
        <a:p>
          <a:endParaRPr lang="en-US"/>
        </a:p>
      </dgm:t>
    </dgm:pt>
    <dgm:pt modelId="{B38B36D5-7F4C-4174-BE7D-78CC42F0DF27}">
      <dgm:prSet phldrT="[Texto]"/>
      <dgm:spPr>
        <a:solidFill>
          <a:srgbClr val="5A5A5A"/>
        </a:solidFill>
      </dgm:spPr>
      <dgm:t>
        <a:bodyPr/>
        <a:lstStyle/>
        <a:p>
          <a:r>
            <a:rPr lang="en-US" dirty="0" err="1"/>
            <a:t>Volatilidad</a:t>
          </a:r>
          <a:r>
            <a:rPr lang="en-US" dirty="0"/>
            <a:t> </a:t>
          </a:r>
        </a:p>
      </dgm:t>
    </dgm:pt>
    <dgm:pt modelId="{4E57A673-F77D-46FA-BB86-FE92BFF5CBFC}" type="parTrans" cxnId="{FBCA8A55-842A-4E1F-8115-77E460DEADB9}">
      <dgm:prSet/>
      <dgm:spPr/>
      <dgm:t>
        <a:bodyPr/>
        <a:lstStyle/>
        <a:p>
          <a:endParaRPr lang="en-US"/>
        </a:p>
      </dgm:t>
    </dgm:pt>
    <dgm:pt modelId="{6DD5AAB9-AD0C-404D-8935-E729F8E2D1A3}" type="sibTrans" cxnId="{FBCA8A55-842A-4E1F-8115-77E460DEADB9}">
      <dgm:prSet/>
      <dgm:spPr/>
      <dgm:t>
        <a:bodyPr/>
        <a:lstStyle/>
        <a:p>
          <a:endParaRPr lang="en-US"/>
        </a:p>
      </dgm:t>
    </dgm:pt>
    <dgm:pt modelId="{57B8D9BB-7794-4D46-93BA-EC8B74FB458D}">
      <dgm:prSet phldrT="[Texto]"/>
      <dgm:spPr>
        <a:solidFill>
          <a:srgbClr val="5A5A5A"/>
        </a:solidFill>
      </dgm:spPr>
      <dgm:t>
        <a:bodyPr/>
        <a:lstStyle/>
        <a:p>
          <a:r>
            <a:rPr lang="en-US" dirty="0" err="1"/>
            <a:t>Autocorrelacion</a:t>
          </a:r>
          <a:r>
            <a:rPr lang="en-US" dirty="0"/>
            <a:t> de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s-CO" noProof="0" dirty="0"/>
            <a:t>retornos</a:t>
          </a:r>
        </a:p>
      </dgm:t>
    </dgm:pt>
    <dgm:pt modelId="{1D6032DD-7111-4BC5-8FAC-E1FD5442D604}" type="parTrans" cxnId="{AB2B736C-04D1-4536-8F62-F391DD9F573E}">
      <dgm:prSet/>
      <dgm:spPr/>
      <dgm:t>
        <a:bodyPr/>
        <a:lstStyle/>
        <a:p>
          <a:endParaRPr lang="en-US"/>
        </a:p>
      </dgm:t>
    </dgm:pt>
    <dgm:pt modelId="{55DD548F-339E-4544-80C4-5C6F8DCB2394}" type="sibTrans" cxnId="{AB2B736C-04D1-4536-8F62-F391DD9F573E}">
      <dgm:prSet/>
      <dgm:spPr/>
      <dgm:t>
        <a:bodyPr/>
        <a:lstStyle/>
        <a:p>
          <a:endParaRPr lang="en-US"/>
        </a:p>
      </dgm:t>
    </dgm:pt>
    <dgm:pt modelId="{A943C225-4229-47CD-B71F-63A52B01303D}">
      <dgm:prSet/>
      <dgm:spPr>
        <a:solidFill>
          <a:srgbClr val="5A5A5A"/>
        </a:solidFill>
      </dgm:spPr>
      <dgm:t>
        <a:bodyPr/>
        <a:lstStyle/>
        <a:p>
          <a:r>
            <a:rPr lang="es-ES" dirty="0"/>
            <a:t>Correlación con otros activos</a:t>
          </a:r>
        </a:p>
      </dgm:t>
    </dgm:pt>
    <dgm:pt modelId="{596ED201-FFC7-48A4-AB10-9F3F120136C6}" type="parTrans" cxnId="{E7CF79A4-AEF2-4FB3-943E-F111AF774EB5}">
      <dgm:prSet/>
      <dgm:spPr/>
      <dgm:t>
        <a:bodyPr/>
        <a:lstStyle/>
        <a:p>
          <a:endParaRPr lang="en-US"/>
        </a:p>
      </dgm:t>
    </dgm:pt>
    <dgm:pt modelId="{C021F7F6-06A2-4B4F-A9AA-B4ABA2362493}" type="sibTrans" cxnId="{E7CF79A4-AEF2-4FB3-943E-F111AF774EB5}">
      <dgm:prSet/>
      <dgm:spPr/>
      <dgm:t>
        <a:bodyPr/>
        <a:lstStyle/>
        <a:p>
          <a:endParaRPr lang="en-US"/>
        </a:p>
      </dgm:t>
    </dgm:pt>
    <dgm:pt modelId="{6C1D3092-82EC-40AB-9034-35CA86F6914F}">
      <dgm:prSet/>
      <dgm:spPr>
        <a:solidFill>
          <a:srgbClr val="5A5A5A"/>
        </a:solidFill>
      </dgm:spPr>
      <dgm:t>
        <a:bodyPr/>
        <a:lstStyle/>
        <a:p>
          <a:r>
            <a:rPr lang="es-ES" dirty="0"/>
            <a:t>Indicadores técnicos o de mercado que aporten información</a:t>
          </a:r>
        </a:p>
      </dgm:t>
    </dgm:pt>
    <dgm:pt modelId="{6F9BDC67-99BC-4F26-905E-D5F745BF2714}" type="parTrans" cxnId="{FFD556E2-572F-42EA-B61B-296822EEE5E7}">
      <dgm:prSet/>
      <dgm:spPr/>
      <dgm:t>
        <a:bodyPr/>
        <a:lstStyle/>
        <a:p>
          <a:endParaRPr lang="en-US"/>
        </a:p>
      </dgm:t>
    </dgm:pt>
    <dgm:pt modelId="{9E792264-CA7E-4AB5-997D-B0B406FAC9B9}" type="sibTrans" cxnId="{FFD556E2-572F-42EA-B61B-296822EEE5E7}">
      <dgm:prSet/>
      <dgm:spPr/>
      <dgm:t>
        <a:bodyPr/>
        <a:lstStyle/>
        <a:p>
          <a:endParaRPr lang="en-US"/>
        </a:p>
      </dgm:t>
    </dgm:pt>
    <dgm:pt modelId="{DD9ABC51-078F-404E-9020-81B7D263EB1B}">
      <dgm:prSet phldrT="[Texto]"/>
      <dgm:spPr>
        <a:noFill/>
      </dgm:spPr>
      <dgm:t>
        <a:bodyPr/>
        <a:lstStyle/>
        <a:p>
          <a:r>
            <a:rPr lang="es-ES" noProof="0" dirty="0">
              <a:solidFill>
                <a:schemeClr val="accent5"/>
              </a:solidFill>
            </a:rPr>
            <a:t>¿Pierde en algún mes, día en específico?</a:t>
          </a:r>
          <a:r>
            <a:rPr lang="es-CO" noProof="0" dirty="0">
              <a:solidFill>
                <a:schemeClr val="accent5"/>
              </a:solidFill>
            </a:rPr>
            <a:t> </a:t>
          </a:r>
        </a:p>
      </dgm:t>
    </dgm:pt>
    <dgm:pt modelId="{36D554EF-C8F3-45F1-BD8E-C1A53E0E942F}" type="parTrans" cxnId="{4887A27F-3E23-4FEC-A32D-2E7853C8B679}">
      <dgm:prSet/>
      <dgm:spPr/>
      <dgm:t>
        <a:bodyPr/>
        <a:lstStyle/>
        <a:p>
          <a:endParaRPr lang="en-US"/>
        </a:p>
      </dgm:t>
    </dgm:pt>
    <dgm:pt modelId="{7AD6E0AB-0A44-43E1-81F5-C194EBF02ED6}" type="sibTrans" cxnId="{4887A27F-3E23-4FEC-A32D-2E7853C8B679}">
      <dgm:prSet/>
      <dgm:spPr/>
      <dgm:t>
        <a:bodyPr/>
        <a:lstStyle/>
        <a:p>
          <a:endParaRPr lang="en-US"/>
        </a:p>
      </dgm:t>
    </dgm:pt>
    <dgm:pt modelId="{34CF6785-6EDF-4A32-9D25-39904C209BB8}">
      <dgm:prSet/>
      <dgm:spPr>
        <a:noFill/>
      </dgm:spPr>
      <dgm:t>
        <a:bodyPr/>
        <a:lstStyle/>
        <a:p>
          <a:r>
            <a:rPr lang="es-ES" dirty="0">
              <a:solidFill>
                <a:schemeClr val="accent5"/>
              </a:solidFill>
            </a:rPr>
            <a:t>Hay activos que puedan aportarle predictibilidad </a:t>
          </a:r>
        </a:p>
      </dgm:t>
    </dgm:pt>
    <dgm:pt modelId="{6A1AD771-6D35-4D45-8F12-80B08D03D968}" type="parTrans" cxnId="{8E085327-ECE5-4B5B-A398-99CE6E59D93D}">
      <dgm:prSet/>
      <dgm:spPr/>
      <dgm:t>
        <a:bodyPr/>
        <a:lstStyle/>
        <a:p>
          <a:endParaRPr lang="en-US"/>
        </a:p>
      </dgm:t>
    </dgm:pt>
    <dgm:pt modelId="{1B1C998B-F66C-4B84-99F7-196A61B25F37}" type="sibTrans" cxnId="{8E085327-ECE5-4B5B-A398-99CE6E59D93D}">
      <dgm:prSet/>
      <dgm:spPr/>
      <dgm:t>
        <a:bodyPr/>
        <a:lstStyle/>
        <a:p>
          <a:endParaRPr lang="en-US"/>
        </a:p>
      </dgm:t>
    </dgm:pt>
    <dgm:pt modelId="{A7B47129-7B91-4EC0-98ED-E5B59F9A91E3}">
      <dgm:prSet/>
      <dgm:spPr>
        <a:noFill/>
      </dgm:spPr>
      <dgm:t>
        <a:bodyPr/>
        <a:lstStyle/>
        <a:p>
          <a:r>
            <a:rPr lang="es-ES" dirty="0">
              <a:solidFill>
                <a:schemeClr val="accent5"/>
              </a:solidFill>
            </a:rPr>
            <a:t>Ejemplo: bonos colombianos y USDCOP</a:t>
          </a:r>
        </a:p>
      </dgm:t>
    </dgm:pt>
    <dgm:pt modelId="{84E210EA-D436-436B-A8C3-4987FC1AD7F7}" type="parTrans" cxnId="{38D38A82-BECC-450A-B868-2CF12272099E}">
      <dgm:prSet/>
      <dgm:spPr/>
      <dgm:t>
        <a:bodyPr/>
        <a:lstStyle/>
        <a:p>
          <a:endParaRPr lang="en-US"/>
        </a:p>
      </dgm:t>
    </dgm:pt>
    <dgm:pt modelId="{F701E414-5C12-4B01-9743-BA8F3EF9FB62}" type="sibTrans" cxnId="{38D38A82-BECC-450A-B868-2CF12272099E}">
      <dgm:prSet/>
      <dgm:spPr/>
      <dgm:t>
        <a:bodyPr/>
        <a:lstStyle/>
        <a:p>
          <a:endParaRPr lang="en-US"/>
        </a:p>
      </dgm:t>
    </dgm:pt>
    <dgm:pt modelId="{C3C4A78B-F41F-48B0-9D10-BBE602216E2C}">
      <dgm:prSet/>
      <dgm:spPr>
        <a:noFill/>
      </dgm:spPr>
      <dgm:t>
        <a:bodyPr/>
        <a:lstStyle/>
        <a:p>
          <a:r>
            <a:rPr lang="es-CO" noProof="0" dirty="0">
              <a:solidFill>
                <a:schemeClr val="accent5"/>
              </a:solidFill>
            </a:rPr>
            <a:t>Análisis de ciclos</a:t>
          </a:r>
        </a:p>
      </dgm:t>
    </dgm:pt>
    <dgm:pt modelId="{90276296-26B4-44C0-B235-7A9C2F795820}" type="parTrans" cxnId="{A3BD8F47-27A5-438E-9ABC-6DCECE472121}">
      <dgm:prSet/>
      <dgm:spPr/>
      <dgm:t>
        <a:bodyPr/>
        <a:lstStyle/>
        <a:p>
          <a:endParaRPr lang="en-US"/>
        </a:p>
      </dgm:t>
    </dgm:pt>
    <dgm:pt modelId="{10160AD3-93A2-46EB-B5E8-407B22E17ABB}" type="sibTrans" cxnId="{A3BD8F47-27A5-438E-9ABC-6DCECE472121}">
      <dgm:prSet/>
      <dgm:spPr/>
      <dgm:t>
        <a:bodyPr/>
        <a:lstStyle/>
        <a:p>
          <a:endParaRPr lang="en-US"/>
        </a:p>
      </dgm:t>
    </dgm:pt>
    <dgm:pt modelId="{57622C75-4F56-4BD4-9F5B-DC197A13D924}">
      <dgm:prSet/>
      <dgm:spPr>
        <a:noFill/>
      </dgm:spPr>
      <dgm:t>
        <a:bodyPr/>
        <a:lstStyle/>
        <a:p>
          <a:r>
            <a:rPr lang="es-CO" noProof="0" dirty="0">
              <a:solidFill>
                <a:schemeClr val="accent5"/>
              </a:solidFill>
            </a:rPr>
            <a:t>Promedios móviles </a:t>
          </a:r>
        </a:p>
      </dgm:t>
    </dgm:pt>
    <dgm:pt modelId="{77557374-D72E-46B4-8DD8-8E60A391B002}" type="parTrans" cxnId="{865AF9A4-3030-4370-ADBC-0135786251F6}">
      <dgm:prSet/>
      <dgm:spPr/>
      <dgm:t>
        <a:bodyPr/>
        <a:lstStyle/>
        <a:p>
          <a:endParaRPr lang="en-US"/>
        </a:p>
      </dgm:t>
    </dgm:pt>
    <dgm:pt modelId="{9B43D242-0B70-48F0-AA61-1DB6E6B97E5E}" type="sibTrans" cxnId="{865AF9A4-3030-4370-ADBC-0135786251F6}">
      <dgm:prSet/>
      <dgm:spPr/>
      <dgm:t>
        <a:bodyPr/>
        <a:lstStyle/>
        <a:p>
          <a:endParaRPr lang="en-US"/>
        </a:p>
      </dgm:t>
    </dgm:pt>
    <dgm:pt modelId="{67EE2030-2C97-4FA2-8297-75CCCF9201F6}">
      <dgm:prSet/>
      <dgm:spPr>
        <a:noFill/>
      </dgm:spPr>
      <dgm:t>
        <a:bodyPr/>
        <a:lstStyle/>
        <a:p>
          <a:r>
            <a:rPr lang="es-CO" noProof="0" dirty="0">
              <a:solidFill>
                <a:schemeClr val="accent5"/>
              </a:solidFill>
            </a:rPr>
            <a:t>Indicadores técnicos </a:t>
          </a:r>
        </a:p>
      </dgm:t>
    </dgm:pt>
    <dgm:pt modelId="{6C95C870-AB14-4139-8818-86DAF1C2B938}" type="parTrans" cxnId="{99AD1D3F-55ED-4867-9879-22702818842C}">
      <dgm:prSet/>
      <dgm:spPr/>
      <dgm:t>
        <a:bodyPr/>
        <a:lstStyle/>
        <a:p>
          <a:endParaRPr lang="en-US"/>
        </a:p>
      </dgm:t>
    </dgm:pt>
    <dgm:pt modelId="{D422E086-BEBC-46B1-8731-5F43FB53F93C}" type="sibTrans" cxnId="{99AD1D3F-55ED-4867-9879-22702818842C}">
      <dgm:prSet/>
      <dgm:spPr/>
      <dgm:t>
        <a:bodyPr/>
        <a:lstStyle/>
        <a:p>
          <a:endParaRPr lang="en-US"/>
        </a:p>
      </dgm:t>
    </dgm:pt>
    <dgm:pt modelId="{7FC34A57-D68E-4D4A-B73F-C174689873D9}">
      <dgm:prSet phldrT="[Texto]"/>
      <dgm:spPr>
        <a:noFill/>
      </dgm:spPr>
      <dgm:t>
        <a:bodyPr/>
        <a:lstStyle/>
        <a:p>
          <a:r>
            <a:rPr lang="es-CO" noProof="0" dirty="0">
              <a:solidFill>
                <a:schemeClr val="accent5"/>
              </a:solidFill>
            </a:rPr>
            <a:t>A mayor volatilidad funciona mejor o peor </a:t>
          </a:r>
        </a:p>
      </dgm:t>
    </dgm:pt>
    <dgm:pt modelId="{198B706C-6A56-49E2-A650-136A5356979E}" type="parTrans" cxnId="{F7952EAF-C9E3-4A7F-9972-99E48927D486}">
      <dgm:prSet/>
      <dgm:spPr/>
      <dgm:t>
        <a:bodyPr/>
        <a:lstStyle/>
        <a:p>
          <a:endParaRPr lang="en-US"/>
        </a:p>
      </dgm:t>
    </dgm:pt>
    <dgm:pt modelId="{2DDA76A7-A636-4825-AA79-91D31B466BC8}" type="sibTrans" cxnId="{F7952EAF-C9E3-4A7F-9972-99E48927D486}">
      <dgm:prSet/>
      <dgm:spPr/>
      <dgm:t>
        <a:bodyPr/>
        <a:lstStyle/>
        <a:p>
          <a:endParaRPr lang="en-US"/>
        </a:p>
      </dgm:t>
    </dgm:pt>
    <dgm:pt modelId="{D2043285-EBB1-4D10-B8FE-1FF0DB97CD8E}">
      <dgm:prSet phldrT="[Texto]"/>
      <dgm:spPr>
        <a:noFill/>
      </dgm:spPr>
      <dgm:t>
        <a:bodyPr/>
        <a:lstStyle/>
        <a:p>
          <a:r>
            <a:rPr lang="es-CO" noProof="0" dirty="0">
              <a:solidFill>
                <a:schemeClr val="accent5"/>
              </a:solidFill>
            </a:rPr>
            <a:t>Si la posición fue perdedora la siguiente también </a:t>
          </a:r>
        </a:p>
      </dgm:t>
    </dgm:pt>
    <dgm:pt modelId="{80861FEC-FBB9-4CBE-BD54-82F20067FC36}" type="parTrans" cxnId="{B7974C76-5E4A-4FEE-BCA2-55B6828498BD}">
      <dgm:prSet/>
      <dgm:spPr/>
      <dgm:t>
        <a:bodyPr/>
        <a:lstStyle/>
        <a:p>
          <a:endParaRPr lang="en-US"/>
        </a:p>
      </dgm:t>
    </dgm:pt>
    <dgm:pt modelId="{FDDA9C96-BF9D-4048-9FBC-EE07027CE972}" type="sibTrans" cxnId="{B7974C76-5E4A-4FEE-BCA2-55B6828498BD}">
      <dgm:prSet/>
      <dgm:spPr/>
      <dgm:t>
        <a:bodyPr/>
        <a:lstStyle/>
        <a:p>
          <a:endParaRPr lang="en-US"/>
        </a:p>
      </dgm:t>
    </dgm:pt>
    <dgm:pt modelId="{70C2F4B5-36E0-4163-9475-9C89B3A32CD6}" type="pres">
      <dgm:prSet presAssocID="{2BBE388E-D84F-41EE-B8EB-0E4BF8A9A878}" presName="Name0" presStyleCnt="0">
        <dgm:presLayoutVars>
          <dgm:dir/>
          <dgm:animLvl val="lvl"/>
          <dgm:resizeHandles val="exact"/>
        </dgm:presLayoutVars>
      </dgm:prSet>
      <dgm:spPr/>
    </dgm:pt>
    <dgm:pt modelId="{F28DB008-0D9B-4CFF-944A-78DDC65148EA}" type="pres">
      <dgm:prSet presAssocID="{FE5D2201-351C-45DD-9510-8170B02F4720}" presName="composite" presStyleCnt="0"/>
      <dgm:spPr/>
    </dgm:pt>
    <dgm:pt modelId="{473C9B4E-D30B-4BD5-8224-5908A01B6C13}" type="pres">
      <dgm:prSet presAssocID="{FE5D2201-351C-45DD-9510-8170B02F4720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C9E079CA-CDBB-4C0F-A825-B110AFAF93E8}" type="pres">
      <dgm:prSet presAssocID="{FE5D2201-351C-45DD-9510-8170B02F4720}" presName="desTx" presStyleLbl="alignAccFollowNode1" presStyleIdx="0" presStyleCnt="5">
        <dgm:presLayoutVars>
          <dgm:bulletEnabled val="1"/>
        </dgm:presLayoutVars>
      </dgm:prSet>
      <dgm:spPr/>
    </dgm:pt>
    <dgm:pt modelId="{7561E114-7A1D-488B-B6C7-CA5CB2346926}" type="pres">
      <dgm:prSet presAssocID="{2CCA8FA7-2754-4253-BDFB-EED505B26D50}" presName="space" presStyleCnt="0"/>
      <dgm:spPr/>
    </dgm:pt>
    <dgm:pt modelId="{7F8C90DB-82AC-4AC7-BA23-D87A1330B4A6}" type="pres">
      <dgm:prSet presAssocID="{A943C225-4229-47CD-B71F-63A52B01303D}" presName="composite" presStyleCnt="0"/>
      <dgm:spPr/>
    </dgm:pt>
    <dgm:pt modelId="{E0A863E6-97AD-4F8F-9143-EB11AE2348E7}" type="pres">
      <dgm:prSet presAssocID="{A943C225-4229-47CD-B71F-63A52B01303D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36B0C83E-4CC1-4833-9B20-DF9B7B253342}" type="pres">
      <dgm:prSet presAssocID="{A943C225-4229-47CD-B71F-63A52B01303D}" presName="desTx" presStyleLbl="alignAccFollowNode1" presStyleIdx="1" presStyleCnt="5">
        <dgm:presLayoutVars>
          <dgm:bulletEnabled val="1"/>
        </dgm:presLayoutVars>
      </dgm:prSet>
      <dgm:spPr/>
    </dgm:pt>
    <dgm:pt modelId="{5E2A64A5-9554-40D1-889F-7870D3500E5F}" type="pres">
      <dgm:prSet presAssocID="{C021F7F6-06A2-4B4F-A9AA-B4ABA2362493}" presName="space" presStyleCnt="0"/>
      <dgm:spPr/>
    </dgm:pt>
    <dgm:pt modelId="{AF544E2D-31E4-4B54-A9B3-687F87071091}" type="pres">
      <dgm:prSet presAssocID="{6C1D3092-82EC-40AB-9034-35CA86F6914F}" presName="composite" presStyleCnt="0"/>
      <dgm:spPr/>
    </dgm:pt>
    <dgm:pt modelId="{330EA5D6-0B9B-4B21-BBEF-976732CE190E}" type="pres">
      <dgm:prSet presAssocID="{6C1D3092-82EC-40AB-9034-35CA86F6914F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84562470-8C1F-4140-9B64-F86742AAFF8B}" type="pres">
      <dgm:prSet presAssocID="{6C1D3092-82EC-40AB-9034-35CA86F6914F}" presName="desTx" presStyleLbl="alignAccFollowNode1" presStyleIdx="2" presStyleCnt="5">
        <dgm:presLayoutVars>
          <dgm:bulletEnabled val="1"/>
        </dgm:presLayoutVars>
      </dgm:prSet>
      <dgm:spPr/>
    </dgm:pt>
    <dgm:pt modelId="{3158A4F6-1315-48F8-9B76-C633C88F30FA}" type="pres">
      <dgm:prSet presAssocID="{9E792264-CA7E-4AB5-997D-B0B406FAC9B9}" presName="space" presStyleCnt="0"/>
      <dgm:spPr/>
    </dgm:pt>
    <dgm:pt modelId="{7F6EB6C7-6061-4DB8-A0D9-F474E1FE70B0}" type="pres">
      <dgm:prSet presAssocID="{B38B36D5-7F4C-4174-BE7D-78CC42F0DF27}" presName="composite" presStyleCnt="0"/>
      <dgm:spPr/>
    </dgm:pt>
    <dgm:pt modelId="{CABBA66F-4A9A-4204-B3D7-5F85EE6D1F3F}" type="pres">
      <dgm:prSet presAssocID="{B38B36D5-7F4C-4174-BE7D-78CC42F0DF2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85C57286-8E1F-4C0D-B256-3A6B7A2C4376}" type="pres">
      <dgm:prSet presAssocID="{B38B36D5-7F4C-4174-BE7D-78CC42F0DF27}" presName="desTx" presStyleLbl="alignAccFollowNode1" presStyleIdx="3" presStyleCnt="5">
        <dgm:presLayoutVars>
          <dgm:bulletEnabled val="1"/>
        </dgm:presLayoutVars>
      </dgm:prSet>
      <dgm:spPr/>
    </dgm:pt>
    <dgm:pt modelId="{F8D6B68E-7231-4DD1-A142-30A2FEE4398C}" type="pres">
      <dgm:prSet presAssocID="{6DD5AAB9-AD0C-404D-8935-E729F8E2D1A3}" presName="space" presStyleCnt="0"/>
      <dgm:spPr/>
    </dgm:pt>
    <dgm:pt modelId="{55BE1A66-5287-4B5E-ACC7-29666C649887}" type="pres">
      <dgm:prSet presAssocID="{57B8D9BB-7794-4D46-93BA-EC8B74FB458D}" presName="composite" presStyleCnt="0"/>
      <dgm:spPr/>
    </dgm:pt>
    <dgm:pt modelId="{79518590-AE3E-48BA-940B-D7B427DEFF79}" type="pres">
      <dgm:prSet presAssocID="{57B8D9BB-7794-4D46-93BA-EC8B74FB458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F2DE1AA-AA18-4C33-9207-1B056F5B2691}" type="pres">
      <dgm:prSet presAssocID="{57B8D9BB-7794-4D46-93BA-EC8B74FB458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05ED8F17-D574-4761-833C-C5AF4473A727}" type="presOf" srcId="{FE5D2201-351C-45DD-9510-8170B02F4720}" destId="{473C9B4E-D30B-4BD5-8224-5908A01B6C13}" srcOrd="0" destOrd="0" presId="urn:microsoft.com/office/officeart/2005/8/layout/hList1"/>
    <dgm:cxn modelId="{7282DE1A-4F98-43C6-8099-B52E64B1DDE5}" type="presOf" srcId="{67EE2030-2C97-4FA2-8297-75CCCF9201F6}" destId="{84562470-8C1F-4140-9B64-F86742AAFF8B}" srcOrd="0" destOrd="2" presId="urn:microsoft.com/office/officeart/2005/8/layout/hList1"/>
    <dgm:cxn modelId="{8E085327-ECE5-4B5B-A398-99CE6E59D93D}" srcId="{A943C225-4229-47CD-B71F-63A52B01303D}" destId="{34CF6785-6EDF-4A32-9D25-39904C209BB8}" srcOrd="0" destOrd="0" parTransId="{6A1AD771-6D35-4D45-8F12-80B08D03D968}" sibTransId="{1B1C998B-F66C-4B84-99F7-196A61B25F37}"/>
    <dgm:cxn modelId="{E58DD138-55F9-46D1-858D-33AEE0ABD6CC}" type="presOf" srcId="{C3C4A78B-F41F-48B0-9D10-BBE602216E2C}" destId="{84562470-8C1F-4140-9B64-F86742AAFF8B}" srcOrd="0" destOrd="0" presId="urn:microsoft.com/office/officeart/2005/8/layout/hList1"/>
    <dgm:cxn modelId="{99AD1D3F-55ED-4867-9879-22702818842C}" srcId="{6C1D3092-82EC-40AB-9034-35CA86F6914F}" destId="{67EE2030-2C97-4FA2-8297-75CCCF9201F6}" srcOrd="2" destOrd="0" parTransId="{6C95C870-AB14-4139-8818-86DAF1C2B938}" sibTransId="{D422E086-BEBC-46B1-8731-5F43FB53F93C}"/>
    <dgm:cxn modelId="{D6194543-AFB4-4E50-9D8B-CE66581C8DA4}" type="presOf" srcId="{DD9ABC51-078F-404E-9020-81B7D263EB1B}" destId="{C9E079CA-CDBB-4C0F-A825-B110AFAF93E8}" srcOrd="0" destOrd="0" presId="urn:microsoft.com/office/officeart/2005/8/layout/hList1"/>
    <dgm:cxn modelId="{FFA2F446-BEC8-451D-93D5-F3CD44D44DE7}" type="presOf" srcId="{57622C75-4F56-4BD4-9F5B-DC197A13D924}" destId="{84562470-8C1F-4140-9B64-F86742AAFF8B}" srcOrd="0" destOrd="1" presId="urn:microsoft.com/office/officeart/2005/8/layout/hList1"/>
    <dgm:cxn modelId="{A3BD8F47-27A5-438E-9ABC-6DCECE472121}" srcId="{6C1D3092-82EC-40AB-9034-35CA86F6914F}" destId="{C3C4A78B-F41F-48B0-9D10-BBE602216E2C}" srcOrd="0" destOrd="0" parTransId="{90276296-26B4-44C0-B235-7A9C2F795820}" sibTransId="{10160AD3-93A2-46EB-B5E8-407B22E17ABB}"/>
    <dgm:cxn modelId="{AB2B736C-04D1-4536-8F62-F391DD9F573E}" srcId="{2BBE388E-D84F-41EE-B8EB-0E4BF8A9A878}" destId="{57B8D9BB-7794-4D46-93BA-EC8B74FB458D}" srcOrd="4" destOrd="0" parTransId="{1D6032DD-7111-4BC5-8FAC-E1FD5442D604}" sibTransId="{55DD548F-339E-4544-80C4-5C6F8DCB2394}"/>
    <dgm:cxn modelId="{3F79544E-518C-4D7B-A40C-A9F831E87B0B}" type="presOf" srcId="{A943C225-4229-47CD-B71F-63A52B01303D}" destId="{E0A863E6-97AD-4F8F-9143-EB11AE2348E7}" srcOrd="0" destOrd="0" presId="urn:microsoft.com/office/officeart/2005/8/layout/hList1"/>
    <dgm:cxn modelId="{918CD574-B542-4714-8A41-F0D05B8CDA7A}" type="presOf" srcId="{6C1D3092-82EC-40AB-9034-35CA86F6914F}" destId="{330EA5D6-0B9B-4B21-BBEF-976732CE190E}" srcOrd="0" destOrd="0" presId="urn:microsoft.com/office/officeart/2005/8/layout/hList1"/>
    <dgm:cxn modelId="{FBCA8A55-842A-4E1F-8115-77E460DEADB9}" srcId="{2BBE388E-D84F-41EE-B8EB-0E4BF8A9A878}" destId="{B38B36D5-7F4C-4174-BE7D-78CC42F0DF27}" srcOrd="3" destOrd="0" parTransId="{4E57A673-F77D-46FA-BB86-FE92BFF5CBFC}" sibTransId="{6DD5AAB9-AD0C-404D-8935-E729F8E2D1A3}"/>
    <dgm:cxn modelId="{B7974C76-5E4A-4FEE-BCA2-55B6828498BD}" srcId="{57B8D9BB-7794-4D46-93BA-EC8B74FB458D}" destId="{D2043285-EBB1-4D10-B8FE-1FF0DB97CD8E}" srcOrd="0" destOrd="0" parTransId="{80861FEC-FBB9-4CBE-BD54-82F20067FC36}" sibTransId="{FDDA9C96-BF9D-4048-9FBC-EE07027CE972}"/>
    <dgm:cxn modelId="{F952B759-25A9-4BFF-80F9-9A27A7325181}" type="presOf" srcId="{D2043285-EBB1-4D10-B8FE-1FF0DB97CD8E}" destId="{7F2DE1AA-AA18-4C33-9207-1B056F5B2691}" srcOrd="0" destOrd="0" presId="urn:microsoft.com/office/officeart/2005/8/layout/hList1"/>
    <dgm:cxn modelId="{4887A27F-3E23-4FEC-A32D-2E7853C8B679}" srcId="{FE5D2201-351C-45DD-9510-8170B02F4720}" destId="{DD9ABC51-078F-404E-9020-81B7D263EB1B}" srcOrd="0" destOrd="0" parTransId="{36D554EF-C8F3-45F1-BD8E-C1A53E0E942F}" sibTransId="{7AD6E0AB-0A44-43E1-81F5-C194EBF02ED6}"/>
    <dgm:cxn modelId="{38D38A82-BECC-450A-B868-2CF12272099E}" srcId="{A943C225-4229-47CD-B71F-63A52B01303D}" destId="{A7B47129-7B91-4EC0-98ED-E5B59F9A91E3}" srcOrd="1" destOrd="0" parTransId="{84E210EA-D436-436B-A8C3-4987FC1AD7F7}" sibTransId="{F701E414-5C12-4B01-9743-BA8F3EF9FB62}"/>
    <dgm:cxn modelId="{68D2DA9A-A014-41F2-8965-F1B7F87C3AFD}" type="presOf" srcId="{B38B36D5-7F4C-4174-BE7D-78CC42F0DF27}" destId="{CABBA66F-4A9A-4204-B3D7-5F85EE6D1F3F}" srcOrd="0" destOrd="0" presId="urn:microsoft.com/office/officeart/2005/8/layout/hList1"/>
    <dgm:cxn modelId="{E7CF79A4-AEF2-4FB3-943E-F111AF774EB5}" srcId="{2BBE388E-D84F-41EE-B8EB-0E4BF8A9A878}" destId="{A943C225-4229-47CD-B71F-63A52B01303D}" srcOrd="1" destOrd="0" parTransId="{596ED201-FFC7-48A4-AB10-9F3F120136C6}" sibTransId="{C021F7F6-06A2-4B4F-A9AA-B4ABA2362493}"/>
    <dgm:cxn modelId="{865AF9A4-3030-4370-ADBC-0135786251F6}" srcId="{6C1D3092-82EC-40AB-9034-35CA86F6914F}" destId="{57622C75-4F56-4BD4-9F5B-DC197A13D924}" srcOrd="1" destOrd="0" parTransId="{77557374-D72E-46B4-8DD8-8E60A391B002}" sibTransId="{9B43D242-0B70-48F0-AA61-1DB6E6B97E5E}"/>
    <dgm:cxn modelId="{F7952EAF-C9E3-4A7F-9972-99E48927D486}" srcId="{B38B36D5-7F4C-4174-BE7D-78CC42F0DF27}" destId="{7FC34A57-D68E-4D4A-B73F-C174689873D9}" srcOrd="0" destOrd="0" parTransId="{198B706C-6A56-49E2-A650-136A5356979E}" sibTransId="{2DDA76A7-A636-4825-AA79-91D31B466BC8}"/>
    <dgm:cxn modelId="{5FE290D5-DC6C-417F-8360-FCB493594550}" type="presOf" srcId="{34CF6785-6EDF-4A32-9D25-39904C209BB8}" destId="{36B0C83E-4CC1-4833-9B20-DF9B7B253342}" srcOrd="0" destOrd="0" presId="urn:microsoft.com/office/officeart/2005/8/layout/hList1"/>
    <dgm:cxn modelId="{FFD556E2-572F-42EA-B61B-296822EEE5E7}" srcId="{2BBE388E-D84F-41EE-B8EB-0E4BF8A9A878}" destId="{6C1D3092-82EC-40AB-9034-35CA86F6914F}" srcOrd="2" destOrd="0" parTransId="{6F9BDC67-99BC-4F26-905E-D5F745BF2714}" sibTransId="{9E792264-CA7E-4AB5-997D-B0B406FAC9B9}"/>
    <dgm:cxn modelId="{DC785DF0-3E9A-4A99-81E1-58599CCD3215}" type="presOf" srcId="{57B8D9BB-7794-4D46-93BA-EC8B74FB458D}" destId="{79518590-AE3E-48BA-940B-D7B427DEFF79}" srcOrd="0" destOrd="0" presId="urn:microsoft.com/office/officeart/2005/8/layout/hList1"/>
    <dgm:cxn modelId="{73258BF7-F522-4BFF-BE30-D37B8EF911C1}" type="presOf" srcId="{A7B47129-7B91-4EC0-98ED-E5B59F9A91E3}" destId="{36B0C83E-4CC1-4833-9B20-DF9B7B253342}" srcOrd="0" destOrd="1" presId="urn:microsoft.com/office/officeart/2005/8/layout/hList1"/>
    <dgm:cxn modelId="{64BED1FC-5D9D-4BD4-B436-6735EC06C70B}" type="presOf" srcId="{2BBE388E-D84F-41EE-B8EB-0E4BF8A9A878}" destId="{70C2F4B5-36E0-4163-9475-9C89B3A32CD6}" srcOrd="0" destOrd="0" presId="urn:microsoft.com/office/officeart/2005/8/layout/hList1"/>
    <dgm:cxn modelId="{5AEE82FD-C277-4BCF-9F70-3BEAD3D9BD8A}" srcId="{2BBE388E-D84F-41EE-B8EB-0E4BF8A9A878}" destId="{FE5D2201-351C-45DD-9510-8170B02F4720}" srcOrd="0" destOrd="0" parTransId="{F42F9B09-C1FF-4106-A3AB-B0C7637A26C6}" sibTransId="{2CCA8FA7-2754-4253-BDFB-EED505B26D50}"/>
    <dgm:cxn modelId="{E3B5C4FE-C043-41A8-B43F-1FF58FA3548B}" type="presOf" srcId="{7FC34A57-D68E-4D4A-B73F-C174689873D9}" destId="{85C57286-8E1F-4C0D-B256-3A6B7A2C4376}" srcOrd="0" destOrd="0" presId="urn:microsoft.com/office/officeart/2005/8/layout/hList1"/>
    <dgm:cxn modelId="{0600B977-253E-4650-8FC7-4AE5110C480B}" type="presParOf" srcId="{70C2F4B5-36E0-4163-9475-9C89B3A32CD6}" destId="{F28DB008-0D9B-4CFF-944A-78DDC65148EA}" srcOrd="0" destOrd="0" presId="urn:microsoft.com/office/officeart/2005/8/layout/hList1"/>
    <dgm:cxn modelId="{74021880-B3D9-4D15-918E-69234CC7F99D}" type="presParOf" srcId="{F28DB008-0D9B-4CFF-944A-78DDC65148EA}" destId="{473C9B4E-D30B-4BD5-8224-5908A01B6C13}" srcOrd="0" destOrd="0" presId="urn:microsoft.com/office/officeart/2005/8/layout/hList1"/>
    <dgm:cxn modelId="{9566BA44-535D-4434-8BEA-20D3AD65E2D8}" type="presParOf" srcId="{F28DB008-0D9B-4CFF-944A-78DDC65148EA}" destId="{C9E079CA-CDBB-4C0F-A825-B110AFAF93E8}" srcOrd="1" destOrd="0" presId="urn:microsoft.com/office/officeart/2005/8/layout/hList1"/>
    <dgm:cxn modelId="{E8A3A6DE-8DC7-42B5-8DB0-860DB335EC56}" type="presParOf" srcId="{70C2F4B5-36E0-4163-9475-9C89B3A32CD6}" destId="{7561E114-7A1D-488B-B6C7-CA5CB2346926}" srcOrd="1" destOrd="0" presId="urn:microsoft.com/office/officeart/2005/8/layout/hList1"/>
    <dgm:cxn modelId="{4F1DD3C2-A4EB-453B-AAE5-307A0095AD5A}" type="presParOf" srcId="{70C2F4B5-36E0-4163-9475-9C89B3A32CD6}" destId="{7F8C90DB-82AC-4AC7-BA23-D87A1330B4A6}" srcOrd="2" destOrd="0" presId="urn:microsoft.com/office/officeart/2005/8/layout/hList1"/>
    <dgm:cxn modelId="{32186B09-F85F-4F98-AD01-776A7AA08B54}" type="presParOf" srcId="{7F8C90DB-82AC-4AC7-BA23-D87A1330B4A6}" destId="{E0A863E6-97AD-4F8F-9143-EB11AE2348E7}" srcOrd="0" destOrd="0" presId="urn:microsoft.com/office/officeart/2005/8/layout/hList1"/>
    <dgm:cxn modelId="{95DB9DF3-8334-4A3D-9F31-195A5080E749}" type="presParOf" srcId="{7F8C90DB-82AC-4AC7-BA23-D87A1330B4A6}" destId="{36B0C83E-4CC1-4833-9B20-DF9B7B253342}" srcOrd="1" destOrd="0" presId="urn:microsoft.com/office/officeart/2005/8/layout/hList1"/>
    <dgm:cxn modelId="{6B0DB08F-3585-4E82-93B4-9D912B5EB393}" type="presParOf" srcId="{70C2F4B5-36E0-4163-9475-9C89B3A32CD6}" destId="{5E2A64A5-9554-40D1-889F-7870D3500E5F}" srcOrd="3" destOrd="0" presId="urn:microsoft.com/office/officeart/2005/8/layout/hList1"/>
    <dgm:cxn modelId="{CA6D31DE-D5BA-43D5-AD22-5929BCAE1DC0}" type="presParOf" srcId="{70C2F4B5-36E0-4163-9475-9C89B3A32CD6}" destId="{AF544E2D-31E4-4B54-A9B3-687F87071091}" srcOrd="4" destOrd="0" presId="urn:microsoft.com/office/officeart/2005/8/layout/hList1"/>
    <dgm:cxn modelId="{F2EDCFAE-70AE-4F1C-94B0-EA5E15995826}" type="presParOf" srcId="{AF544E2D-31E4-4B54-A9B3-687F87071091}" destId="{330EA5D6-0B9B-4B21-BBEF-976732CE190E}" srcOrd="0" destOrd="0" presId="urn:microsoft.com/office/officeart/2005/8/layout/hList1"/>
    <dgm:cxn modelId="{EFD3396E-68C6-470C-9A69-0905DE5075AF}" type="presParOf" srcId="{AF544E2D-31E4-4B54-A9B3-687F87071091}" destId="{84562470-8C1F-4140-9B64-F86742AAFF8B}" srcOrd="1" destOrd="0" presId="urn:microsoft.com/office/officeart/2005/8/layout/hList1"/>
    <dgm:cxn modelId="{3E148745-C11D-4F3E-AEED-6F3522DDD195}" type="presParOf" srcId="{70C2F4B5-36E0-4163-9475-9C89B3A32CD6}" destId="{3158A4F6-1315-48F8-9B76-C633C88F30FA}" srcOrd="5" destOrd="0" presId="urn:microsoft.com/office/officeart/2005/8/layout/hList1"/>
    <dgm:cxn modelId="{6643701B-8C3B-400C-B7C2-30FBE06BD28F}" type="presParOf" srcId="{70C2F4B5-36E0-4163-9475-9C89B3A32CD6}" destId="{7F6EB6C7-6061-4DB8-A0D9-F474E1FE70B0}" srcOrd="6" destOrd="0" presId="urn:microsoft.com/office/officeart/2005/8/layout/hList1"/>
    <dgm:cxn modelId="{7E9FC9F7-6C55-414C-A708-3E4612CC0F82}" type="presParOf" srcId="{7F6EB6C7-6061-4DB8-A0D9-F474E1FE70B0}" destId="{CABBA66F-4A9A-4204-B3D7-5F85EE6D1F3F}" srcOrd="0" destOrd="0" presId="urn:microsoft.com/office/officeart/2005/8/layout/hList1"/>
    <dgm:cxn modelId="{C5E133FC-EA55-4C46-9E56-A2A86F22C95F}" type="presParOf" srcId="{7F6EB6C7-6061-4DB8-A0D9-F474E1FE70B0}" destId="{85C57286-8E1F-4C0D-B256-3A6B7A2C4376}" srcOrd="1" destOrd="0" presId="urn:microsoft.com/office/officeart/2005/8/layout/hList1"/>
    <dgm:cxn modelId="{56DEBA17-C005-4EF3-8C9F-760A723DDFF6}" type="presParOf" srcId="{70C2F4B5-36E0-4163-9475-9C89B3A32CD6}" destId="{F8D6B68E-7231-4DD1-A142-30A2FEE4398C}" srcOrd="7" destOrd="0" presId="urn:microsoft.com/office/officeart/2005/8/layout/hList1"/>
    <dgm:cxn modelId="{A57E1461-1541-46BD-A95D-EC1ECAD21B8C}" type="presParOf" srcId="{70C2F4B5-36E0-4163-9475-9C89B3A32CD6}" destId="{55BE1A66-5287-4B5E-ACC7-29666C649887}" srcOrd="8" destOrd="0" presId="urn:microsoft.com/office/officeart/2005/8/layout/hList1"/>
    <dgm:cxn modelId="{EE5DCDF2-F855-4CF4-B129-371EA5D4D8E3}" type="presParOf" srcId="{55BE1A66-5287-4B5E-ACC7-29666C649887}" destId="{79518590-AE3E-48BA-940B-D7B427DEFF79}" srcOrd="0" destOrd="0" presId="urn:microsoft.com/office/officeart/2005/8/layout/hList1"/>
    <dgm:cxn modelId="{6DE658D1-1643-4A29-BC54-0DE4D5512CE6}" type="presParOf" srcId="{55BE1A66-5287-4B5E-ACC7-29666C649887}" destId="{7F2DE1AA-AA18-4C33-9207-1B056F5B26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filtros para mejorar entradas</a:t>
          </a:r>
          <a:endParaRPr lang="es-CO" noProof="0" dirty="0">
            <a:solidFill>
              <a:schemeClr val="bg1"/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897F144-4FD9-4A21-A5A3-E313434FC1C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B81DF3-5DF4-45B1-9A9B-598CFBD14BEC}">
      <dgm:prSet phldrT="[Texto]"/>
      <dgm:spPr>
        <a:solidFill>
          <a:srgbClr val="5A5A5A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s-ES" dirty="0"/>
            <a:t>Salida con un </a:t>
          </a:r>
          <a:r>
            <a:rPr lang="es-ES" dirty="0" err="1"/>
            <a:t>profit</a:t>
          </a:r>
          <a:r>
            <a:rPr lang="es-ES" dirty="0"/>
            <a:t> </a:t>
          </a:r>
          <a:r>
            <a:rPr lang="es-ES" dirty="0" err="1"/>
            <a:t>or</a:t>
          </a:r>
          <a:r>
            <a:rPr lang="es-ES" dirty="0"/>
            <a:t> </a:t>
          </a:r>
          <a:r>
            <a:rPr lang="es-ES" dirty="0" err="1"/>
            <a:t>limit</a:t>
          </a:r>
          <a:r>
            <a:rPr lang="es-ES" dirty="0"/>
            <a:t> </a:t>
          </a:r>
          <a:r>
            <a:rPr lang="es-ES" dirty="0" err="1"/>
            <a:t>loss</a:t>
          </a:r>
          <a:r>
            <a:rPr lang="es-ES" dirty="0"/>
            <a:t> en $</a:t>
          </a:r>
          <a:endParaRPr lang="en-US" dirty="0"/>
        </a:p>
      </dgm:t>
    </dgm:pt>
    <dgm:pt modelId="{C30F4FA0-1A5A-4EC0-AEBA-DC73B68E17D6}" type="parTrans" cxnId="{3139E897-FD67-4FF3-B528-941E7EFEEC38}">
      <dgm:prSet/>
      <dgm:spPr/>
      <dgm:t>
        <a:bodyPr/>
        <a:lstStyle/>
        <a:p>
          <a:endParaRPr lang="en-US"/>
        </a:p>
      </dgm:t>
    </dgm:pt>
    <dgm:pt modelId="{27282671-7883-47D5-BD10-AF0DC7731228}" type="sibTrans" cxnId="{3139E897-FD67-4FF3-B528-941E7EFEEC38}">
      <dgm:prSet/>
      <dgm:spPr/>
      <dgm:t>
        <a:bodyPr/>
        <a:lstStyle/>
        <a:p>
          <a:endParaRPr lang="en-US"/>
        </a:p>
      </dgm:t>
    </dgm:pt>
    <dgm:pt modelId="{18B7E182-51B7-46A9-A02A-53F0D9C85616}">
      <dgm:prSet phldrT="[Texto]"/>
      <dgm:spPr>
        <a:noFill/>
      </dgm:spPr>
      <dgm:t>
        <a:bodyPr/>
        <a:lstStyle/>
        <a:p>
          <a:r>
            <a:rPr lang="en-US" dirty="0">
              <a:solidFill>
                <a:schemeClr val="accent5"/>
              </a:solidFill>
            </a:rPr>
            <a:t>Se define </a:t>
          </a:r>
          <a:r>
            <a:rPr lang="en-US" dirty="0" err="1">
              <a:solidFill>
                <a:schemeClr val="accent5"/>
              </a:solidFill>
            </a:rPr>
            <a:t>el</a:t>
          </a:r>
          <a:r>
            <a:rPr lang="en-US" dirty="0">
              <a:solidFill>
                <a:schemeClr val="accent5"/>
              </a:solidFill>
            </a:rPr>
            <a:t> valor de </a:t>
          </a:r>
          <a:r>
            <a:rPr lang="en-US" dirty="0" err="1">
              <a:solidFill>
                <a:schemeClr val="accent5"/>
              </a:solidFill>
            </a:rPr>
            <a:t>de</a:t>
          </a:r>
          <a:r>
            <a:rPr lang="en-US" dirty="0">
              <a:solidFill>
                <a:schemeClr val="accent5"/>
              </a:solidFill>
            </a:rPr>
            <a:t> </a:t>
          </a:r>
          <a:r>
            <a:rPr lang="en-US" dirty="0" err="1">
              <a:solidFill>
                <a:schemeClr val="accent5"/>
              </a:solidFill>
            </a:rPr>
            <a:t>perdidas</a:t>
          </a:r>
          <a:r>
            <a:rPr lang="en-US" dirty="0">
              <a:solidFill>
                <a:schemeClr val="accent5"/>
              </a:solidFill>
            </a:rPr>
            <a:t> </a:t>
          </a:r>
          <a:r>
            <a:rPr lang="en-US" dirty="0" err="1">
              <a:solidFill>
                <a:schemeClr val="accent5"/>
              </a:solidFill>
            </a:rPr>
            <a:t>en</a:t>
          </a:r>
          <a:r>
            <a:rPr lang="en-US" dirty="0">
              <a:solidFill>
                <a:schemeClr val="accent5"/>
              </a:solidFill>
            </a:rPr>
            <a:t> USD</a:t>
          </a:r>
        </a:p>
      </dgm:t>
    </dgm:pt>
    <dgm:pt modelId="{B47BE9DA-6FAC-4BE8-9BF6-B174D86976F9}" type="parTrans" cxnId="{65276936-1BE3-42C3-9193-BB53B8F4D5F5}">
      <dgm:prSet/>
      <dgm:spPr/>
      <dgm:t>
        <a:bodyPr/>
        <a:lstStyle/>
        <a:p>
          <a:endParaRPr lang="en-US"/>
        </a:p>
      </dgm:t>
    </dgm:pt>
    <dgm:pt modelId="{5BCF4F9F-1395-463F-B851-66AC7E41F1DD}" type="sibTrans" cxnId="{65276936-1BE3-42C3-9193-BB53B8F4D5F5}">
      <dgm:prSet/>
      <dgm:spPr/>
      <dgm:t>
        <a:bodyPr/>
        <a:lstStyle/>
        <a:p>
          <a:endParaRPr lang="en-US"/>
        </a:p>
      </dgm:t>
    </dgm:pt>
    <dgm:pt modelId="{31E57BE0-DB08-4ECF-9CD5-2CAB59D4C7D6}">
      <dgm:prSet phldrT="[Texto]"/>
      <dgm:spPr>
        <a:solidFill>
          <a:srgbClr val="5A5A5A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s-ES" dirty="0"/>
            <a:t>Salida en un target de precio:</a:t>
          </a:r>
          <a:endParaRPr lang="en-US" dirty="0"/>
        </a:p>
      </dgm:t>
    </dgm:pt>
    <dgm:pt modelId="{E3C0CFA6-1F67-44C8-802B-12FD03310F2A}" type="parTrans" cxnId="{8E92376B-A96B-4B2E-BBFE-8C590F7B12D0}">
      <dgm:prSet/>
      <dgm:spPr/>
      <dgm:t>
        <a:bodyPr/>
        <a:lstStyle/>
        <a:p>
          <a:endParaRPr lang="en-US"/>
        </a:p>
      </dgm:t>
    </dgm:pt>
    <dgm:pt modelId="{9F1A57E5-DEBF-497B-AB18-DDA52CDAED01}" type="sibTrans" cxnId="{8E92376B-A96B-4B2E-BBFE-8C590F7B12D0}">
      <dgm:prSet/>
      <dgm:spPr/>
      <dgm:t>
        <a:bodyPr/>
        <a:lstStyle/>
        <a:p>
          <a:endParaRPr lang="en-US"/>
        </a:p>
      </dgm:t>
    </dgm:pt>
    <dgm:pt modelId="{15D932F1-1928-4E88-82EC-E53EE0339975}">
      <dgm:prSet phldrT="[Texto]"/>
      <dgm:spPr>
        <a:noFill/>
      </dgm:spPr>
      <dgm:t>
        <a:bodyPr/>
        <a:lstStyle/>
        <a:p>
          <a:r>
            <a:rPr lang="es-ES" dirty="0">
              <a:solidFill>
                <a:schemeClr val="accent5"/>
              </a:solidFill>
            </a:rPr>
            <a:t>El mínimo de n días</a:t>
          </a:r>
          <a:endParaRPr lang="en-US" dirty="0">
            <a:solidFill>
              <a:schemeClr val="accent5"/>
            </a:solidFill>
          </a:endParaRPr>
        </a:p>
      </dgm:t>
    </dgm:pt>
    <dgm:pt modelId="{2A05435E-72FB-48D5-931E-3B56C22037EE}" type="parTrans" cxnId="{2FEFEF7B-4591-4E7D-A426-A6B062A1375D}">
      <dgm:prSet/>
      <dgm:spPr/>
      <dgm:t>
        <a:bodyPr/>
        <a:lstStyle/>
        <a:p>
          <a:endParaRPr lang="en-US"/>
        </a:p>
      </dgm:t>
    </dgm:pt>
    <dgm:pt modelId="{705AA76A-FF12-45B0-A82D-13EC83AB3604}" type="sibTrans" cxnId="{2FEFEF7B-4591-4E7D-A426-A6B062A1375D}">
      <dgm:prSet/>
      <dgm:spPr/>
      <dgm:t>
        <a:bodyPr/>
        <a:lstStyle/>
        <a:p>
          <a:endParaRPr lang="en-US"/>
        </a:p>
      </dgm:t>
    </dgm:pt>
    <dgm:pt modelId="{7B6E90ED-5093-4FE2-A106-F139F6DD92A8}">
      <dgm:prSet phldrT="[Texto]"/>
      <dgm:spPr>
        <a:solidFill>
          <a:srgbClr val="5A5A5A"/>
        </a:solidFill>
      </dgm:spPr>
      <dgm:t>
        <a:bodyPr/>
        <a:lstStyle/>
        <a:p>
          <a:r>
            <a:rPr lang="es-ES" dirty="0"/>
            <a:t>Salidas después de un evento</a:t>
          </a:r>
          <a:r>
            <a:rPr lang="es-ES"/>
            <a:t>:  </a:t>
          </a:r>
          <a:endParaRPr lang="en-US" dirty="0"/>
        </a:p>
      </dgm:t>
    </dgm:pt>
    <dgm:pt modelId="{B59794C4-5DCF-419E-9DDF-B1930F39B0CE}" type="parTrans" cxnId="{F50CF752-A849-4B9D-9451-9CC9D055537F}">
      <dgm:prSet/>
      <dgm:spPr/>
      <dgm:t>
        <a:bodyPr/>
        <a:lstStyle/>
        <a:p>
          <a:endParaRPr lang="en-US"/>
        </a:p>
      </dgm:t>
    </dgm:pt>
    <dgm:pt modelId="{ABBE7A39-7E3A-4140-B311-84DE4606273B}" type="sibTrans" cxnId="{F50CF752-A849-4B9D-9451-9CC9D055537F}">
      <dgm:prSet/>
      <dgm:spPr/>
      <dgm:t>
        <a:bodyPr/>
        <a:lstStyle/>
        <a:p>
          <a:endParaRPr lang="en-US"/>
        </a:p>
      </dgm:t>
    </dgm:pt>
    <dgm:pt modelId="{9686C140-8C92-435F-A11E-5E1133A7F6F6}">
      <dgm:prSet phldrT="[Texto]"/>
      <dgm:spPr>
        <a:noFill/>
      </dgm:spPr>
      <dgm:t>
        <a:bodyPr/>
        <a:lstStyle/>
        <a:p>
          <a:r>
            <a:rPr lang="es-ES" dirty="0" err="1">
              <a:solidFill>
                <a:schemeClr val="accent5"/>
              </a:solidFill>
            </a:rPr>
            <a:t>First</a:t>
          </a:r>
          <a:r>
            <a:rPr lang="es-ES" dirty="0">
              <a:solidFill>
                <a:schemeClr val="accent5"/>
              </a:solidFill>
            </a:rPr>
            <a:t> </a:t>
          </a:r>
          <a:r>
            <a:rPr lang="es-ES" dirty="0" err="1">
              <a:solidFill>
                <a:schemeClr val="accent5"/>
              </a:solidFill>
            </a:rPr>
            <a:t>profitable</a:t>
          </a:r>
          <a:r>
            <a:rPr lang="es-ES" dirty="0">
              <a:solidFill>
                <a:schemeClr val="accent5"/>
              </a:solidFill>
            </a:rPr>
            <a:t> open</a:t>
          </a:r>
          <a:endParaRPr lang="en-US" dirty="0">
            <a:solidFill>
              <a:schemeClr val="accent5"/>
            </a:solidFill>
          </a:endParaRPr>
        </a:p>
      </dgm:t>
    </dgm:pt>
    <dgm:pt modelId="{D9BD1FB7-AD95-448B-8851-10FB71A54235}" type="parTrans" cxnId="{FB99427F-8F9F-4009-B6A8-7E30B262D40A}">
      <dgm:prSet/>
      <dgm:spPr/>
      <dgm:t>
        <a:bodyPr/>
        <a:lstStyle/>
        <a:p>
          <a:endParaRPr lang="en-US"/>
        </a:p>
      </dgm:t>
    </dgm:pt>
    <dgm:pt modelId="{158E906D-782A-4DEA-8F64-419E4B2E647A}" type="sibTrans" cxnId="{FB99427F-8F9F-4009-B6A8-7E30B262D40A}">
      <dgm:prSet/>
      <dgm:spPr/>
      <dgm:t>
        <a:bodyPr/>
        <a:lstStyle/>
        <a:p>
          <a:endParaRPr lang="en-US"/>
        </a:p>
      </dgm:t>
    </dgm:pt>
    <dgm:pt modelId="{E39D12EA-9C3B-45CF-8CEC-BDA8CDC39AE5}">
      <dgm:prSet phldrT="[Texto]"/>
      <dgm:spPr>
        <a:noFill/>
      </dgm:spPr>
      <dgm:t>
        <a:bodyPr/>
        <a:lstStyle/>
        <a:p>
          <a:r>
            <a:rPr lang="es-ES" dirty="0" err="1">
              <a:solidFill>
                <a:schemeClr val="accent5"/>
              </a:solidFill>
            </a:rPr>
            <a:t>Protective</a:t>
          </a:r>
          <a:r>
            <a:rPr lang="es-ES" dirty="0">
              <a:solidFill>
                <a:schemeClr val="accent5"/>
              </a:solidFill>
            </a:rPr>
            <a:t> stop/Target </a:t>
          </a:r>
          <a:r>
            <a:rPr lang="es-ES" dirty="0" err="1">
              <a:solidFill>
                <a:schemeClr val="accent5"/>
              </a:solidFill>
            </a:rPr>
            <a:t>profit</a:t>
          </a:r>
          <a:endParaRPr lang="en-US" dirty="0">
            <a:solidFill>
              <a:schemeClr val="accent5"/>
            </a:solidFill>
          </a:endParaRPr>
        </a:p>
      </dgm:t>
    </dgm:pt>
    <dgm:pt modelId="{20C5DA03-1717-4539-88A3-E4B1304DA72A}" type="parTrans" cxnId="{5546F939-2227-4D49-9AC4-3F956507A24A}">
      <dgm:prSet/>
      <dgm:spPr/>
      <dgm:t>
        <a:bodyPr/>
        <a:lstStyle/>
        <a:p>
          <a:endParaRPr lang="en-US"/>
        </a:p>
      </dgm:t>
    </dgm:pt>
    <dgm:pt modelId="{1D421083-44D1-41F4-939F-948C9D114BF5}" type="sibTrans" cxnId="{5546F939-2227-4D49-9AC4-3F956507A24A}">
      <dgm:prSet/>
      <dgm:spPr/>
      <dgm:t>
        <a:bodyPr/>
        <a:lstStyle/>
        <a:p>
          <a:endParaRPr lang="en-US"/>
        </a:p>
      </dgm:t>
    </dgm:pt>
    <dgm:pt modelId="{E80CB99A-F3DB-4A19-9247-51DFF887739D}">
      <dgm:prSet phldrT="[Texto]"/>
      <dgm:spPr>
        <a:noFill/>
      </dgm:spPr>
      <dgm:t>
        <a:bodyPr/>
        <a:lstStyle/>
        <a:p>
          <a:r>
            <a:rPr lang="es-ES" dirty="0" err="1">
              <a:solidFill>
                <a:schemeClr val="accent5"/>
              </a:solidFill>
            </a:rPr>
            <a:t>Trailing</a:t>
          </a:r>
          <a:r>
            <a:rPr lang="es-ES" dirty="0">
              <a:solidFill>
                <a:schemeClr val="accent5"/>
              </a:solidFill>
            </a:rPr>
            <a:t> stop: ejemplo usar el </a:t>
          </a:r>
          <a:r>
            <a:rPr lang="es-ES" dirty="0" err="1">
              <a:solidFill>
                <a:schemeClr val="accent5"/>
              </a:solidFill>
            </a:rPr>
            <a:t>parabolic</a:t>
          </a:r>
          <a:r>
            <a:rPr lang="es-ES" dirty="0">
              <a:solidFill>
                <a:schemeClr val="accent5"/>
              </a:solidFill>
            </a:rPr>
            <a:t> zar. </a:t>
          </a:r>
          <a:endParaRPr lang="en-US" dirty="0">
            <a:solidFill>
              <a:schemeClr val="accent5"/>
            </a:solidFill>
          </a:endParaRPr>
        </a:p>
      </dgm:t>
    </dgm:pt>
    <dgm:pt modelId="{34D282E8-696B-40C0-9920-FB6A95439BF2}" type="parTrans" cxnId="{A42B1A5F-A3D3-4098-8C1A-C6A8BFDC1FCC}">
      <dgm:prSet/>
      <dgm:spPr/>
      <dgm:t>
        <a:bodyPr/>
        <a:lstStyle/>
        <a:p>
          <a:endParaRPr lang="en-US"/>
        </a:p>
      </dgm:t>
    </dgm:pt>
    <dgm:pt modelId="{7237242D-DEBC-455E-891A-DDA1B4936481}" type="sibTrans" cxnId="{A42B1A5F-A3D3-4098-8C1A-C6A8BFDC1FCC}">
      <dgm:prSet/>
      <dgm:spPr/>
      <dgm:t>
        <a:bodyPr/>
        <a:lstStyle/>
        <a:p>
          <a:endParaRPr lang="en-US"/>
        </a:p>
      </dgm:t>
    </dgm:pt>
    <dgm:pt modelId="{9E9AAC60-8992-4E67-95DD-291DD9D34A58}">
      <dgm:prSet/>
      <dgm:spPr>
        <a:noFill/>
      </dgm:spPr>
      <dgm:t>
        <a:bodyPr/>
        <a:lstStyle/>
        <a:p>
          <a:r>
            <a:rPr lang="es-ES" dirty="0">
              <a:solidFill>
                <a:schemeClr val="accent5"/>
              </a:solidFill>
            </a:rPr>
            <a:t>Basado en una regla</a:t>
          </a:r>
        </a:p>
      </dgm:t>
    </dgm:pt>
    <dgm:pt modelId="{F551163B-CDD7-449B-8595-9CB196850CC9}" type="parTrans" cxnId="{523499A3-19D6-444A-8942-7FEC56EDD8F4}">
      <dgm:prSet/>
      <dgm:spPr/>
      <dgm:t>
        <a:bodyPr/>
        <a:lstStyle/>
        <a:p>
          <a:endParaRPr lang="en-US"/>
        </a:p>
      </dgm:t>
    </dgm:pt>
    <dgm:pt modelId="{F91B266E-BB74-487A-B063-EFBBF7CA9A26}" type="sibTrans" cxnId="{523499A3-19D6-444A-8942-7FEC56EDD8F4}">
      <dgm:prSet/>
      <dgm:spPr/>
      <dgm:t>
        <a:bodyPr/>
        <a:lstStyle/>
        <a:p>
          <a:endParaRPr lang="en-US"/>
        </a:p>
      </dgm:t>
    </dgm:pt>
    <dgm:pt modelId="{84ADB174-6069-4992-8CFC-47BB3183008B}">
      <dgm:prSet/>
      <dgm:spPr>
        <a:noFill/>
      </dgm:spPr>
      <dgm:t>
        <a:bodyPr/>
        <a:lstStyle/>
        <a:p>
          <a:r>
            <a:rPr lang="es-ES" dirty="0">
              <a:solidFill>
                <a:schemeClr val="accent5"/>
              </a:solidFill>
            </a:rPr>
            <a:t>Luego de n días de abierta la operación</a:t>
          </a:r>
          <a:endParaRPr lang="es-CO" dirty="0">
            <a:solidFill>
              <a:schemeClr val="accent5"/>
            </a:solidFill>
          </a:endParaRPr>
        </a:p>
      </dgm:t>
    </dgm:pt>
    <dgm:pt modelId="{C5F79F43-AB5A-4E9F-A52B-33428F8C3691}" type="parTrans" cxnId="{7DA897F6-C87D-4BE6-A811-78BE7B931DA4}">
      <dgm:prSet/>
      <dgm:spPr/>
      <dgm:t>
        <a:bodyPr/>
        <a:lstStyle/>
        <a:p>
          <a:endParaRPr lang="en-US"/>
        </a:p>
      </dgm:t>
    </dgm:pt>
    <dgm:pt modelId="{5DB37C66-7A09-45B6-82D8-164ACC8FA1D0}" type="sibTrans" cxnId="{7DA897F6-C87D-4BE6-A811-78BE7B931DA4}">
      <dgm:prSet/>
      <dgm:spPr/>
      <dgm:t>
        <a:bodyPr/>
        <a:lstStyle/>
        <a:p>
          <a:endParaRPr lang="en-US"/>
        </a:p>
      </dgm:t>
    </dgm:pt>
    <dgm:pt modelId="{3D417812-5B58-4A61-B715-FB799C8567AD}">
      <dgm:prSet phldrT="[Texto]"/>
      <dgm:spPr>
        <a:noFill/>
      </dgm:spPr>
      <dgm:t>
        <a:bodyPr/>
        <a:lstStyle/>
        <a:p>
          <a:r>
            <a:rPr lang="en-US" dirty="0">
              <a:solidFill>
                <a:schemeClr val="accent5"/>
              </a:solidFill>
            </a:rPr>
            <a:t>Si no hay </a:t>
          </a:r>
          <a:r>
            <a:rPr lang="en-US" dirty="0" err="1">
              <a:solidFill>
                <a:schemeClr val="accent5"/>
              </a:solidFill>
            </a:rPr>
            <a:t>minimo</a:t>
          </a:r>
          <a:r>
            <a:rPr lang="en-US" dirty="0">
              <a:solidFill>
                <a:schemeClr val="accent5"/>
              </a:solidFill>
            </a:rPr>
            <a:t> se </a:t>
          </a:r>
          <a:r>
            <a:rPr lang="en-US" dirty="0" err="1">
              <a:solidFill>
                <a:schemeClr val="accent5"/>
              </a:solidFill>
            </a:rPr>
            <a:t>puede</a:t>
          </a:r>
          <a:r>
            <a:rPr lang="en-US" dirty="0">
              <a:solidFill>
                <a:schemeClr val="accent5"/>
              </a:solidFill>
            </a:rPr>
            <a:t> </a:t>
          </a:r>
          <a:r>
            <a:rPr lang="en-US" dirty="0" err="1">
              <a:solidFill>
                <a:schemeClr val="accent5"/>
              </a:solidFill>
            </a:rPr>
            <a:t>esperar</a:t>
          </a:r>
          <a:r>
            <a:rPr lang="en-US" dirty="0">
              <a:solidFill>
                <a:schemeClr val="accent5"/>
              </a:solidFill>
            </a:rPr>
            <a:t> un par de </a:t>
          </a:r>
          <a:r>
            <a:rPr lang="en-US" dirty="0" err="1">
              <a:solidFill>
                <a:schemeClr val="accent5"/>
              </a:solidFill>
            </a:rPr>
            <a:t>dias</a:t>
          </a:r>
          <a:endParaRPr lang="en-US" dirty="0">
            <a:solidFill>
              <a:schemeClr val="accent5"/>
            </a:solidFill>
          </a:endParaRPr>
        </a:p>
      </dgm:t>
    </dgm:pt>
    <dgm:pt modelId="{31CC7234-14ED-4B2A-9BF9-F7D7704AA246}" type="parTrans" cxnId="{16A83F6B-6854-4623-9419-329168941341}">
      <dgm:prSet/>
      <dgm:spPr/>
      <dgm:t>
        <a:bodyPr/>
        <a:lstStyle/>
        <a:p>
          <a:endParaRPr lang="en-US"/>
        </a:p>
      </dgm:t>
    </dgm:pt>
    <dgm:pt modelId="{52E8E7B7-189F-4A28-8576-7B823740ADFE}" type="sibTrans" cxnId="{16A83F6B-6854-4623-9419-329168941341}">
      <dgm:prSet/>
      <dgm:spPr/>
      <dgm:t>
        <a:bodyPr/>
        <a:lstStyle/>
        <a:p>
          <a:endParaRPr lang="en-US"/>
        </a:p>
      </dgm:t>
    </dgm:pt>
    <dgm:pt modelId="{9E990CCA-24B0-4D7A-AF18-FABC338CBF66}">
      <dgm:prSet/>
      <dgm:spPr>
        <a:noFill/>
      </dgm:spPr>
      <dgm:t>
        <a:bodyPr/>
        <a:lstStyle/>
        <a:p>
          <a:r>
            <a:rPr lang="es-ES" dirty="0">
              <a:solidFill>
                <a:schemeClr val="accent5"/>
              </a:solidFill>
            </a:rPr>
            <a:t>Luego de n barras consecutivas de perdida </a:t>
          </a:r>
          <a:endParaRPr lang="es-CO" dirty="0">
            <a:solidFill>
              <a:schemeClr val="accent5"/>
            </a:solidFill>
          </a:endParaRPr>
        </a:p>
      </dgm:t>
    </dgm:pt>
    <dgm:pt modelId="{08F6B059-EB64-444E-BFC8-9CF60AFFA051}" type="parTrans" cxnId="{9CE50C5C-3F56-42F2-B44D-DCFFCF7FD24D}">
      <dgm:prSet/>
      <dgm:spPr/>
      <dgm:t>
        <a:bodyPr/>
        <a:lstStyle/>
        <a:p>
          <a:endParaRPr lang="en-US"/>
        </a:p>
      </dgm:t>
    </dgm:pt>
    <dgm:pt modelId="{E64AA5CA-0744-4EA1-951A-5A547698AF21}" type="sibTrans" cxnId="{9CE50C5C-3F56-42F2-B44D-DCFFCF7FD24D}">
      <dgm:prSet/>
      <dgm:spPr/>
      <dgm:t>
        <a:bodyPr/>
        <a:lstStyle/>
        <a:p>
          <a:endParaRPr lang="en-US"/>
        </a:p>
      </dgm:t>
    </dgm:pt>
    <dgm:pt modelId="{AED0555B-6A95-4166-8C3B-99EE486D0602}" type="pres">
      <dgm:prSet presAssocID="{7897F144-4FD9-4A21-A5A3-E313434FC1C5}" presName="Name0" presStyleCnt="0">
        <dgm:presLayoutVars>
          <dgm:dir/>
          <dgm:animLvl val="lvl"/>
          <dgm:resizeHandles val="exact"/>
        </dgm:presLayoutVars>
      </dgm:prSet>
      <dgm:spPr/>
    </dgm:pt>
    <dgm:pt modelId="{F5C7E600-0245-46AC-B077-1C2E41C7F752}" type="pres">
      <dgm:prSet presAssocID="{60B81DF3-5DF4-45B1-9A9B-598CFBD14BEC}" presName="composite" presStyleCnt="0"/>
      <dgm:spPr/>
    </dgm:pt>
    <dgm:pt modelId="{C6B9D3EF-8580-499A-9AC7-894798E556C7}" type="pres">
      <dgm:prSet presAssocID="{60B81DF3-5DF4-45B1-9A9B-598CFBD14BE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1DCBBD8-1261-418A-B036-0240CCED3147}" type="pres">
      <dgm:prSet presAssocID="{60B81DF3-5DF4-45B1-9A9B-598CFBD14BEC}" presName="desTx" presStyleLbl="alignAccFollowNode1" presStyleIdx="0" presStyleCnt="3">
        <dgm:presLayoutVars>
          <dgm:bulletEnabled val="1"/>
        </dgm:presLayoutVars>
      </dgm:prSet>
      <dgm:spPr/>
    </dgm:pt>
    <dgm:pt modelId="{9A289971-1CCB-45B4-A2E9-9E76E634C8BF}" type="pres">
      <dgm:prSet presAssocID="{27282671-7883-47D5-BD10-AF0DC7731228}" presName="space" presStyleCnt="0"/>
      <dgm:spPr/>
    </dgm:pt>
    <dgm:pt modelId="{DD307DB2-F016-420F-A503-785081C86C2E}" type="pres">
      <dgm:prSet presAssocID="{31E57BE0-DB08-4ECF-9CD5-2CAB59D4C7D6}" presName="composite" presStyleCnt="0"/>
      <dgm:spPr/>
    </dgm:pt>
    <dgm:pt modelId="{FFD0985A-EB0B-45BD-9A72-473976114046}" type="pres">
      <dgm:prSet presAssocID="{31E57BE0-DB08-4ECF-9CD5-2CAB59D4C7D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D7BD2A0-1CC4-4F2D-9DA4-3586B0E66F27}" type="pres">
      <dgm:prSet presAssocID="{31E57BE0-DB08-4ECF-9CD5-2CAB59D4C7D6}" presName="desTx" presStyleLbl="alignAccFollowNode1" presStyleIdx="1" presStyleCnt="3">
        <dgm:presLayoutVars>
          <dgm:bulletEnabled val="1"/>
        </dgm:presLayoutVars>
      </dgm:prSet>
      <dgm:spPr/>
    </dgm:pt>
    <dgm:pt modelId="{8F31CB7D-DF9C-41D9-AC2F-8A059453C50D}" type="pres">
      <dgm:prSet presAssocID="{9F1A57E5-DEBF-497B-AB18-DDA52CDAED01}" presName="space" presStyleCnt="0"/>
      <dgm:spPr/>
    </dgm:pt>
    <dgm:pt modelId="{98428604-92EC-45D0-98A4-3079E19FFAC6}" type="pres">
      <dgm:prSet presAssocID="{7B6E90ED-5093-4FE2-A106-F139F6DD92A8}" presName="composite" presStyleCnt="0"/>
      <dgm:spPr/>
    </dgm:pt>
    <dgm:pt modelId="{74E11C0B-6E13-4556-856C-DD7CE656CB72}" type="pres">
      <dgm:prSet presAssocID="{7B6E90ED-5093-4FE2-A106-F139F6DD92A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ED67130-A954-4F40-9E8D-6E468BC6759A}" type="pres">
      <dgm:prSet presAssocID="{7B6E90ED-5093-4FE2-A106-F139F6DD92A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5141B23-FCDC-40C3-8955-1AFEA34A7212}" type="presOf" srcId="{84ADB174-6069-4992-8CFC-47BB3183008B}" destId="{AED67130-A954-4F40-9E8D-6E468BC6759A}" srcOrd="0" destOrd="1" presId="urn:microsoft.com/office/officeart/2005/8/layout/hList1"/>
    <dgm:cxn modelId="{1606CC2A-E8E6-46BE-B3C7-58A6F515E8C3}" type="presOf" srcId="{9E990CCA-24B0-4D7A-AF18-FABC338CBF66}" destId="{AED67130-A954-4F40-9E8D-6E468BC6759A}" srcOrd="0" destOrd="2" presId="urn:microsoft.com/office/officeart/2005/8/layout/hList1"/>
    <dgm:cxn modelId="{65276936-1BE3-42C3-9193-BB53B8F4D5F5}" srcId="{60B81DF3-5DF4-45B1-9A9B-598CFBD14BEC}" destId="{18B7E182-51B7-46A9-A02A-53F0D9C85616}" srcOrd="0" destOrd="0" parTransId="{B47BE9DA-6FAC-4BE8-9BF6-B174D86976F9}" sibTransId="{5BCF4F9F-1395-463F-B851-66AC7E41F1DD}"/>
    <dgm:cxn modelId="{5546F939-2227-4D49-9AC4-3F956507A24A}" srcId="{31E57BE0-DB08-4ECF-9CD5-2CAB59D4C7D6}" destId="{E39D12EA-9C3B-45CF-8CEC-BDA8CDC39AE5}" srcOrd="1" destOrd="0" parTransId="{20C5DA03-1717-4539-88A3-E4B1304DA72A}" sibTransId="{1D421083-44D1-41F4-939F-948C9D114BF5}"/>
    <dgm:cxn modelId="{9CE50C5C-3F56-42F2-B44D-DCFFCF7FD24D}" srcId="{7B6E90ED-5093-4FE2-A106-F139F6DD92A8}" destId="{9E990CCA-24B0-4D7A-AF18-FABC338CBF66}" srcOrd="2" destOrd="0" parTransId="{08F6B059-EB64-444E-BFC8-9CF60AFFA051}" sibTransId="{E64AA5CA-0744-4EA1-951A-5A547698AF21}"/>
    <dgm:cxn modelId="{A42B1A5F-A3D3-4098-8C1A-C6A8BFDC1FCC}" srcId="{31E57BE0-DB08-4ECF-9CD5-2CAB59D4C7D6}" destId="{E80CB99A-F3DB-4A19-9247-51DFF887739D}" srcOrd="2" destOrd="0" parTransId="{34D282E8-696B-40C0-9920-FB6A95439BF2}" sibTransId="{7237242D-DEBC-455E-891A-DDA1B4936481}"/>
    <dgm:cxn modelId="{CE20EC61-A34F-42F9-8526-E0D1F46E211E}" type="presOf" srcId="{60B81DF3-5DF4-45B1-9A9B-598CFBD14BEC}" destId="{C6B9D3EF-8580-499A-9AC7-894798E556C7}" srcOrd="0" destOrd="0" presId="urn:microsoft.com/office/officeart/2005/8/layout/hList1"/>
    <dgm:cxn modelId="{E1B65C45-288A-4F52-9930-578B32676E10}" type="presOf" srcId="{7B6E90ED-5093-4FE2-A106-F139F6DD92A8}" destId="{74E11C0B-6E13-4556-856C-DD7CE656CB72}" srcOrd="0" destOrd="0" presId="urn:microsoft.com/office/officeart/2005/8/layout/hList1"/>
    <dgm:cxn modelId="{4ED88969-C527-452A-9884-8468834FC066}" type="presOf" srcId="{31E57BE0-DB08-4ECF-9CD5-2CAB59D4C7D6}" destId="{FFD0985A-EB0B-45BD-9A72-473976114046}" srcOrd="0" destOrd="0" presId="urn:microsoft.com/office/officeart/2005/8/layout/hList1"/>
    <dgm:cxn modelId="{EFFBD469-4661-4620-867F-261A975D2660}" type="presOf" srcId="{15D932F1-1928-4E88-82EC-E53EE0339975}" destId="{ED7BD2A0-1CC4-4F2D-9DA4-3586B0E66F27}" srcOrd="0" destOrd="0" presId="urn:microsoft.com/office/officeart/2005/8/layout/hList1"/>
    <dgm:cxn modelId="{8E92376B-A96B-4B2E-BBFE-8C590F7B12D0}" srcId="{7897F144-4FD9-4A21-A5A3-E313434FC1C5}" destId="{31E57BE0-DB08-4ECF-9CD5-2CAB59D4C7D6}" srcOrd="1" destOrd="0" parTransId="{E3C0CFA6-1F67-44C8-802B-12FD03310F2A}" sibTransId="{9F1A57E5-DEBF-497B-AB18-DDA52CDAED01}"/>
    <dgm:cxn modelId="{16A83F6B-6854-4623-9419-329168941341}" srcId="{15D932F1-1928-4E88-82EC-E53EE0339975}" destId="{3D417812-5B58-4A61-B715-FB799C8567AD}" srcOrd="0" destOrd="0" parTransId="{31CC7234-14ED-4B2A-9BF9-F7D7704AA246}" sibTransId="{52E8E7B7-189F-4A28-8576-7B823740ADFE}"/>
    <dgm:cxn modelId="{F50CF752-A849-4B9D-9451-9CC9D055537F}" srcId="{7897F144-4FD9-4A21-A5A3-E313434FC1C5}" destId="{7B6E90ED-5093-4FE2-A106-F139F6DD92A8}" srcOrd="2" destOrd="0" parTransId="{B59794C4-5DCF-419E-9DDF-B1930F39B0CE}" sibTransId="{ABBE7A39-7E3A-4140-B311-84DE4606273B}"/>
    <dgm:cxn modelId="{2FEFEF7B-4591-4E7D-A426-A6B062A1375D}" srcId="{31E57BE0-DB08-4ECF-9CD5-2CAB59D4C7D6}" destId="{15D932F1-1928-4E88-82EC-E53EE0339975}" srcOrd="0" destOrd="0" parTransId="{2A05435E-72FB-48D5-931E-3B56C22037EE}" sibTransId="{705AA76A-FF12-45B0-A82D-13EC83AB3604}"/>
    <dgm:cxn modelId="{FB99427F-8F9F-4009-B6A8-7E30B262D40A}" srcId="{7B6E90ED-5093-4FE2-A106-F139F6DD92A8}" destId="{9686C140-8C92-435F-A11E-5E1133A7F6F6}" srcOrd="3" destOrd="0" parTransId="{D9BD1FB7-AD95-448B-8851-10FB71A54235}" sibTransId="{158E906D-782A-4DEA-8F64-419E4B2E647A}"/>
    <dgm:cxn modelId="{96925B87-6C51-4824-B5FC-46F67CC23F09}" type="presOf" srcId="{18B7E182-51B7-46A9-A02A-53F0D9C85616}" destId="{91DCBBD8-1261-418A-B036-0240CCED3147}" srcOrd="0" destOrd="0" presId="urn:microsoft.com/office/officeart/2005/8/layout/hList1"/>
    <dgm:cxn modelId="{3139E897-FD67-4FF3-B528-941E7EFEEC38}" srcId="{7897F144-4FD9-4A21-A5A3-E313434FC1C5}" destId="{60B81DF3-5DF4-45B1-9A9B-598CFBD14BEC}" srcOrd="0" destOrd="0" parTransId="{C30F4FA0-1A5A-4EC0-AEBA-DC73B68E17D6}" sibTransId="{27282671-7883-47D5-BD10-AF0DC7731228}"/>
    <dgm:cxn modelId="{39E14F9B-C359-418C-B325-4AB7EB21FF63}" type="presOf" srcId="{3D417812-5B58-4A61-B715-FB799C8567AD}" destId="{ED7BD2A0-1CC4-4F2D-9DA4-3586B0E66F27}" srcOrd="0" destOrd="1" presId="urn:microsoft.com/office/officeart/2005/8/layout/hList1"/>
    <dgm:cxn modelId="{0351C09B-2B2C-45F6-9E72-19B6D49F1FD1}" type="presOf" srcId="{E80CB99A-F3DB-4A19-9247-51DFF887739D}" destId="{ED7BD2A0-1CC4-4F2D-9DA4-3586B0E66F27}" srcOrd="0" destOrd="3" presId="urn:microsoft.com/office/officeart/2005/8/layout/hList1"/>
    <dgm:cxn modelId="{523499A3-19D6-444A-8942-7FEC56EDD8F4}" srcId="{7B6E90ED-5093-4FE2-A106-F139F6DD92A8}" destId="{9E9AAC60-8992-4E67-95DD-291DD9D34A58}" srcOrd="0" destOrd="0" parTransId="{F551163B-CDD7-449B-8595-9CB196850CC9}" sibTransId="{F91B266E-BB74-487A-B063-EFBBF7CA9A26}"/>
    <dgm:cxn modelId="{147EE0AF-14D9-44FA-906E-38E379EB12F3}" type="presOf" srcId="{E39D12EA-9C3B-45CF-8CEC-BDA8CDC39AE5}" destId="{ED7BD2A0-1CC4-4F2D-9DA4-3586B0E66F27}" srcOrd="0" destOrd="2" presId="urn:microsoft.com/office/officeart/2005/8/layout/hList1"/>
    <dgm:cxn modelId="{C3DF68C8-89C2-4033-8CA8-CABBE88926E0}" type="presOf" srcId="{9E9AAC60-8992-4E67-95DD-291DD9D34A58}" destId="{AED67130-A954-4F40-9E8D-6E468BC6759A}" srcOrd="0" destOrd="0" presId="urn:microsoft.com/office/officeart/2005/8/layout/hList1"/>
    <dgm:cxn modelId="{4F73BFCD-38A1-4ACD-8CD1-3B9F59B2D02F}" type="presOf" srcId="{9686C140-8C92-435F-A11E-5E1133A7F6F6}" destId="{AED67130-A954-4F40-9E8D-6E468BC6759A}" srcOrd="0" destOrd="3" presId="urn:microsoft.com/office/officeart/2005/8/layout/hList1"/>
    <dgm:cxn modelId="{7DA897F6-C87D-4BE6-A811-78BE7B931DA4}" srcId="{7B6E90ED-5093-4FE2-A106-F139F6DD92A8}" destId="{84ADB174-6069-4992-8CFC-47BB3183008B}" srcOrd="1" destOrd="0" parTransId="{C5F79F43-AB5A-4E9F-A52B-33428F8C3691}" sibTransId="{5DB37C66-7A09-45B6-82D8-164ACC8FA1D0}"/>
    <dgm:cxn modelId="{9F80BCFD-91DD-4AA8-B6C8-86E66168784E}" type="presOf" srcId="{7897F144-4FD9-4A21-A5A3-E313434FC1C5}" destId="{AED0555B-6A95-4166-8C3B-99EE486D0602}" srcOrd="0" destOrd="0" presId="urn:microsoft.com/office/officeart/2005/8/layout/hList1"/>
    <dgm:cxn modelId="{69ED30B2-C885-4C5C-9477-19413FA10084}" type="presParOf" srcId="{AED0555B-6A95-4166-8C3B-99EE486D0602}" destId="{F5C7E600-0245-46AC-B077-1C2E41C7F752}" srcOrd="0" destOrd="0" presId="urn:microsoft.com/office/officeart/2005/8/layout/hList1"/>
    <dgm:cxn modelId="{3DD281F2-F5B4-4C75-A845-D7A29B8E58FA}" type="presParOf" srcId="{F5C7E600-0245-46AC-B077-1C2E41C7F752}" destId="{C6B9D3EF-8580-499A-9AC7-894798E556C7}" srcOrd="0" destOrd="0" presId="urn:microsoft.com/office/officeart/2005/8/layout/hList1"/>
    <dgm:cxn modelId="{B610D019-636B-489E-AE94-ED77AF55538A}" type="presParOf" srcId="{F5C7E600-0245-46AC-B077-1C2E41C7F752}" destId="{91DCBBD8-1261-418A-B036-0240CCED3147}" srcOrd="1" destOrd="0" presId="urn:microsoft.com/office/officeart/2005/8/layout/hList1"/>
    <dgm:cxn modelId="{8E01F6A2-D15D-4AD9-BD3D-12CD8A80E4A6}" type="presParOf" srcId="{AED0555B-6A95-4166-8C3B-99EE486D0602}" destId="{9A289971-1CCB-45B4-A2E9-9E76E634C8BF}" srcOrd="1" destOrd="0" presId="urn:microsoft.com/office/officeart/2005/8/layout/hList1"/>
    <dgm:cxn modelId="{633FCAD4-8FE4-4827-90A4-62129975C098}" type="presParOf" srcId="{AED0555B-6A95-4166-8C3B-99EE486D0602}" destId="{DD307DB2-F016-420F-A503-785081C86C2E}" srcOrd="2" destOrd="0" presId="urn:microsoft.com/office/officeart/2005/8/layout/hList1"/>
    <dgm:cxn modelId="{89E8E304-749C-4A5F-9380-3F78768A569D}" type="presParOf" srcId="{DD307DB2-F016-420F-A503-785081C86C2E}" destId="{FFD0985A-EB0B-45BD-9A72-473976114046}" srcOrd="0" destOrd="0" presId="urn:microsoft.com/office/officeart/2005/8/layout/hList1"/>
    <dgm:cxn modelId="{9BCA4300-232B-423F-8046-3754E5D0343F}" type="presParOf" srcId="{DD307DB2-F016-420F-A503-785081C86C2E}" destId="{ED7BD2A0-1CC4-4F2D-9DA4-3586B0E66F27}" srcOrd="1" destOrd="0" presId="urn:microsoft.com/office/officeart/2005/8/layout/hList1"/>
    <dgm:cxn modelId="{916F46F1-CE18-4F38-A275-3547B85FEA14}" type="presParOf" srcId="{AED0555B-6A95-4166-8C3B-99EE486D0602}" destId="{8F31CB7D-DF9C-41D9-AC2F-8A059453C50D}" srcOrd="3" destOrd="0" presId="urn:microsoft.com/office/officeart/2005/8/layout/hList1"/>
    <dgm:cxn modelId="{810CABA4-6ABF-40FE-840A-F6C8B63C2684}" type="presParOf" srcId="{AED0555B-6A95-4166-8C3B-99EE486D0602}" destId="{98428604-92EC-45D0-98A4-3079E19FFAC6}" srcOrd="4" destOrd="0" presId="urn:microsoft.com/office/officeart/2005/8/layout/hList1"/>
    <dgm:cxn modelId="{6C8B01E4-07D5-4253-89B0-BA84EB488E11}" type="presParOf" srcId="{98428604-92EC-45D0-98A4-3079E19FFAC6}" destId="{74E11C0B-6E13-4556-856C-DD7CE656CB72}" srcOrd="0" destOrd="0" presId="urn:microsoft.com/office/officeart/2005/8/layout/hList1"/>
    <dgm:cxn modelId="{848933D9-BC20-4F37-8021-0A74E91BD361}" type="presParOf" srcId="{98428604-92EC-45D0-98A4-3079E19FFAC6}" destId="{AED67130-A954-4F40-9E8D-6E468BC6759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filtros para mejorar entradas</a:t>
          </a:r>
          <a:endParaRPr lang="es-CO" noProof="0" dirty="0">
            <a:solidFill>
              <a:schemeClr val="bg1"/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salidas</a:t>
          </a:r>
          <a:endParaRPr lang="es-CO" noProof="0" dirty="0">
            <a:solidFill>
              <a:schemeClr val="bg1"/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E707B70-A06E-47C1-AC73-1BFDC96A834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71EC6B-4110-48B5-AC9E-9008553C49BE}">
      <dgm:prSet phldrT="[Texto]"/>
      <dgm:spPr>
        <a:solidFill>
          <a:srgbClr val="5A5A5A"/>
        </a:solidFill>
        <a:ln>
          <a:noFill/>
        </a:ln>
      </dgm:spPr>
      <dgm:t>
        <a:bodyPr/>
        <a:lstStyle/>
        <a:p>
          <a:r>
            <a:rPr lang="es-CO" noProof="0" dirty="0" err="1"/>
            <a:t>Martingale</a:t>
          </a:r>
          <a:endParaRPr lang="es-CO" noProof="0" dirty="0"/>
        </a:p>
      </dgm:t>
    </dgm:pt>
    <dgm:pt modelId="{CE25D5BC-32D6-4D31-B0C7-816DF9D0976F}" type="parTrans" cxnId="{31622DCF-416E-49FD-B64B-2DA1273F4B6C}">
      <dgm:prSet/>
      <dgm:spPr/>
      <dgm:t>
        <a:bodyPr/>
        <a:lstStyle/>
        <a:p>
          <a:endParaRPr lang="en-US"/>
        </a:p>
      </dgm:t>
    </dgm:pt>
    <dgm:pt modelId="{3EB1440C-8149-4FD0-85E3-8550A9E669A6}" type="sibTrans" cxnId="{31622DCF-416E-49FD-B64B-2DA1273F4B6C}">
      <dgm:prSet/>
      <dgm:spPr/>
      <dgm:t>
        <a:bodyPr/>
        <a:lstStyle/>
        <a:p>
          <a:endParaRPr lang="en-US"/>
        </a:p>
      </dgm:t>
    </dgm:pt>
    <dgm:pt modelId="{82F45B5D-DBD6-4ECF-9E13-B3435AA2C5EE}">
      <dgm:prSet phldrT="[Texto]"/>
      <dgm:spPr>
        <a:solidFill>
          <a:srgbClr val="5A5A5A"/>
        </a:solidFill>
        <a:ln>
          <a:noFill/>
        </a:ln>
      </dgm:spPr>
      <dgm:t>
        <a:bodyPr/>
        <a:lstStyle/>
        <a:p>
          <a:r>
            <a:rPr lang="es-CO" noProof="0" dirty="0"/>
            <a:t>Anti </a:t>
          </a:r>
          <a:r>
            <a:rPr lang="es-CO" noProof="0" dirty="0" err="1"/>
            <a:t>martingale</a:t>
          </a:r>
          <a:endParaRPr lang="es-CO" noProof="0" dirty="0"/>
        </a:p>
      </dgm:t>
    </dgm:pt>
    <dgm:pt modelId="{4893E198-DA37-41A6-993D-2F8BD8A4E230}" type="parTrans" cxnId="{7BD9930A-BC2C-495D-ADC8-11D84D05402E}">
      <dgm:prSet/>
      <dgm:spPr/>
      <dgm:t>
        <a:bodyPr/>
        <a:lstStyle/>
        <a:p>
          <a:endParaRPr lang="en-US"/>
        </a:p>
      </dgm:t>
    </dgm:pt>
    <dgm:pt modelId="{EFC0D167-9F09-4F46-BB82-958966E2CAB5}" type="sibTrans" cxnId="{7BD9930A-BC2C-495D-ADC8-11D84D05402E}">
      <dgm:prSet/>
      <dgm:spPr/>
      <dgm:t>
        <a:bodyPr/>
        <a:lstStyle/>
        <a:p>
          <a:endParaRPr lang="en-US"/>
        </a:p>
      </dgm:t>
    </dgm:pt>
    <dgm:pt modelId="{27BE7AA2-B8C6-4028-AC8C-E41D9FEFB29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r>
            <a:rPr lang="es-CO" noProof="0" dirty="0"/>
            <a:t>Aumenta la ganancia luego de una ganada</a:t>
          </a:r>
        </a:p>
      </dgm:t>
    </dgm:pt>
    <dgm:pt modelId="{FA8EF0C1-F3F7-4CF1-92C2-53023837AAF0}" type="parTrans" cxnId="{1828FF46-76A5-496B-A8BF-616DA7E4FA7A}">
      <dgm:prSet/>
      <dgm:spPr/>
      <dgm:t>
        <a:bodyPr/>
        <a:lstStyle/>
        <a:p>
          <a:endParaRPr lang="en-US"/>
        </a:p>
      </dgm:t>
    </dgm:pt>
    <dgm:pt modelId="{E53ECFDE-0AD0-4415-8B68-F4639F5BA485}" type="sibTrans" cxnId="{1828FF46-76A5-496B-A8BF-616DA7E4FA7A}">
      <dgm:prSet/>
      <dgm:spPr/>
      <dgm:t>
        <a:bodyPr/>
        <a:lstStyle/>
        <a:p>
          <a:endParaRPr lang="en-US"/>
        </a:p>
      </dgm:t>
    </dgm:pt>
    <dgm:pt modelId="{39A42D58-DA86-4A90-8312-401A794591E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r>
            <a:rPr lang="es-CO" noProof="0" dirty="0"/>
            <a:t>Aumentar el tamaño cuando el </a:t>
          </a:r>
          <a:r>
            <a:rPr lang="es-CO" noProof="0" dirty="0" err="1"/>
            <a:t>equity</a:t>
          </a:r>
          <a:r>
            <a:rPr lang="es-CO" noProof="0" dirty="0"/>
            <a:t> sube o baja por debajo de un promedio móvil</a:t>
          </a:r>
        </a:p>
      </dgm:t>
    </dgm:pt>
    <dgm:pt modelId="{4C6B48B4-ED17-41F4-A3A0-4FCEAC26D6AB}" type="parTrans" cxnId="{8295CB15-8C36-4B52-AE6F-E51962F5FCB6}">
      <dgm:prSet/>
      <dgm:spPr/>
      <dgm:t>
        <a:bodyPr/>
        <a:lstStyle/>
        <a:p>
          <a:endParaRPr lang="en-US"/>
        </a:p>
      </dgm:t>
    </dgm:pt>
    <dgm:pt modelId="{36A1067D-6BC4-46C8-8307-220FA53F3952}" type="sibTrans" cxnId="{8295CB15-8C36-4B52-AE6F-E51962F5FCB6}">
      <dgm:prSet/>
      <dgm:spPr/>
      <dgm:t>
        <a:bodyPr/>
        <a:lstStyle/>
        <a:p>
          <a:endParaRPr lang="en-US"/>
        </a:p>
      </dgm:t>
    </dgm:pt>
    <dgm:pt modelId="{BDA60348-78C5-4773-BE4D-1AB90830667E}">
      <dgm:prSet phldrT="[Texto]"/>
      <dgm:spPr>
        <a:solidFill>
          <a:srgbClr val="5A5A5A"/>
        </a:solidFill>
        <a:ln>
          <a:noFill/>
        </a:ln>
      </dgm:spPr>
      <dgm:t>
        <a:bodyPr/>
        <a:lstStyle/>
        <a:p>
          <a:r>
            <a:rPr lang="es-CO" noProof="0" dirty="0" err="1"/>
            <a:t>Equity</a:t>
          </a:r>
          <a:r>
            <a:rPr lang="es-CO" noProof="0" dirty="0"/>
            <a:t> Curve </a:t>
          </a:r>
          <a:r>
            <a:rPr lang="es-CO" noProof="0" dirty="0" err="1"/>
            <a:t>methods</a:t>
          </a:r>
          <a:endParaRPr lang="es-CO" noProof="0" dirty="0"/>
        </a:p>
      </dgm:t>
    </dgm:pt>
    <dgm:pt modelId="{2A0ACD4D-30EB-4789-83E9-DD7876530828}" type="parTrans" cxnId="{2701CA5C-7EDD-4B80-A93B-5B8A650C249F}">
      <dgm:prSet/>
      <dgm:spPr/>
      <dgm:t>
        <a:bodyPr/>
        <a:lstStyle/>
        <a:p>
          <a:endParaRPr lang="en-US"/>
        </a:p>
      </dgm:t>
    </dgm:pt>
    <dgm:pt modelId="{AD989A07-B6C2-407E-A2A7-6A43AC04CC6E}" type="sibTrans" cxnId="{2701CA5C-7EDD-4B80-A93B-5B8A650C249F}">
      <dgm:prSet/>
      <dgm:spPr/>
      <dgm:t>
        <a:bodyPr/>
        <a:lstStyle/>
        <a:p>
          <a:endParaRPr lang="en-US"/>
        </a:p>
      </dgm:t>
    </dgm:pt>
    <dgm:pt modelId="{FA5DC729-00CC-4843-BF9E-041453EA9BF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r>
            <a:rPr lang="es-CO" noProof="0" dirty="0"/>
            <a:t>Aumentar el tamaño luego de una perdida</a:t>
          </a:r>
        </a:p>
      </dgm:t>
    </dgm:pt>
    <dgm:pt modelId="{73BB321C-388B-4DCF-9E6B-B0D146181191}" type="parTrans" cxnId="{94230CA0-CC0B-43ED-9F4A-B0B7CEA09AE9}">
      <dgm:prSet/>
      <dgm:spPr/>
      <dgm:t>
        <a:bodyPr/>
        <a:lstStyle/>
        <a:p>
          <a:endParaRPr lang="en-US"/>
        </a:p>
      </dgm:t>
    </dgm:pt>
    <dgm:pt modelId="{1AE491CB-2256-471D-88C4-55E5BABBA07D}" type="sibTrans" cxnId="{94230CA0-CC0B-43ED-9F4A-B0B7CEA09AE9}">
      <dgm:prSet/>
      <dgm:spPr/>
      <dgm:t>
        <a:bodyPr/>
        <a:lstStyle/>
        <a:p>
          <a:endParaRPr lang="en-US"/>
        </a:p>
      </dgm:t>
    </dgm:pt>
    <dgm:pt modelId="{936DD767-C32C-40B1-8FA4-662602EDECB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r>
            <a:rPr lang="es-CO" noProof="0" dirty="0"/>
            <a:t>Gana todas las perdidas después de una ganada</a:t>
          </a:r>
        </a:p>
      </dgm:t>
    </dgm:pt>
    <dgm:pt modelId="{4337F480-7326-4CF0-909B-CF1156891335}" type="parTrans" cxnId="{307ED065-FFE4-452A-B751-4310F9C3C84C}">
      <dgm:prSet/>
      <dgm:spPr/>
      <dgm:t>
        <a:bodyPr/>
        <a:lstStyle/>
        <a:p>
          <a:endParaRPr lang="en-US"/>
        </a:p>
      </dgm:t>
    </dgm:pt>
    <dgm:pt modelId="{CF9FB66D-6998-477D-B544-E5A5CE63A9D8}" type="sibTrans" cxnId="{307ED065-FFE4-452A-B751-4310F9C3C84C}">
      <dgm:prSet/>
      <dgm:spPr/>
      <dgm:t>
        <a:bodyPr/>
        <a:lstStyle/>
        <a:p>
          <a:endParaRPr lang="en-US"/>
        </a:p>
      </dgm:t>
    </dgm:pt>
    <dgm:pt modelId="{9B742F32-9274-4F26-8724-901C373D540C}">
      <dgm:prSet phldrT="[Texto]"/>
      <dgm:spPr>
        <a:solidFill>
          <a:srgbClr val="5A5A5A"/>
        </a:solidFill>
        <a:ln>
          <a:noFill/>
        </a:ln>
      </dgm:spPr>
      <dgm:t>
        <a:bodyPr/>
        <a:lstStyle/>
        <a:p>
          <a:r>
            <a:rPr lang="es-CO" noProof="0" dirty="0"/>
            <a:t>Tamaño fijo</a:t>
          </a:r>
        </a:p>
      </dgm:t>
    </dgm:pt>
    <dgm:pt modelId="{90338225-F12A-40C5-BB3C-2279432DA939}" type="parTrans" cxnId="{725F66F9-0FEF-4376-B110-52C112029672}">
      <dgm:prSet/>
      <dgm:spPr/>
      <dgm:t>
        <a:bodyPr/>
        <a:lstStyle/>
        <a:p>
          <a:endParaRPr lang="en-US"/>
        </a:p>
      </dgm:t>
    </dgm:pt>
    <dgm:pt modelId="{F649C3D3-262F-4C63-949D-C4B2519EAC05}" type="sibTrans" cxnId="{725F66F9-0FEF-4376-B110-52C112029672}">
      <dgm:prSet/>
      <dgm:spPr/>
      <dgm:t>
        <a:bodyPr/>
        <a:lstStyle/>
        <a:p>
          <a:endParaRPr lang="en-US"/>
        </a:p>
      </dgm:t>
    </dgm:pt>
    <dgm:pt modelId="{454DB93D-4843-46B5-89E3-53738DB7ABA2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r>
            <a:rPr lang="es-CO" noProof="0" dirty="0" err="1"/>
            <a:t>Trade_size</a:t>
          </a:r>
          <a:r>
            <a:rPr lang="es-CO" noProof="0" dirty="0"/>
            <a:t>= % riesgo*</a:t>
          </a:r>
          <a:r>
            <a:rPr lang="es-CO" noProof="0" dirty="0" err="1"/>
            <a:t>wealth</a:t>
          </a:r>
          <a:r>
            <a:rPr lang="es-CO" noProof="0" dirty="0"/>
            <a:t>/</a:t>
          </a:r>
          <a:r>
            <a:rPr lang="es-CO" noProof="0" dirty="0" err="1"/>
            <a:t>trade</a:t>
          </a:r>
          <a:r>
            <a:rPr lang="es-CO" noProof="0" dirty="0"/>
            <a:t> </a:t>
          </a:r>
          <a:r>
            <a:rPr lang="es-CO" noProof="0" dirty="0" err="1"/>
            <a:t>risk</a:t>
          </a:r>
          <a:endParaRPr lang="es-CO" noProof="0" dirty="0"/>
        </a:p>
      </dgm:t>
    </dgm:pt>
    <dgm:pt modelId="{7C1FA1F3-6354-4F64-AFB2-31E76B459D5B}" type="parTrans" cxnId="{CD012306-89E2-4535-BFE9-358140020855}">
      <dgm:prSet/>
      <dgm:spPr/>
      <dgm:t>
        <a:bodyPr/>
        <a:lstStyle/>
        <a:p>
          <a:endParaRPr lang="en-US"/>
        </a:p>
      </dgm:t>
    </dgm:pt>
    <dgm:pt modelId="{A218464C-BE42-49E6-9A21-BBC33BD7BF20}" type="sibTrans" cxnId="{CD012306-89E2-4535-BFE9-358140020855}">
      <dgm:prSet/>
      <dgm:spPr/>
      <dgm:t>
        <a:bodyPr/>
        <a:lstStyle/>
        <a:p>
          <a:endParaRPr lang="en-US"/>
        </a:p>
      </dgm:t>
    </dgm:pt>
    <dgm:pt modelId="{22416A25-E2BA-41F7-BE3A-7017B024EE82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r>
            <a:rPr lang="es-CO" noProof="0" dirty="0"/>
            <a:t>Aumentar el tamaño de la posición, únicamente cuando el ingreso supere un delta </a:t>
          </a:r>
        </a:p>
      </dgm:t>
    </dgm:pt>
    <dgm:pt modelId="{C56F10CA-97E2-4232-B1F0-C89727F62AC2}" type="parTrans" cxnId="{7ECD8A1F-FF8C-4485-970F-4EC3097947A0}">
      <dgm:prSet/>
      <dgm:spPr/>
      <dgm:t>
        <a:bodyPr/>
        <a:lstStyle/>
        <a:p>
          <a:endParaRPr lang="en-US"/>
        </a:p>
      </dgm:t>
    </dgm:pt>
    <dgm:pt modelId="{48E3AAD6-C585-4879-9F24-87BBDB38C459}" type="sibTrans" cxnId="{7ECD8A1F-FF8C-4485-970F-4EC3097947A0}">
      <dgm:prSet/>
      <dgm:spPr/>
      <dgm:t>
        <a:bodyPr/>
        <a:lstStyle/>
        <a:p>
          <a:endParaRPr lang="en-US"/>
        </a:p>
      </dgm:t>
    </dgm:pt>
    <dgm:pt modelId="{72C6B490-A2C0-4F0F-AC80-71A09C525865}">
      <dgm:prSet phldrT="[Texto]"/>
      <dgm:spPr>
        <a:solidFill>
          <a:srgbClr val="5A5A5A"/>
        </a:solidFill>
        <a:ln>
          <a:noFill/>
        </a:ln>
      </dgm:spPr>
      <dgm:t>
        <a:bodyPr/>
        <a:lstStyle/>
        <a:p>
          <a:r>
            <a:rPr lang="es-CO" noProof="0" dirty="0"/>
            <a:t>Razón de riesgo proporcional </a:t>
          </a:r>
        </a:p>
      </dgm:t>
    </dgm:pt>
    <dgm:pt modelId="{4B9486D0-9ADC-420A-88A4-6E0FCBDE1357}" type="parTrans" cxnId="{C959CEF0-D743-4F6B-ACF8-99054E590EF4}">
      <dgm:prSet/>
      <dgm:spPr/>
      <dgm:t>
        <a:bodyPr/>
        <a:lstStyle/>
        <a:p>
          <a:endParaRPr lang="en-US"/>
        </a:p>
      </dgm:t>
    </dgm:pt>
    <dgm:pt modelId="{0B64677B-5A2A-44AA-89E5-721083C8B91A}" type="sibTrans" cxnId="{C959CEF0-D743-4F6B-ACF8-99054E590EF4}">
      <dgm:prSet/>
      <dgm:spPr/>
      <dgm:t>
        <a:bodyPr/>
        <a:lstStyle/>
        <a:p>
          <a:endParaRPr lang="en-US"/>
        </a:p>
      </dgm:t>
    </dgm:pt>
    <dgm:pt modelId="{5983B4BB-4E1E-4F65-8BAB-E72692F40FB4}" type="pres">
      <dgm:prSet presAssocID="{CE707B70-A06E-47C1-AC73-1BFDC96A8342}" presName="Name0" presStyleCnt="0">
        <dgm:presLayoutVars>
          <dgm:dir/>
          <dgm:animLvl val="lvl"/>
          <dgm:resizeHandles val="exact"/>
        </dgm:presLayoutVars>
      </dgm:prSet>
      <dgm:spPr/>
    </dgm:pt>
    <dgm:pt modelId="{44F18E2D-1DF8-4B1C-901E-3DE47891E4FE}" type="pres">
      <dgm:prSet presAssocID="{B571EC6B-4110-48B5-AC9E-9008553C49BE}" presName="composite" presStyleCnt="0"/>
      <dgm:spPr/>
    </dgm:pt>
    <dgm:pt modelId="{33EDCDEA-4124-4D0A-B5EB-D4AE5CCD41D9}" type="pres">
      <dgm:prSet presAssocID="{B571EC6B-4110-48B5-AC9E-9008553C49BE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E3D88FA-480E-4015-8C11-C4902488E3E6}" type="pres">
      <dgm:prSet presAssocID="{B571EC6B-4110-48B5-AC9E-9008553C49BE}" presName="desTx" presStyleLbl="alignAccFollowNode1" presStyleIdx="0" presStyleCnt="5">
        <dgm:presLayoutVars>
          <dgm:bulletEnabled val="1"/>
        </dgm:presLayoutVars>
      </dgm:prSet>
      <dgm:spPr/>
    </dgm:pt>
    <dgm:pt modelId="{D5B87355-97EF-4BBB-936D-3D2409442E23}" type="pres">
      <dgm:prSet presAssocID="{3EB1440C-8149-4FD0-85E3-8550A9E669A6}" presName="space" presStyleCnt="0"/>
      <dgm:spPr/>
    </dgm:pt>
    <dgm:pt modelId="{7CFA167E-BE0C-4266-B978-D1A337C20C79}" type="pres">
      <dgm:prSet presAssocID="{82F45B5D-DBD6-4ECF-9E13-B3435AA2C5EE}" presName="composite" presStyleCnt="0"/>
      <dgm:spPr/>
    </dgm:pt>
    <dgm:pt modelId="{073EFFC4-A0BE-4DA8-AD8C-AFC631A1E6FA}" type="pres">
      <dgm:prSet presAssocID="{82F45B5D-DBD6-4ECF-9E13-B3435AA2C5EE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F87F6734-96D9-4C5F-87DD-CC77ECB4978E}" type="pres">
      <dgm:prSet presAssocID="{82F45B5D-DBD6-4ECF-9E13-B3435AA2C5EE}" presName="desTx" presStyleLbl="alignAccFollowNode1" presStyleIdx="1" presStyleCnt="5">
        <dgm:presLayoutVars>
          <dgm:bulletEnabled val="1"/>
        </dgm:presLayoutVars>
      </dgm:prSet>
      <dgm:spPr/>
    </dgm:pt>
    <dgm:pt modelId="{968AF667-A265-465E-8082-D69E3A1E69E7}" type="pres">
      <dgm:prSet presAssocID="{EFC0D167-9F09-4F46-BB82-958966E2CAB5}" presName="space" presStyleCnt="0"/>
      <dgm:spPr/>
    </dgm:pt>
    <dgm:pt modelId="{411FF339-74AF-44C9-86F3-F9368311B957}" type="pres">
      <dgm:prSet presAssocID="{BDA60348-78C5-4773-BE4D-1AB90830667E}" presName="composite" presStyleCnt="0"/>
      <dgm:spPr/>
    </dgm:pt>
    <dgm:pt modelId="{5A853A46-808F-44DE-9DAD-5BAE529EB303}" type="pres">
      <dgm:prSet presAssocID="{BDA60348-78C5-4773-BE4D-1AB90830667E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0CFE5F0E-2286-4D21-9EA7-59037F61BAD0}" type="pres">
      <dgm:prSet presAssocID="{BDA60348-78C5-4773-BE4D-1AB90830667E}" presName="desTx" presStyleLbl="alignAccFollowNode1" presStyleIdx="2" presStyleCnt="5">
        <dgm:presLayoutVars>
          <dgm:bulletEnabled val="1"/>
        </dgm:presLayoutVars>
      </dgm:prSet>
      <dgm:spPr/>
    </dgm:pt>
    <dgm:pt modelId="{1D30B960-F7AB-4BC8-9AE6-6B1DFD353873}" type="pres">
      <dgm:prSet presAssocID="{AD989A07-B6C2-407E-A2A7-6A43AC04CC6E}" presName="space" presStyleCnt="0"/>
      <dgm:spPr/>
    </dgm:pt>
    <dgm:pt modelId="{6A27938F-1640-4AD0-9B07-D51E13D6FDFF}" type="pres">
      <dgm:prSet presAssocID="{9B742F32-9274-4F26-8724-901C373D540C}" presName="composite" presStyleCnt="0"/>
      <dgm:spPr/>
    </dgm:pt>
    <dgm:pt modelId="{64D7F46C-B9DD-4853-84B3-86A37A26FD07}" type="pres">
      <dgm:prSet presAssocID="{9B742F32-9274-4F26-8724-901C373D540C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3C68A409-89EE-481D-BCB5-A3CCA8E918ED}" type="pres">
      <dgm:prSet presAssocID="{9B742F32-9274-4F26-8724-901C373D540C}" presName="desTx" presStyleLbl="alignAccFollowNode1" presStyleIdx="3" presStyleCnt="5">
        <dgm:presLayoutVars>
          <dgm:bulletEnabled val="1"/>
        </dgm:presLayoutVars>
      </dgm:prSet>
      <dgm:spPr/>
    </dgm:pt>
    <dgm:pt modelId="{517AFA6D-8AB7-4B76-98A6-DE09BBC60342}" type="pres">
      <dgm:prSet presAssocID="{F649C3D3-262F-4C63-949D-C4B2519EAC05}" presName="space" presStyleCnt="0"/>
      <dgm:spPr/>
    </dgm:pt>
    <dgm:pt modelId="{368EC679-BA61-460C-B085-32AC44515F74}" type="pres">
      <dgm:prSet presAssocID="{72C6B490-A2C0-4F0F-AC80-71A09C525865}" presName="composite" presStyleCnt="0"/>
      <dgm:spPr/>
    </dgm:pt>
    <dgm:pt modelId="{CC23F182-7343-4295-B9A4-19D891B1F12E}" type="pres">
      <dgm:prSet presAssocID="{72C6B490-A2C0-4F0F-AC80-71A09C52586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2AC50E3B-8F50-4C91-8DA2-819D957948D5}" type="pres">
      <dgm:prSet presAssocID="{72C6B490-A2C0-4F0F-AC80-71A09C525865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CD012306-89E2-4535-BFE9-358140020855}" srcId="{9B742F32-9274-4F26-8724-901C373D540C}" destId="{454DB93D-4843-46B5-89E3-53738DB7ABA2}" srcOrd="0" destOrd="0" parTransId="{7C1FA1F3-6354-4F64-AFB2-31E76B459D5B}" sibTransId="{A218464C-BE42-49E6-9A21-BBC33BD7BF20}"/>
    <dgm:cxn modelId="{7BD9930A-BC2C-495D-ADC8-11D84D05402E}" srcId="{CE707B70-A06E-47C1-AC73-1BFDC96A8342}" destId="{82F45B5D-DBD6-4ECF-9E13-B3435AA2C5EE}" srcOrd="1" destOrd="0" parTransId="{4893E198-DA37-41A6-993D-2F8BD8A4E230}" sibTransId="{EFC0D167-9F09-4F46-BB82-958966E2CAB5}"/>
    <dgm:cxn modelId="{8295CB15-8C36-4B52-AE6F-E51962F5FCB6}" srcId="{BDA60348-78C5-4773-BE4D-1AB90830667E}" destId="{39A42D58-DA86-4A90-8312-401A794591E1}" srcOrd="0" destOrd="0" parTransId="{4C6B48B4-ED17-41F4-A3A0-4FCEAC26D6AB}" sibTransId="{36A1067D-6BC4-46C8-8307-220FA53F3952}"/>
    <dgm:cxn modelId="{7ECD8A1F-FF8C-4485-970F-4EC3097947A0}" srcId="{72C6B490-A2C0-4F0F-AC80-71A09C525865}" destId="{22416A25-E2BA-41F7-BE3A-7017B024EE82}" srcOrd="0" destOrd="0" parTransId="{C56F10CA-97E2-4232-B1F0-C89727F62AC2}" sibTransId="{48E3AAD6-C585-4879-9F24-87BBDB38C459}"/>
    <dgm:cxn modelId="{9AE02837-07D2-4863-9019-BD7283550DD8}" type="presOf" srcId="{22416A25-E2BA-41F7-BE3A-7017B024EE82}" destId="{2AC50E3B-8F50-4C91-8DA2-819D957948D5}" srcOrd="0" destOrd="0" presId="urn:microsoft.com/office/officeart/2005/8/layout/hList1"/>
    <dgm:cxn modelId="{0AE6663A-01E7-4CE1-8832-1F93BFBFB871}" type="presOf" srcId="{72C6B490-A2C0-4F0F-AC80-71A09C525865}" destId="{CC23F182-7343-4295-B9A4-19D891B1F12E}" srcOrd="0" destOrd="0" presId="urn:microsoft.com/office/officeart/2005/8/layout/hList1"/>
    <dgm:cxn modelId="{DE92153B-2D6A-4E40-8906-E2D134F70C7A}" type="presOf" srcId="{936DD767-C32C-40B1-8FA4-662602EDECBB}" destId="{2E3D88FA-480E-4015-8C11-C4902488E3E6}" srcOrd="0" destOrd="1" presId="urn:microsoft.com/office/officeart/2005/8/layout/hList1"/>
    <dgm:cxn modelId="{CBF1F83B-38A0-49CD-B5CA-BA33DD8EFBE8}" type="presOf" srcId="{82F45B5D-DBD6-4ECF-9E13-B3435AA2C5EE}" destId="{073EFFC4-A0BE-4DA8-AD8C-AFC631A1E6FA}" srcOrd="0" destOrd="0" presId="urn:microsoft.com/office/officeart/2005/8/layout/hList1"/>
    <dgm:cxn modelId="{2701CA5C-7EDD-4B80-A93B-5B8A650C249F}" srcId="{CE707B70-A06E-47C1-AC73-1BFDC96A8342}" destId="{BDA60348-78C5-4773-BE4D-1AB90830667E}" srcOrd="2" destOrd="0" parTransId="{2A0ACD4D-30EB-4789-83E9-DD7876530828}" sibTransId="{AD989A07-B6C2-407E-A2A7-6A43AC04CC6E}"/>
    <dgm:cxn modelId="{307ED065-FFE4-452A-B751-4310F9C3C84C}" srcId="{B571EC6B-4110-48B5-AC9E-9008553C49BE}" destId="{936DD767-C32C-40B1-8FA4-662602EDECBB}" srcOrd="1" destOrd="0" parTransId="{4337F480-7326-4CF0-909B-CF1156891335}" sibTransId="{CF9FB66D-6998-477D-B544-E5A5CE63A9D8}"/>
    <dgm:cxn modelId="{1828FF46-76A5-496B-A8BF-616DA7E4FA7A}" srcId="{82F45B5D-DBD6-4ECF-9E13-B3435AA2C5EE}" destId="{27BE7AA2-B8C6-4028-AC8C-E41D9FEFB29C}" srcOrd="0" destOrd="0" parTransId="{FA8EF0C1-F3F7-4CF1-92C2-53023837AAF0}" sibTransId="{E53ECFDE-0AD0-4415-8B68-F4639F5BA485}"/>
    <dgm:cxn modelId="{1B522E49-8D38-4D80-860E-EDC883D0AD97}" type="presOf" srcId="{FA5DC729-00CC-4843-BF9E-041453EA9BFC}" destId="{2E3D88FA-480E-4015-8C11-C4902488E3E6}" srcOrd="0" destOrd="0" presId="urn:microsoft.com/office/officeart/2005/8/layout/hList1"/>
    <dgm:cxn modelId="{C8668D49-9284-428A-BDFE-42FB173ADDE0}" type="presOf" srcId="{454DB93D-4843-46B5-89E3-53738DB7ABA2}" destId="{3C68A409-89EE-481D-BCB5-A3CCA8E918ED}" srcOrd="0" destOrd="0" presId="urn:microsoft.com/office/officeart/2005/8/layout/hList1"/>
    <dgm:cxn modelId="{0ECBA58F-F3E0-492C-B953-1FFD614C74AE}" type="presOf" srcId="{BDA60348-78C5-4773-BE4D-1AB90830667E}" destId="{5A853A46-808F-44DE-9DAD-5BAE529EB303}" srcOrd="0" destOrd="0" presId="urn:microsoft.com/office/officeart/2005/8/layout/hList1"/>
    <dgm:cxn modelId="{CEFDB99F-87CE-4785-96E3-21CE327E7C5A}" type="presOf" srcId="{9B742F32-9274-4F26-8724-901C373D540C}" destId="{64D7F46C-B9DD-4853-84B3-86A37A26FD07}" srcOrd="0" destOrd="0" presId="urn:microsoft.com/office/officeart/2005/8/layout/hList1"/>
    <dgm:cxn modelId="{94230CA0-CC0B-43ED-9F4A-B0B7CEA09AE9}" srcId="{B571EC6B-4110-48B5-AC9E-9008553C49BE}" destId="{FA5DC729-00CC-4843-BF9E-041453EA9BFC}" srcOrd="0" destOrd="0" parTransId="{73BB321C-388B-4DCF-9E6B-B0D146181191}" sibTransId="{1AE491CB-2256-471D-88C4-55E5BABBA07D}"/>
    <dgm:cxn modelId="{B7B495BD-65AF-4902-A05D-4A32F2AB832C}" type="presOf" srcId="{CE707B70-A06E-47C1-AC73-1BFDC96A8342}" destId="{5983B4BB-4E1E-4F65-8BAB-E72692F40FB4}" srcOrd="0" destOrd="0" presId="urn:microsoft.com/office/officeart/2005/8/layout/hList1"/>
    <dgm:cxn modelId="{30DFA0C0-9E4F-4A24-9A0B-85674BDFFFEE}" type="presOf" srcId="{39A42D58-DA86-4A90-8312-401A794591E1}" destId="{0CFE5F0E-2286-4D21-9EA7-59037F61BAD0}" srcOrd="0" destOrd="0" presId="urn:microsoft.com/office/officeart/2005/8/layout/hList1"/>
    <dgm:cxn modelId="{0C72A7C6-7A2A-42D4-9F20-92AA8D522B96}" type="presOf" srcId="{B571EC6B-4110-48B5-AC9E-9008553C49BE}" destId="{33EDCDEA-4124-4D0A-B5EB-D4AE5CCD41D9}" srcOrd="0" destOrd="0" presId="urn:microsoft.com/office/officeart/2005/8/layout/hList1"/>
    <dgm:cxn modelId="{31622DCF-416E-49FD-B64B-2DA1273F4B6C}" srcId="{CE707B70-A06E-47C1-AC73-1BFDC96A8342}" destId="{B571EC6B-4110-48B5-AC9E-9008553C49BE}" srcOrd="0" destOrd="0" parTransId="{CE25D5BC-32D6-4D31-B0C7-816DF9D0976F}" sibTransId="{3EB1440C-8149-4FD0-85E3-8550A9E669A6}"/>
    <dgm:cxn modelId="{C959CEF0-D743-4F6B-ACF8-99054E590EF4}" srcId="{CE707B70-A06E-47C1-AC73-1BFDC96A8342}" destId="{72C6B490-A2C0-4F0F-AC80-71A09C525865}" srcOrd="4" destOrd="0" parTransId="{4B9486D0-9ADC-420A-88A4-6E0FCBDE1357}" sibTransId="{0B64677B-5A2A-44AA-89E5-721083C8B91A}"/>
    <dgm:cxn modelId="{5DA340F9-208B-4C50-95B6-BD9295958A79}" type="presOf" srcId="{27BE7AA2-B8C6-4028-AC8C-E41D9FEFB29C}" destId="{F87F6734-96D9-4C5F-87DD-CC77ECB4978E}" srcOrd="0" destOrd="0" presId="urn:microsoft.com/office/officeart/2005/8/layout/hList1"/>
    <dgm:cxn modelId="{725F66F9-0FEF-4376-B110-52C112029672}" srcId="{CE707B70-A06E-47C1-AC73-1BFDC96A8342}" destId="{9B742F32-9274-4F26-8724-901C373D540C}" srcOrd="3" destOrd="0" parTransId="{90338225-F12A-40C5-BB3C-2279432DA939}" sibTransId="{F649C3D3-262F-4C63-949D-C4B2519EAC05}"/>
    <dgm:cxn modelId="{BF68CAF1-5DF0-4459-AA15-20278CC41100}" type="presParOf" srcId="{5983B4BB-4E1E-4F65-8BAB-E72692F40FB4}" destId="{44F18E2D-1DF8-4B1C-901E-3DE47891E4FE}" srcOrd="0" destOrd="0" presId="urn:microsoft.com/office/officeart/2005/8/layout/hList1"/>
    <dgm:cxn modelId="{176CDC95-DCE2-4123-B114-4D9B8FBDC722}" type="presParOf" srcId="{44F18E2D-1DF8-4B1C-901E-3DE47891E4FE}" destId="{33EDCDEA-4124-4D0A-B5EB-D4AE5CCD41D9}" srcOrd="0" destOrd="0" presId="urn:microsoft.com/office/officeart/2005/8/layout/hList1"/>
    <dgm:cxn modelId="{4AC02571-D75B-4C94-A935-BFFBC47E37CE}" type="presParOf" srcId="{44F18E2D-1DF8-4B1C-901E-3DE47891E4FE}" destId="{2E3D88FA-480E-4015-8C11-C4902488E3E6}" srcOrd="1" destOrd="0" presId="urn:microsoft.com/office/officeart/2005/8/layout/hList1"/>
    <dgm:cxn modelId="{B1C78162-6C26-41F1-85F1-C23CF6F804C5}" type="presParOf" srcId="{5983B4BB-4E1E-4F65-8BAB-E72692F40FB4}" destId="{D5B87355-97EF-4BBB-936D-3D2409442E23}" srcOrd="1" destOrd="0" presId="urn:microsoft.com/office/officeart/2005/8/layout/hList1"/>
    <dgm:cxn modelId="{E3C864CF-A657-4446-B13B-BE83F26D74D2}" type="presParOf" srcId="{5983B4BB-4E1E-4F65-8BAB-E72692F40FB4}" destId="{7CFA167E-BE0C-4266-B978-D1A337C20C79}" srcOrd="2" destOrd="0" presId="urn:microsoft.com/office/officeart/2005/8/layout/hList1"/>
    <dgm:cxn modelId="{D8A67605-2EDA-4378-BDD7-2636BC02A669}" type="presParOf" srcId="{7CFA167E-BE0C-4266-B978-D1A337C20C79}" destId="{073EFFC4-A0BE-4DA8-AD8C-AFC631A1E6FA}" srcOrd="0" destOrd="0" presId="urn:microsoft.com/office/officeart/2005/8/layout/hList1"/>
    <dgm:cxn modelId="{E328BB47-ECBB-4DF3-9AD1-02F6A489D3F5}" type="presParOf" srcId="{7CFA167E-BE0C-4266-B978-D1A337C20C79}" destId="{F87F6734-96D9-4C5F-87DD-CC77ECB4978E}" srcOrd="1" destOrd="0" presId="urn:microsoft.com/office/officeart/2005/8/layout/hList1"/>
    <dgm:cxn modelId="{5DFCEF39-4F58-4549-99B7-8697745E4FFA}" type="presParOf" srcId="{5983B4BB-4E1E-4F65-8BAB-E72692F40FB4}" destId="{968AF667-A265-465E-8082-D69E3A1E69E7}" srcOrd="3" destOrd="0" presId="urn:microsoft.com/office/officeart/2005/8/layout/hList1"/>
    <dgm:cxn modelId="{3E53B9F0-E155-4E68-9544-D6E425FB5DDC}" type="presParOf" srcId="{5983B4BB-4E1E-4F65-8BAB-E72692F40FB4}" destId="{411FF339-74AF-44C9-86F3-F9368311B957}" srcOrd="4" destOrd="0" presId="urn:microsoft.com/office/officeart/2005/8/layout/hList1"/>
    <dgm:cxn modelId="{2206B8A1-EEEF-4254-898A-38FE5A5EA742}" type="presParOf" srcId="{411FF339-74AF-44C9-86F3-F9368311B957}" destId="{5A853A46-808F-44DE-9DAD-5BAE529EB303}" srcOrd="0" destOrd="0" presId="urn:microsoft.com/office/officeart/2005/8/layout/hList1"/>
    <dgm:cxn modelId="{B2A19AE5-FFF3-4392-B7D8-96EDF529FCD8}" type="presParOf" srcId="{411FF339-74AF-44C9-86F3-F9368311B957}" destId="{0CFE5F0E-2286-4D21-9EA7-59037F61BAD0}" srcOrd="1" destOrd="0" presId="urn:microsoft.com/office/officeart/2005/8/layout/hList1"/>
    <dgm:cxn modelId="{96999CC9-5951-4630-95FA-E99DB2E297EC}" type="presParOf" srcId="{5983B4BB-4E1E-4F65-8BAB-E72692F40FB4}" destId="{1D30B960-F7AB-4BC8-9AE6-6B1DFD353873}" srcOrd="5" destOrd="0" presId="urn:microsoft.com/office/officeart/2005/8/layout/hList1"/>
    <dgm:cxn modelId="{8A1670EE-240E-4DCE-8975-F8AF2851A262}" type="presParOf" srcId="{5983B4BB-4E1E-4F65-8BAB-E72692F40FB4}" destId="{6A27938F-1640-4AD0-9B07-D51E13D6FDFF}" srcOrd="6" destOrd="0" presId="urn:microsoft.com/office/officeart/2005/8/layout/hList1"/>
    <dgm:cxn modelId="{193100F6-6715-4B91-971F-166AFB88A214}" type="presParOf" srcId="{6A27938F-1640-4AD0-9B07-D51E13D6FDFF}" destId="{64D7F46C-B9DD-4853-84B3-86A37A26FD07}" srcOrd="0" destOrd="0" presId="urn:microsoft.com/office/officeart/2005/8/layout/hList1"/>
    <dgm:cxn modelId="{F7E7FD06-A82A-4054-89EA-A19971B73565}" type="presParOf" srcId="{6A27938F-1640-4AD0-9B07-D51E13D6FDFF}" destId="{3C68A409-89EE-481D-BCB5-A3CCA8E918ED}" srcOrd="1" destOrd="0" presId="urn:microsoft.com/office/officeart/2005/8/layout/hList1"/>
    <dgm:cxn modelId="{8CB8C35A-83B3-4C86-B8EB-132329A0FCD2}" type="presParOf" srcId="{5983B4BB-4E1E-4F65-8BAB-E72692F40FB4}" destId="{517AFA6D-8AB7-4B76-98A6-DE09BBC60342}" srcOrd="7" destOrd="0" presId="urn:microsoft.com/office/officeart/2005/8/layout/hList1"/>
    <dgm:cxn modelId="{6BC7773A-E886-4FA4-90B6-AB97D348618C}" type="presParOf" srcId="{5983B4BB-4E1E-4F65-8BAB-E72692F40FB4}" destId="{368EC679-BA61-460C-B085-32AC44515F74}" srcOrd="8" destOrd="0" presId="urn:microsoft.com/office/officeart/2005/8/layout/hList1"/>
    <dgm:cxn modelId="{09BB7894-08E9-43EE-8342-17282B425C85}" type="presParOf" srcId="{368EC679-BA61-460C-B085-32AC44515F74}" destId="{CC23F182-7343-4295-B9A4-19D891B1F12E}" srcOrd="0" destOrd="0" presId="urn:microsoft.com/office/officeart/2005/8/layout/hList1"/>
    <dgm:cxn modelId="{02BE7D69-2850-4C0F-A68A-D2D7D42F2419}" type="presParOf" srcId="{368EC679-BA61-460C-B085-32AC44515F74}" destId="{2AC50E3B-8F50-4C91-8DA2-819D957948D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filtros para mejorar entradas</a:t>
          </a:r>
          <a:endParaRPr lang="es-CO" noProof="0" dirty="0">
            <a:solidFill>
              <a:schemeClr val="bg1"/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salidas</a:t>
          </a:r>
          <a:endParaRPr lang="es-CO" noProof="0" dirty="0">
            <a:solidFill>
              <a:schemeClr val="bg1"/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Estrategias de Money Management</a:t>
          </a:r>
          <a:endParaRPr lang="es-CO" noProof="0" dirty="0">
            <a:solidFill>
              <a:schemeClr val="bg1"/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bg1"/>
              </a:solidFill>
            </a:rPr>
            <a:t>Backtest</a:t>
          </a:r>
          <a:endParaRPr lang="es-CO" noProof="0" dirty="0">
            <a:solidFill>
              <a:schemeClr val="bg1"/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filtros para mejorar entradas</a:t>
          </a:r>
          <a:endParaRPr lang="es-CO" noProof="0" dirty="0">
            <a:solidFill>
              <a:schemeClr val="bg1"/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salidas</a:t>
          </a:r>
          <a:endParaRPr lang="es-CO" noProof="0" dirty="0">
            <a:solidFill>
              <a:schemeClr val="bg1"/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Estrategias de Money Management</a:t>
          </a:r>
          <a:endParaRPr lang="es-CO" noProof="0" dirty="0">
            <a:solidFill>
              <a:schemeClr val="bg1"/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A1CAF6D-D590-48E9-9229-CC5CDFDB0263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4A7B61-4D8A-4BE7-9C35-6A43FED43D1E}">
      <dgm:prSet phldrT="[Texto]"/>
      <dgm:spPr>
        <a:solidFill>
          <a:srgbClr val="5A5A5A"/>
        </a:solidFill>
      </dgm:spPr>
      <dgm:t>
        <a:bodyPr/>
        <a:lstStyle/>
        <a:p>
          <a:pPr>
            <a:buNone/>
          </a:pPr>
          <a:r>
            <a:rPr lang="es-CO" b="1" dirty="0"/>
            <a:t>Principales graficas:</a:t>
          </a:r>
          <a:r>
            <a:rPr lang="es-CO" dirty="0"/>
            <a:t> </a:t>
          </a:r>
          <a:endParaRPr lang="en-US" dirty="0"/>
        </a:p>
      </dgm:t>
    </dgm:pt>
    <dgm:pt modelId="{3EF47AEB-CEBA-44C6-A81B-F90AAB94CB91}" type="parTrans" cxnId="{A66282E1-ECE0-4065-BB3B-0F31F5D29FD6}">
      <dgm:prSet/>
      <dgm:spPr/>
      <dgm:t>
        <a:bodyPr/>
        <a:lstStyle/>
        <a:p>
          <a:endParaRPr lang="en-US"/>
        </a:p>
      </dgm:t>
    </dgm:pt>
    <dgm:pt modelId="{6626584E-3B24-4607-8C60-F6827928A716}" type="sibTrans" cxnId="{A66282E1-ECE0-4065-BB3B-0F31F5D29FD6}">
      <dgm:prSet/>
      <dgm:spPr>
        <a:solidFill>
          <a:srgbClr val="5A5A5A"/>
        </a:solidFill>
      </dgm:spPr>
      <dgm:t>
        <a:bodyPr/>
        <a:lstStyle/>
        <a:p>
          <a:endParaRPr lang="en-US"/>
        </a:p>
      </dgm:t>
    </dgm:pt>
    <dgm:pt modelId="{E50E9EC4-E9BA-4153-9E48-87C19E519DB2}">
      <dgm:prSet phldrT="[Texto]"/>
      <dgm:spPr/>
      <dgm:t>
        <a:bodyPr/>
        <a:lstStyle/>
        <a:p>
          <a:r>
            <a:rPr lang="es-CO" dirty="0"/>
            <a:t>Distribución de las ganancias y pérdidas por </a:t>
          </a:r>
          <a:r>
            <a:rPr lang="es-CO" dirty="0" err="1"/>
            <a:t>trade</a:t>
          </a:r>
          <a:endParaRPr lang="en-US" dirty="0"/>
        </a:p>
      </dgm:t>
    </dgm:pt>
    <dgm:pt modelId="{2A1385AD-BDA0-4A6B-8B19-A9A52FC8A71A}" type="parTrans" cxnId="{168FD099-376D-4DDE-831F-66433F49DAF8}">
      <dgm:prSet/>
      <dgm:spPr/>
      <dgm:t>
        <a:bodyPr/>
        <a:lstStyle/>
        <a:p>
          <a:endParaRPr lang="en-US"/>
        </a:p>
      </dgm:t>
    </dgm:pt>
    <dgm:pt modelId="{E54B8F1D-7175-47F7-AA38-B3EDE3366BEA}" type="sibTrans" cxnId="{168FD099-376D-4DDE-831F-66433F49DAF8}">
      <dgm:prSet/>
      <dgm:spPr/>
      <dgm:t>
        <a:bodyPr/>
        <a:lstStyle/>
        <a:p>
          <a:endParaRPr lang="en-US"/>
        </a:p>
      </dgm:t>
    </dgm:pt>
    <dgm:pt modelId="{5606AF32-4311-4E19-B7A6-BB2CE7A31A57}">
      <dgm:prSet phldrT="[Texto]"/>
      <dgm:spPr>
        <a:solidFill>
          <a:srgbClr val="5A5A5A"/>
        </a:solidFill>
      </dgm:spPr>
      <dgm:t>
        <a:bodyPr/>
        <a:lstStyle/>
        <a:p>
          <a:pPr>
            <a:buNone/>
          </a:pPr>
          <a:r>
            <a:rPr lang="es-CO" b="1" dirty="0"/>
            <a:t>Análisis de los resultados en un </a:t>
          </a:r>
          <a:r>
            <a:rPr lang="es-CO" b="1" dirty="0" err="1"/>
            <a:t>risk</a:t>
          </a:r>
          <a:r>
            <a:rPr lang="es-CO" b="1" dirty="0"/>
            <a:t> </a:t>
          </a:r>
          <a:r>
            <a:rPr lang="es-CO" b="1" dirty="0" err="1"/>
            <a:t>adjusted</a:t>
          </a:r>
          <a:r>
            <a:rPr lang="es-CO" b="1" dirty="0"/>
            <a:t> basis:</a:t>
          </a:r>
          <a:endParaRPr lang="en-US" dirty="0"/>
        </a:p>
      </dgm:t>
    </dgm:pt>
    <dgm:pt modelId="{52D645DB-84A6-47A8-9722-F1BBD7BAE11D}" type="parTrans" cxnId="{5686D3CD-292A-429F-A0AB-65FCF0282011}">
      <dgm:prSet/>
      <dgm:spPr/>
      <dgm:t>
        <a:bodyPr/>
        <a:lstStyle/>
        <a:p>
          <a:endParaRPr lang="en-US"/>
        </a:p>
      </dgm:t>
    </dgm:pt>
    <dgm:pt modelId="{C30352E3-F94E-42A5-8F56-58D80B964B7B}" type="sibTrans" cxnId="{5686D3CD-292A-429F-A0AB-65FCF0282011}">
      <dgm:prSet/>
      <dgm:spPr/>
      <dgm:t>
        <a:bodyPr/>
        <a:lstStyle/>
        <a:p>
          <a:endParaRPr lang="en-US"/>
        </a:p>
      </dgm:t>
    </dgm:pt>
    <dgm:pt modelId="{3A55ADB6-CFD5-4C8D-986E-8DE570E80C8B}">
      <dgm:prSet phldrT="[Texto]"/>
      <dgm:spPr/>
      <dgm:t>
        <a:bodyPr/>
        <a:lstStyle/>
        <a:p>
          <a:r>
            <a:rPr lang="es-CO" dirty="0" err="1"/>
            <a:t>Profit</a:t>
          </a:r>
          <a:r>
            <a:rPr lang="es-CO" dirty="0"/>
            <a:t> factor</a:t>
          </a:r>
          <a:endParaRPr lang="en-US" dirty="0"/>
        </a:p>
      </dgm:t>
    </dgm:pt>
    <dgm:pt modelId="{20EE5F55-42D8-46B1-9A85-40E2A664724F}" type="parTrans" cxnId="{D7DFA735-CC14-417E-A805-D36D557079AB}">
      <dgm:prSet/>
      <dgm:spPr/>
      <dgm:t>
        <a:bodyPr/>
        <a:lstStyle/>
        <a:p>
          <a:endParaRPr lang="en-US"/>
        </a:p>
      </dgm:t>
    </dgm:pt>
    <dgm:pt modelId="{3D50B2F1-E0BE-485D-8127-4E09392A4337}" type="sibTrans" cxnId="{D7DFA735-CC14-417E-A805-D36D557079AB}">
      <dgm:prSet/>
      <dgm:spPr/>
      <dgm:t>
        <a:bodyPr/>
        <a:lstStyle/>
        <a:p>
          <a:endParaRPr lang="en-US"/>
        </a:p>
      </dgm:t>
    </dgm:pt>
    <dgm:pt modelId="{8060B0C9-07D1-4FF0-9401-994A8EF88F27}">
      <dgm:prSet/>
      <dgm:spPr/>
      <dgm:t>
        <a:bodyPr/>
        <a:lstStyle/>
        <a:p>
          <a:r>
            <a:rPr lang="es-CO"/>
            <a:t>Histórico del drawdown/ caída máxima </a:t>
          </a:r>
          <a:endParaRPr lang="es-CO" dirty="0"/>
        </a:p>
      </dgm:t>
    </dgm:pt>
    <dgm:pt modelId="{4B6CF840-1690-47FA-9961-265BFFC87437}" type="parTrans" cxnId="{E145F53E-EE22-4673-8C4D-3A88AA9BFDC1}">
      <dgm:prSet/>
      <dgm:spPr/>
      <dgm:t>
        <a:bodyPr/>
        <a:lstStyle/>
        <a:p>
          <a:endParaRPr lang="en-US"/>
        </a:p>
      </dgm:t>
    </dgm:pt>
    <dgm:pt modelId="{A8CC208C-CDAE-4C2C-83B9-DDEEC20DCE24}" type="sibTrans" cxnId="{E145F53E-EE22-4673-8C4D-3A88AA9BFDC1}">
      <dgm:prSet/>
      <dgm:spPr/>
      <dgm:t>
        <a:bodyPr/>
        <a:lstStyle/>
        <a:p>
          <a:endParaRPr lang="en-US"/>
        </a:p>
      </dgm:t>
    </dgm:pt>
    <dgm:pt modelId="{40907122-37D6-43A4-BB9F-EF291EBF726F}">
      <dgm:prSet/>
      <dgm:spPr/>
      <dgm:t>
        <a:bodyPr/>
        <a:lstStyle/>
        <a:p>
          <a:r>
            <a:rPr lang="es-CO"/>
            <a:t>Scatter plot de la rentabilidad del Sistema y la volatilidad del mercado </a:t>
          </a:r>
          <a:endParaRPr lang="es-CO" dirty="0"/>
        </a:p>
      </dgm:t>
    </dgm:pt>
    <dgm:pt modelId="{78001FAD-3A38-4B8B-A373-37C0D60C2203}" type="parTrans" cxnId="{E79A3DBB-0D46-4D5B-B372-8A8D23247EE6}">
      <dgm:prSet/>
      <dgm:spPr/>
      <dgm:t>
        <a:bodyPr/>
        <a:lstStyle/>
        <a:p>
          <a:endParaRPr lang="en-US"/>
        </a:p>
      </dgm:t>
    </dgm:pt>
    <dgm:pt modelId="{1F91D007-6B1D-48BE-A018-D3DC254F55FC}" type="sibTrans" cxnId="{E79A3DBB-0D46-4D5B-B372-8A8D23247EE6}">
      <dgm:prSet/>
      <dgm:spPr/>
      <dgm:t>
        <a:bodyPr/>
        <a:lstStyle/>
        <a:p>
          <a:endParaRPr lang="en-US"/>
        </a:p>
      </dgm:t>
    </dgm:pt>
    <dgm:pt modelId="{E302127C-7EDC-414E-B203-7639693A6793}">
      <dgm:prSet/>
      <dgm:spPr/>
      <dgm:t>
        <a:bodyPr/>
        <a:lstStyle/>
        <a:p>
          <a:r>
            <a:rPr lang="es-CO"/>
            <a:t>Grafica del retorno n periodos atrás vs m periodos futuros</a:t>
          </a:r>
          <a:endParaRPr lang="es-CO" dirty="0"/>
        </a:p>
      </dgm:t>
    </dgm:pt>
    <dgm:pt modelId="{2FC9726E-BD7D-4D46-9A72-E32472ADB8C4}" type="parTrans" cxnId="{17AAFC7A-8129-471B-8C2C-3B0744DC1058}">
      <dgm:prSet/>
      <dgm:spPr/>
      <dgm:t>
        <a:bodyPr/>
        <a:lstStyle/>
        <a:p>
          <a:endParaRPr lang="en-US"/>
        </a:p>
      </dgm:t>
    </dgm:pt>
    <dgm:pt modelId="{FDA62AF1-A12E-434A-B2D7-EB5B3C443E21}" type="sibTrans" cxnId="{17AAFC7A-8129-471B-8C2C-3B0744DC1058}">
      <dgm:prSet/>
      <dgm:spPr/>
      <dgm:t>
        <a:bodyPr/>
        <a:lstStyle/>
        <a:p>
          <a:endParaRPr lang="en-US"/>
        </a:p>
      </dgm:t>
    </dgm:pt>
    <dgm:pt modelId="{23F646A7-33C2-4D2D-8F78-89701109B5B1}">
      <dgm:prSet/>
      <dgm:spPr/>
      <dgm:t>
        <a:bodyPr/>
        <a:lstStyle/>
        <a:p>
          <a:r>
            <a:rPr lang="es-CO"/>
            <a:t>Curva del capital histórico</a:t>
          </a:r>
          <a:endParaRPr lang="es-CO" dirty="0"/>
        </a:p>
      </dgm:t>
    </dgm:pt>
    <dgm:pt modelId="{2E544B27-F22B-4F95-B0B5-AB97200FBC74}" type="parTrans" cxnId="{AC8C4F78-02D6-4584-893B-9F09EAE58572}">
      <dgm:prSet/>
      <dgm:spPr/>
      <dgm:t>
        <a:bodyPr/>
        <a:lstStyle/>
        <a:p>
          <a:endParaRPr lang="en-US"/>
        </a:p>
      </dgm:t>
    </dgm:pt>
    <dgm:pt modelId="{198E0E1F-8AE9-4D93-BC24-8FADFEC01D8C}" type="sibTrans" cxnId="{AC8C4F78-02D6-4584-893B-9F09EAE58572}">
      <dgm:prSet/>
      <dgm:spPr/>
      <dgm:t>
        <a:bodyPr/>
        <a:lstStyle/>
        <a:p>
          <a:endParaRPr lang="en-US"/>
        </a:p>
      </dgm:t>
    </dgm:pt>
    <dgm:pt modelId="{C5D150C7-F01B-4EAF-A611-0967FE3C138E}">
      <dgm:prSet/>
      <dgm:spPr/>
      <dgm:t>
        <a:bodyPr/>
        <a:lstStyle/>
        <a:p>
          <a:r>
            <a:rPr lang="es-CO" dirty="0" err="1"/>
            <a:t>Win</a:t>
          </a:r>
          <a:r>
            <a:rPr lang="es-CO" dirty="0"/>
            <a:t> </a:t>
          </a:r>
          <a:r>
            <a:rPr lang="es-CO" dirty="0" err="1"/>
            <a:t>rate</a:t>
          </a:r>
          <a:endParaRPr lang="es-CO" dirty="0"/>
        </a:p>
      </dgm:t>
    </dgm:pt>
    <dgm:pt modelId="{87664034-1804-4926-8855-63278F538113}" type="parTrans" cxnId="{0DCBDECE-173B-46DE-890B-C04DD2768B1D}">
      <dgm:prSet/>
      <dgm:spPr/>
      <dgm:t>
        <a:bodyPr/>
        <a:lstStyle/>
        <a:p>
          <a:endParaRPr lang="en-US"/>
        </a:p>
      </dgm:t>
    </dgm:pt>
    <dgm:pt modelId="{667F7216-091E-442E-8352-75E84D361D87}" type="sibTrans" cxnId="{0DCBDECE-173B-46DE-890B-C04DD2768B1D}">
      <dgm:prSet/>
      <dgm:spPr/>
      <dgm:t>
        <a:bodyPr/>
        <a:lstStyle/>
        <a:p>
          <a:endParaRPr lang="en-US"/>
        </a:p>
      </dgm:t>
    </dgm:pt>
    <dgm:pt modelId="{A1B53823-8141-4C9C-B9FD-1EBE2373121F}">
      <dgm:prSet/>
      <dgm:spPr/>
      <dgm:t>
        <a:bodyPr/>
        <a:lstStyle/>
        <a:p>
          <a:r>
            <a:rPr lang="es-CO"/>
            <a:t>Sharpe ratio </a:t>
          </a:r>
          <a:endParaRPr lang="es-CO" dirty="0"/>
        </a:p>
      </dgm:t>
    </dgm:pt>
    <dgm:pt modelId="{DE8A04BF-43E5-449E-A0E7-71A71BA26C1A}" type="parTrans" cxnId="{0B647C25-C791-420A-AD1F-D5F774C65922}">
      <dgm:prSet/>
      <dgm:spPr/>
      <dgm:t>
        <a:bodyPr/>
        <a:lstStyle/>
        <a:p>
          <a:endParaRPr lang="en-US"/>
        </a:p>
      </dgm:t>
    </dgm:pt>
    <dgm:pt modelId="{6D225D55-DB2D-4985-A0DB-D62C4FDBBEC4}" type="sibTrans" cxnId="{0B647C25-C791-420A-AD1F-D5F774C65922}">
      <dgm:prSet/>
      <dgm:spPr/>
      <dgm:t>
        <a:bodyPr/>
        <a:lstStyle/>
        <a:p>
          <a:endParaRPr lang="en-US"/>
        </a:p>
      </dgm:t>
    </dgm:pt>
    <dgm:pt modelId="{A462EE6E-8110-4A98-A733-1275D450D782}">
      <dgm:prSet phldrT="[Texto]"/>
      <dgm:spPr/>
      <dgm:t>
        <a:bodyPr/>
        <a:lstStyle/>
        <a:p>
          <a:r>
            <a:rPr lang="en-US" dirty="0"/>
            <a:t>Total profit</a:t>
          </a:r>
        </a:p>
      </dgm:t>
    </dgm:pt>
    <dgm:pt modelId="{1EA1C161-D565-4387-8254-2A128E52824B}" type="parTrans" cxnId="{1345D437-F792-4ED2-A349-CC34E06B6A51}">
      <dgm:prSet/>
      <dgm:spPr/>
      <dgm:t>
        <a:bodyPr/>
        <a:lstStyle/>
        <a:p>
          <a:endParaRPr lang="en-US"/>
        </a:p>
      </dgm:t>
    </dgm:pt>
    <dgm:pt modelId="{9F7F6BED-BA61-41F7-ABB0-D9E676F0E707}" type="sibTrans" cxnId="{1345D437-F792-4ED2-A349-CC34E06B6A51}">
      <dgm:prSet/>
      <dgm:spPr/>
      <dgm:t>
        <a:bodyPr/>
        <a:lstStyle/>
        <a:p>
          <a:endParaRPr lang="en-US"/>
        </a:p>
      </dgm:t>
    </dgm:pt>
    <dgm:pt modelId="{0EC8DC50-6EB9-4BF1-BC30-A4C2BD481405}">
      <dgm:prSet phldrT="[Texto]"/>
      <dgm:spPr/>
      <dgm:t>
        <a:bodyPr/>
        <a:lstStyle/>
        <a:p>
          <a:r>
            <a:rPr lang="es-CO" dirty="0"/>
            <a:t> </a:t>
          </a:r>
          <a:r>
            <a:rPr lang="es-CO" dirty="0" err="1"/>
            <a:t>Avg</a:t>
          </a:r>
          <a:r>
            <a:rPr lang="es-CO" dirty="0"/>
            <a:t> </a:t>
          </a:r>
          <a:r>
            <a:rPr lang="es-CO" dirty="0" err="1"/>
            <a:t>pnl</a:t>
          </a:r>
          <a:endParaRPr lang="en-US" dirty="0"/>
        </a:p>
      </dgm:t>
    </dgm:pt>
    <dgm:pt modelId="{178F228A-CB42-4454-93F9-FD6032C74CDB}" type="parTrans" cxnId="{87839893-42B3-4C17-B583-6B88BFEE47EE}">
      <dgm:prSet/>
      <dgm:spPr/>
      <dgm:t>
        <a:bodyPr/>
        <a:lstStyle/>
        <a:p>
          <a:endParaRPr lang="en-US"/>
        </a:p>
      </dgm:t>
    </dgm:pt>
    <dgm:pt modelId="{57681EE1-B658-4B8C-AAE8-EA7F7261E4B4}" type="sibTrans" cxnId="{87839893-42B3-4C17-B583-6B88BFEE47EE}">
      <dgm:prSet/>
      <dgm:spPr/>
      <dgm:t>
        <a:bodyPr/>
        <a:lstStyle/>
        <a:p>
          <a:endParaRPr lang="en-US"/>
        </a:p>
      </dgm:t>
    </dgm:pt>
    <dgm:pt modelId="{1B607288-8768-4F41-B276-1B1B4BC61163}">
      <dgm:prSet phldrT="[Texto]"/>
      <dgm:spPr/>
      <dgm:t>
        <a:bodyPr/>
        <a:lstStyle/>
        <a:p>
          <a:r>
            <a:rPr lang="es-CO" dirty="0"/>
            <a:t> </a:t>
          </a:r>
          <a:r>
            <a:rPr lang="es-CO" dirty="0" err="1"/>
            <a:t>Avg</a:t>
          </a:r>
          <a:r>
            <a:rPr lang="es-CO" dirty="0"/>
            <a:t> positive </a:t>
          </a:r>
          <a:r>
            <a:rPr lang="es-CO" dirty="0" err="1"/>
            <a:t>pnl</a:t>
          </a:r>
          <a:r>
            <a:rPr lang="es-CO" dirty="0"/>
            <a:t> and </a:t>
          </a:r>
          <a:r>
            <a:rPr lang="es-CO" dirty="0" err="1"/>
            <a:t>avg</a:t>
          </a:r>
          <a:r>
            <a:rPr lang="es-CO" dirty="0"/>
            <a:t> negative </a:t>
          </a:r>
          <a:r>
            <a:rPr lang="es-CO" dirty="0" err="1"/>
            <a:t>pnl</a:t>
          </a:r>
          <a:r>
            <a:rPr lang="es-CO" dirty="0"/>
            <a:t> </a:t>
          </a:r>
          <a:endParaRPr lang="en-US" dirty="0"/>
        </a:p>
      </dgm:t>
    </dgm:pt>
    <dgm:pt modelId="{B480E747-55AD-42EB-AE00-004A77D8E2E1}" type="parTrans" cxnId="{9B26313D-2500-4D40-B9CF-8622AA7CF3DA}">
      <dgm:prSet/>
      <dgm:spPr/>
      <dgm:t>
        <a:bodyPr/>
        <a:lstStyle/>
        <a:p>
          <a:endParaRPr lang="en-US"/>
        </a:p>
      </dgm:t>
    </dgm:pt>
    <dgm:pt modelId="{BCEA2EC2-0C70-40BC-A8DA-DF627920F353}" type="sibTrans" cxnId="{9B26313D-2500-4D40-B9CF-8622AA7CF3DA}">
      <dgm:prSet/>
      <dgm:spPr/>
      <dgm:t>
        <a:bodyPr/>
        <a:lstStyle/>
        <a:p>
          <a:endParaRPr lang="en-US"/>
        </a:p>
      </dgm:t>
    </dgm:pt>
    <dgm:pt modelId="{52BCBAEB-1546-4E41-A03D-29CB62216CB0}">
      <dgm:prSet/>
      <dgm:spPr/>
      <dgm:t>
        <a:bodyPr/>
        <a:lstStyle/>
        <a:p>
          <a:r>
            <a:rPr lang="es-CO" dirty="0" err="1"/>
            <a:t>Expected</a:t>
          </a:r>
          <a:r>
            <a:rPr lang="es-CO" dirty="0"/>
            <a:t> </a:t>
          </a:r>
          <a:r>
            <a:rPr lang="es-CO" dirty="0" err="1"/>
            <a:t>value</a:t>
          </a:r>
          <a:r>
            <a:rPr lang="es-CO" dirty="0"/>
            <a:t> </a:t>
          </a:r>
        </a:p>
      </dgm:t>
    </dgm:pt>
    <dgm:pt modelId="{6F536AD7-3EB2-4C29-8E93-E7DDEAAB42FD}" type="parTrans" cxnId="{09BB004A-CE1A-40C7-8809-8FAE5EE49E23}">
      <dgm:prSet/>
      <dgm:spPr/>
      <dgm:t>
        <a:bodyPr/>
        <a:lstStyle/>
        <a:p>
          <a:endParaRPr lang="en-US"/>
        </a:p>
      </dgm:t>
    </dgm:pt>
    <dgm:pt modelId="{CA1CB3D3-5EB6-45B9-A2E9-22BB743ACFF3}" type="sibTrans" cxnId="{09BB004A-CE1A-40C7-8809-8FAE5EE49E23}">
      <dgm:prSet/>
      <dgm:spPr/>
      <dgm:t>
        <a:bodyPr/>
        <a:lstStyle/>
        <a:p>
          <a:endParaRPr lang="en-US"/>
        </a:p>
      </dgm:t>
    </dgm:pt>
    <dgm:pt modelId="{A9DA4915-DC34-442D-AF91-A1A789FDCD4B}" type="pres">
      <dgm:prSet presAssocID="{0A1CAF6D-D590-48E9-9229-CC5CDFDB0263}" presName="linearFlow" presStyleCnt="0">
        <dgm:presLayoutVars>
          <dgm:dir/>
          <dgm:animLvl val="lvl"/>
          <dgm:resizeHandles val="exact"/>
        </dgm:presLayoutVars>
      </dgm:prSet>
      <dgm:spPr/>
    </dgm:pt>
    <dgm:pt modelId="{DFEEED50-92D4-421E-BEF7-2829BA4870A3}" type="pres">
      <dgm:prSet presAssocID="{104A7B61-4D8A-4BE7-9C35-6A43FED43D1E}" presName="composite" presStyleCnt="0"/>
      <dgm:spPr/>
    </dgm:pt>
    <dgm:pt modelId="{2A0CFBC6-BE07-43DB-8E15-9EF6F0B2536F}" type="pres">
      <dgm:prSet presAssocID="{104A7B61-4D8A-4BE7-9C35-6A43FED43D1E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139723C3-2016-49F4-9094-712AEF5F5990}" type="pres">
      <dgm:prSet presAssocID="{104A7B61-4D8A-4BE7-9C35-6A43FED43D1E}" presName="parSh" presStyleLbl="node1" presStyleIdx="0" presStyleCnt="2"/>
      <dgm:spPr/>
    </dgm:pt>
    <dgm:pt modelId="{BC1D6231-E85B-4125-8A80-B4D2EE189DD9}" type="pres">
      <dgm:prSet presAssocID="{104A7B61-4D8A-4BE7-9C35-6A43FED43D1E}" presName="desTx" presStyleLbl="fgAcc1" presStyleIdx="0" presStyleCnt="2">
        <dgm:presLayoutVars>
          <dgm:bulletEnabled val="1"/>
        </dgm:presLayoutVars>
      </dgm:prSet>
      <dgm:spPr/>
    </dgm:pt>
    <dgm:pt modelId="{13C5CAA2-F6D1-46AA-AE88-91AE1404744E}" type="pres">
      <dgm:prSet presAssocID="{6626584E-3B24-4607-8C60-F6827928A716}" presName="sibTrans" presStyleLbl="sibTrans2D1" presStyleIdx="0" presStyleCnt="1"/>
      <dgm:spPr/>
    </dgm:pt>
    <dgm:pt modelId="{9EEC5802-610F-40DB-AE87-92A968348F06}" type="pres">
      <dgm:prSet presAssocID="{6626584E-3B24-4607-8C60-F6827928A716}" presName="connTx" presStyleLbl="sibTrans2D1" presStyleIdx="0" presStyleCnt="1"/>
      <dgm:spPr/>
    </dgm:pt>
    <dgm:pt modelId="{A3372B7D-FC02-49A1-8014-139909ABB87C}" type="pres">
      <dgm:prSet presAssocID="{5606AF32-4311-4E19-B7A6-BB2CE7A31A57}" presName="composite" presStyleCnt="0"/>
      <dgm:spPr/>
    </dgm:pt>
    <dgm:pt modelId="{AD0F3628-17D0-45D8-815B-F17A18BBAD9A}" type="pres">
      <dgm:prSet presAssocID="{5606AF32-4311-4E19-B7A6-BB2CE7A31A57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9C980969-09E4-4D54-9FF6-BC5862563E47}" type="pres">
      <dgm:prSet presAssocID="{5606AF32-4311-4E19-B7A6-BB2CE7A31A57}" presName="parSh" presStyleLbl="node1" presStyleIdx="1" presStyleCnt="2"/>
      <dgm:spPr/>
    </dgm:pt>
    <dgm:pt modelId="{6DDEE6EA-B26E-4A5B-92E4-F4ED0E8FCFDF}" type="pres">
      <dgm:prSet presAssocID="{5606AF32-4311-4E19-B7A6-BB2CE7A31A57}" presName="desTx" presStyleLbl="fgAcc1" presStyleIdx="1" presStyleCnt="2">
        <dgm:presLayoutVars>
          <dgm:bulletEnabled val="1"/>
        </dgm:presLayoutVars>
      </dgm:prSet>
      <dgm:spPr/>
    </dgm:pt>
  </dgm:ptLst>
  <dgm:cxnLst>
    <dgm:cxn modelId="{0B647C25-C791-420A-AD1F-D5F774C65922}" srcId="{5606AF32-4311-4E19-B7A6-BB2CE7A31A57}" destId="{A1B53823-8141-4C9C-B9FD-1EBE2373121F}" srcOrd="6" destOrd="0" parTransId="{DE8A04BF-43E5-449E-A0E7-71A71BA26C1A}" sibTransId="{6D225D55-DB2D-4985-A0DB-D62C4FDBBEC4}"/>
    <dgm:cxn modelId="{FCEAC627-6A6C-430B-8397-FDE3F00BE99F}" type="presOf" srcId="{104A7B61-4D8A-4BE7-9C35-6A43FED43D1E}" destId="{139723C3-2016-49F4-9094-712AEF5F5990}" srcOrd="1" destOrd="0" presId="urn:microsoft.com/office/officeart/2005/8/layout/process3"/>
    <dgm:cxn modelId="{13F74035-77DD-449B-BD83-27F6A1B86EEE}" type="presOf" srcId="{6626584E-3B24-4607-8C60-F6827928A716}" destId="{9EEC5802-610F-40DB-AE87-92A968348F06}" srcOrd="1" destOrd="0" presId="urn:microsoft.com/office/officeart/2005/8/layout/process3"/>
    <dgm:cxn modelId="{4FCD5535-F12E-4448-BD0F-C52341E302C0}" type="presOf" srcId="{8060B0C9-07D1-4FF0-9401-994A8EF88F27}" destId="{BC1D6231-E85B-4125-8A80-B4D2EE189DD9}" srcOrd="0" destOrd="1" presId="urn:microsoft.com/office/officeart/2005/8/layout/process3"/>
    <dgm:cxn modelId="{D7DFA735-CC14-417E-A805-D36D557079AB}" srcId="{5606AF32-4311-4E19-B7A6-BB2CE7A31A57}" destId="{3A55ADB6-CFD5-4C8D-986E-8DE570E80C8B}" srcOrd="1" destOrd="0" parTransId="{20EE5F55-42D8-46B1-9A85-40E2A664724F}" sibTransId="{3D50B2F1-E0BE-485D-8127-4E09392A4337}"/>
    <dgm:cxn modelId="{1345D437-F792-4ED2-A349-CC34E06B6A51}" srcId="{5606AF32-4311-4E19-B7A6-BB2CE7A31A57}" destId="{A462EE6E-8110-4A98-A733-1275D450D782}" srcOrd="0" destOrd="0" parTransId="{1EA1C161-D565-4387-8254-2A128E52824B}" sibTransId="{9F7F6BED-BA61-41F7-ABB0-D9E676F0E707}"/>
    <dgm:cxn modelId="{9B26313D-2500-4D40-B9CF-8622AA7CF3DA}" srcId="{5606AF32-4311-4E19-B7A6-BB2CE7A31A57}" destId="{1B607288-8768-4F41-B276-1B1B4BC61163}" srcOrd="3" destOrd="0" parTransId="{B480E747-55AD-42EB-AE00-004A77D8E2E1}" sibTransId="{BCEA2EC2-0C70-40BC-A8DA-DF627920F353}"/>
    <dgm:cxn modelId="{E145F53E-EE22-4673-8C4D-3A88AA9BFDC1}" srcId="{104A7B61-4D8A-4BE7-9C35-6A43FED43D1E}" destId="{8060B0C9-07D1-4FF0-9401-994A8EF88F27}" srcOrd="1" destOrd="0" parTransId="{4B6CF840-1690-47FA-9961-265BFFC87437}" sibTransId="{A8CC208C-CDAE-4C2C-83B9-DDEEC20DCE24}"/>
    <dgm:cxn modelId="{09BB004A-CE1A-40C7-8809-8FAE5EE49E23}" srcId="{5606AF32-4311-4E19-B7A6-BB2CE7A31A57}" destId="{52BCBAEB-1546-4E41-A03D-29CB62216CB0}" srcOrd="5" destOrd="0" parTransId="{6F536AD7-3EB2-4C29-8E93-E7DDEAAB42FD}" sibTransId="{CA1CB3D3-5EB6-45B9-A2E9-22BB743ACFF3}"/>
    <dgm:cxn modelId="{1A34506F-8697-4687-B3F6-267104BD3211}" type="presOf" srcId="{1B607288-8768-4F41-B276-1B1B4BC61163}" destId="{6DDEE6EA-B26E-4A5B-92E4-F4ED0E8FCFDF}" srcOrd="0" destOrd="3" presId="urn:microsoft.com/office/officeart/2005/8/layout/process3"/>
    <dgm:cxn modelId="{9546C16F-EB80-4BC2-98BA-76E4909FAD19}" type="presOf" srcId="{23F646A7-33C2-4D2D-8F78-89701109B5B1}" destId="{BC1D6231-E85B-4125-8A80-B4D2EE189DD9}" srcOrd="0" destOrd="4" presId="urn:microsoft.com/office/officeart/2005/8/layout/process3"/>
    <dgm:cxn modelId="{23E08755-2241-4FC4-AA27-34514E48B316}" type="presOf" srcId="{52BCBAEB-1546-4E41-A03D-29CB62216CB0}" destId="{6DDEE6EA-B26E-4A5B-92E4-F4ED0E8FCFDF}" srcOrd="0" destOrd="5" presId="urn:microsoft.com/office/officeart/2005/8/layout/process3"/>
    <dgm:cxn modelId="{8E190176-E9D3-47C0-990B-2503FBBE380D}" type="presOf" srcId="{6626584E-3B24-4607-8C60-F6827928A716}" destId="{13C5CAA2-F6D1-46AA-AE88-91AE1404744E}" srcOrd="0" destOrd="0" presId="urn:microsoft.com/office/officeart/2005/8/layout/process3"/>
    <dgm:cxn modelId="{AC8C4F78-02D6-4584-893B-9F09EAE58572}" srcId="{104A7B61-4D8A-4BE7-9C35-6A43FED43D1E}" destId="{23F646A7-33C2-4D2D-8F78-89701109B5B1}" srcOrd="4" destOrd="0" parTransId="{2E544B27-F22B-4F95-B0B5-AB97200FBC74}" sibTransId="{198E0E1F-8AE9-4D93-BC24-8FADFEC01D8C}"/>
    <dgm:cxn modelId="{17AAFC7A-8129-471B-8C2C-3B0744DC1058}" srcId="{104A7B61-4D8A-4BE7-9C35-6A43FED43D1E}" destId="{E302127C-7EDC-414E-B203-7639693A6793}" srcOrd="3" destOrd="0" parTransId="{2FC9726E-BD7D-4D46-9A72-E32472ADB8C4}" sibTransId="{FDA62AF1-A12E-434A-B2D7-EB5B3C443E21}"/>
    <dgm:cxn modelId="{970FDE7F-9009-42CE-B518-215605256D1F}" type="presOf" srcId="{40907122-37D6-43A4-BB9F-EF291EBF726F}" destId="{BC1D6231-E85B-4125-8A80-B4D2EE189DD9}" srcOrd="0" destOrd="2" presId="urn:microsoft.com/office/officeart/2005/8/layout/process3"/>
    <dgm:cxn modelId="{41A0428A-5074-4A8E-B91A-72CED0B563C0}" type="presOf" srcId="{A1B53823-8141-4C9C-B9FD-1EBE2373121F}" destId="{6DDEE6EA-B26E-4A5B-92E4-F4ED0E8FCFDF}" srcOrd="0" destOrd="6" presId="urn:microsoft.com/office/officeart/2005/8/layout/process3"/>
    <dgm:cxn modelId="{C25EB48C-6769-4240-AA81-6D674FBB9A31}" type="presOf" srcId="{A462EE6E-8110-4A98-A733-1275D450D782}" destId="{6DDEE6EA-B26E-4A5B-92E4-F4ED0E8FCFDF}" srcOrd="0" destOrd="0" presId="urn:microsoft.com/office/officeart/2005/8/layout/process3"/>
    <dgm:cxn modelId="{7C09AE91-8213-4355-881A-7FE7EACA17A9}" type="presOf" srcId="{5606AF32-4311-4E19-B7A6-BB2CE7A31A57}" destId="{9C980969-09E4-4D54-9FF6-BC5862563E47}" srcOrd="1" destOrd="0" presId="urn:microsoft.com/office/officeart/2005/8/layout/process3"/>
    <dgm:cxn modelId="{87839893-42B3-4C17-B583-6B88BFEE47EE}" srcId="{5606AF32-4311-4E19-B7A6-BB2CE7A31A57}" destId="{0EC8DC50-6EB9-4BF1-BC30-A4C2BD481405}" srcOrd="2" destOrd="0" parTransId="{178F228A-CB42-4454-93F9-FD6032C74CDB}" sibTransId="{57681EE1-B658-4B8C-AAE8-EA7F7261E4B4}"/>
    <dgm:cxn modelId="{168FD099-376D-4DDE-831F-66433F49DAF8}" srcId="{104A7B61-4D8A-4BE7-9C35-6A43FED43D1E}" destId="{E50E9EC4-E9BA-4153-9E48-87C19E519DB2}" srcOrd="0" destOrd="0" parTransId="{2A1385AD-BDA0-4A6B-8B19-A9A52FC8A71A}" sibTransId="{E54B8F1D-7175-47F7-AA38-B3EDE3366BEA}"/>
    <dgm:cxn modelId="{5BFAE799-ABE5-4B1E-BD21-A912A4C8A405}" type="presOf" srcId="{0A1CAF6D-D590-48E9-9229-CC5CDFDB0263}" destId="{A9DA4915-DC34-442D-AF91-A1A789FDCD4B}" srcOrd="0" destOrd="0" presId="urn:microsoft.com/office/officeart/2005/8/layout/process3"/>
    <dgm:cxn modelId="{617303A4-E284-4BDF-A7A7-BCA1CCB740F3}" type="presOf" srcId="{E50E9EC4-E9BA-4153-9E48-87C19E519DB2}" destId="{BC1D6231-E85B-4125-8A80-B4D2EE189DD9}" srcOrd="0" destOrd="0" presId="urn:microsoft.com/office/officeart/2005/8/layout/process3"/>
    <dgm:cxn modelId="{E79A3DBB-0D46-4D5B-B372-8A8D23247EE6}" srcId="{104A7B61-4D8A-4BE7-9C35-6A43FED43D1E}" destId="{40907122-37D6-43A4-BB9F-EF291EBF726F}" srcOrd="2" destOrd="0" parTransId="{78001FAD-3A38-4B8B-A373-37C0D60C2203}" sibTransId="{1F91D007-6B1D-48BE-A018-D3DC254F55FC}"/>
    <dgm:cxn modelId="{5686D3CD-292A-429F-A0AB-65FCF0282011}" srcId="{0A1CAF6D-D590-48E9-9229-CC5CDFDB0263}" destId="{5606AF32-4311-4E19-B7A6-BB2CE7A31A57}" srcOrd="1" destOrd="0" parTransId="{52D645DB-84A6-47A8-9722-F1BBD7BAE11D}" sibTransId="{C30352E3-F94E-42A5-8F56-58D80B964B7B}"/>
    <dgm:cxn modelId="{0DCBDECE-173B-46DE-890B-C04DD2768B1D}" srcId="{5606AF32-4311-4E19-B7A6-BB2CE7A31A57}" destId="{C5D150C7-F01B-4EAF-A611-0967FE3C138E}" srcOrd="4" destOrd="0" parTransId="{87664034-1804-4926-8855-63278F538113}" sibTransId="{667F7216-091E-442E-8352-75E84D361D87}"/>
    <dgm:cxn modelId="{D5FE1CDC-91B0-4759-83B0-D30E4F2D71C3}" type="presOf" srcId="{104A7B61-4D8A-4BE7-9C35-6A43FED43D1E}" destId="{2A0CFBC6-BE07-43DB-8E15-9EF6F0B2536F}" srcOrd="0" destOrd="0" presId="urn:microsoft.com/office/officeart/2005/8/layout/process3"/>
    <dgm:cxn modelId="{A66282E1-ECE0-4065-BB3B-0F31F5D29FD6}" srcId="{0A1CAF6D-D590-48E9-9229-CC5CDFDB0263}" destId="{104A7B61-4D8A-4BE7-9C35-6A43FED43D1E}" srcOrd="0" destOrd="0" parTransId="{3EF47AEB-CEBA-44C6-A81B-F90AAB94CB91}" sibTransId="{6626584E-3B24-4607-8C60-F6827928A716}"/>
    <dgm:cxn modelId="{A2845DEB-26D7-457E-9ACE-02696827D6EF}" type="presOf" srcId="{0EC8DC50-6EB9-4BF1-BC30-A4C2BD481405}" destId="{6DDEE6EA-B26E-4A5B-92E4-F4ED0E8FCFDF}" srcOrd="0" destOrd="2" presId="urn:microsoft.com/office/officeart/2005/8/layout/process3"/>
    <dgm:cxn modelId="{E6451AEC-C1C9-4232-B9DB-685D5A44112A}" type="presOf" srcId="{C5D150C7-F01B-4EAF-A611-0967FE3C138E}" destId="{6DDEE6EA-B26E-4A5B-92E4-F4ED0E8FCFDF}" srcOrd="0" destOrd="4" presId="urn:microsoft.com/office/officeart/2005/8/layout/process3"/>
    <dgm:cxn modelId="{A7AC09EF-709E-4164-AD70-2BE3C8498C9A}" type="presOf" srcId="{3A55ADB6-CFD5-4C8D-986E-8DE570E80C8B}" destId="{6DDEE6EA-B26E-4A5B-92E4-F4ED0E8FCFDF}" srcOrd="0" destOrd="1" presId="urn:microsoft.com/office/officeart/2005/8/layout/process3"/>
    <dgm:cxn modelId="{9BE954FA-4D87-4092-9B27-2165C4A8D284}" type="presOf" srcId="{5606AF32-4311-4E19-B7A6-BB2CE7A31A57}" destId="{AD0F3628-17D0-45D8-815B-F17A18BBAD9A}" srcOrd="0" destOrd="0" presId="urn:microsoft.com/office/officeart/2005/8/layout/process3"/>
    <dgm:cxn modelId="{680A17FF-AFE9-4964-89F0-BA04BC3C1174}" type="presOf" srcId="{E302127C-7EDC-414E-B203-7639693A6793}" destId="{BC1D6231-E85B-4125-8A80-B4D2EE189DD9}" srcOrd="0" destOrd="3" presId="urn:microsoft.com/office/officeart/2005/8/layout/process3"/>
    <dgm:cxn modelId="{6212895F-7042-4F13-9E7A-3F69236D03B1}" type="presParOf" srcId="{A9DA4915-DC34-442D-AF91-A1A789FDCD4B}" destId="{DFEEED50-92D4-421E-BEF7-2829BA4870A3}" srcOrd="0" destOrd="0" presId="urn:microsoft.com/office/officeart/2005/8/layout/process3"/>
    <dgm:cxn modelId="{7FA0BE89-EA24-44F0-8B01-8DE0424D59D5}" type="presParOf" srcId="{DFEEED50-92D4-421E-BEF7-2829BA4870A3}" destId="{2A0CFBC6-BE07-43DB-8E15-9EF6F0B2536F}" srcOrd="0" destOrd="0" presId="urn:microsoft.com/office/officeart/2005/8/layout/process3"/>
    <dgm:cxn modelId="{05053ECD-84A3-4D8F-8A89-330890223D34}" type="presParOf" srcId="{DFEEED50-92D4-421E-BEF7-2829BA4870A3}" destId="{139723C3-2016-49F4-9094-712AEF5F5990}" srcOrd="1" destOrd="0" presId="urn:microsoft.com/office/officeart/2005/8/layout/process3"/>
    <dgm:cxn modelId="{F709691C-315C-4642-AE05-7B1A02240C90}" type="presParOf" srcId="{DFEEED50-92D4-421E-BEF7-2829BA4870A3}" destId="{BC1D6231-E85B-4125-8A80-B4D2EE189DD9}" srcOrd="2" destOrd="0" presId="urn:microsoft.com/office/officeart/2005/8/layout/process3"/>
    <dgm:cxn modelId="{85C9354E-59A3-40F6-B33D-DCF1592F7049}" type="presParOf" srcId="{A9DA4915-DC34-442D-AF91-A1A789FDCD4B}" destId="{13C5CAA2-F6D1-46AA-AE88-91AE1404744E}" srcOrd="1" destOrd="0" presId="urn:microsoft.com/office/officeart/2005/8/layout/process3"/>
    <dgm:cxn modelId="{D51E5203-7AF3-4B9C-A208-1A60906F1FA6}" type="presParOf" srcId="{13C5CAA2-F6D1-46AA-AE88-91AE1404744E}" destId="{9EEC5802-610F-40DB-AE87-92A968348F06}" srcOrd="0" destOrd="0" presId="urn:microsoft.com/office/officeart/2005/8/layout/process3"/>
    <dgm:cxn modelId="{9D76673F-673D-416F-885B-488CC7DADA52}" type="presParOf" srcId="{A9DA4915-DC34-442D-AF91-A1A789FDCD4B}" destId="{A3372B7D-FC02-49A1-8014-139909ABB87C}" srcOrd="2" destOrd="0" presId="urn:microsoft.com/office/officeart/2005/8/layout/process3"/>
    <dgm:cxn modelId="{2C954CD8-EDE5-444B-9C66-7E9FA5F72DB8}" type="presParOf" srcId="{A3372B7D-FC02-49A1-8014-139909ABB87C}" destId="{AD0F3628-17D0-45D8-815B-F17A18BBAD9A}" srcOrd="0" destOrd="0" presId="urn:microsoft.com/office/officeart/2005/8/layout/process3"/>
    <dgm:cxn modelId="{0154C4E8-6576-4ADF-8559-8D2114A898F2}" type="presParOf" srcId="{A3372B7D-FC02-49A1-8014-139909ABB87C}" destId="{9C980969-09E4-4D54-9FF6-BC5862563E47}" srcOrd="1" destOrd="0" presId="urn:microsoft.com/office/officeart/2005/8/layout/process3"/>
    <dgm:cxn modelId="{0D313F37-4B39-45D5-A153-257ABD316C0E}" type="presParOf" srcId="{A3372B7D-FC02-49A1-8014-139909ABB87C}" destId="{6DDEE6EA-B26E-4A5B-92E4-F4ED0E8FCFD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bg1"/>
              </a:solidFill>
            </a:rPr>
            <a:t>Backtest</a:t>
          </a:r>
          <a:endParaRPr lang="es-CO" noProof="0" dirty="0">
            <a:solidFill>
              <a:schemeClr val="bg1"/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bg1"/>
              </a:solidFill>
            </a:rPr>
            <a:t>Optimización de parámetros y robustez </a:t>
          </a:r>
          <a:endParaRPr lang="es-CO" noProof="0" dirty="0">
            <a:solidFill>
              <a:schemeClr val="bg1"/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filtros para mejorar entradas</a:t>
          </a:r>
          <a:endParaRPr lang="es-CO" noProof="0" dirty="0">
            <a:solidFill>
              <a:schemeClr val="bg1"/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salidas</a:t>
          </a:r>
          <a:endParaRPr lang="es-CO" noProof="0" dirty="0">
            <a:solidFill>
              <a:schemeClr val="bg1"/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Estrategias de Money Management</a:t>
          </a:r>
          <a:endParaRPr lang="es-CO" noProof="0" dirty="0">
            <a:solidFill>
              <a:schemeClr val="bg1"/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solidFill>
          <a:schemeClr val="accent2">
            <a:lumMod val="50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Decidir qué mercado negociar y el marco de tiempo</a:t>
          </a:r>
          <a:endParaRPr lang="es-CO" noProof="0" dirty="0">
            <a:solidFill>
              <a:schemeClr val="bg1"/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bg1"/>
              </a:solidFill>
            </a:rPr>
            <a:t>Backtest</a:t>
          </a:r>
          <a:endParaRPr lang="es-CO" noProof="0" dirty="0">
            <a:solidFill>
              <a:schemeClr val="bg1"/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bg1"/>
              </a:solidFill>
            </a:rPr>
            <a:t>Optimización de parámetros y robustez </a:t>
          </a:r>
          <a:endParaRPr lang="es-CO" noProof="0" dirty="0">
            <a:solidFill>
              <a:schemeClr val="bg1"/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bg1"/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Definir la premisa/ </a:t>
          </a:r>
          <a:r>
            <a:rPr lang="es-CO" dirty="0" err="1">
              <a:solidFill>
                <a:schemeClr val="bg1"/>
              </a:solidFill>
            </a:rPr>
            <a:t>hipotesis</a:t>
          </a:r>
          <a:r>
            <a:rPr lang="es-CO" dirty="0">
              <a:solidFill>
                <a:schemeClr val="bg1"/>
              </a:solidFill>
            </a:rPr>
            <a:t> del sistema</a:t>
          </a:r>
          <a:endParaRPr lang="es-CO" noProof="0" dirty="0">
            <a:solidFill>
              <a:schemeClr val="bg1"/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Organización y verificación de datos</a:t>
          </a:r>
          <a:endParaRPr lang="es-CO" noProof="0" dirty="0">
            <a:solidFill>
              <a:schemeClr val="bg1"/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Selección de método de trading</a:t>
          </a:r>
          <a:endParaRPr lang="es-CO" noProof="0" dirty="0">
            <a:solidFill>
              <a:schemeClr val="bg1"/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entrada (simples o complejas)</a:t>
          </a:r>
          <a:endParaRPr lang="es-CO" noProof="0" dirty="0">
            <a:solidFill>
              <a:schemeClr val="bg1"/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Test de entradas con salidas simples</a:t>
          </a:r>
          <a:endParaRPr lang="es-CO" noProof="0" dirty="0">
            <a:solidFill>
              <a:schemeClr val="bg1"/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filtros para mejorar entradas</a:t>
          </a:r>
          <a:endParaRPr lang="es-CO" noProof="0" dirty="0">
            <a:solidFill>
              <a:schemeClr val="bg1"/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Diseño de salidas</a:t>
          </a:r>
          <a:endParaRPr lang="es-CO" noProof="0" dirty="0">
            <a:solidFill>
              <a:schemeClr val="bg1"/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solidFill>
          <a:srgbClr val="5A5A5A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bg1"/>
              </a:solidFill>
            </a:rPr>
            <a:t>Estrategias de Money Management</a:t>
          </a:r>
          <a:endParaRPr lang="es-CO" noProof="0" dirty="0">
            <a:solidFill>
              <a:schemeClr val="bg1"/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A1CAF6D-D590-48E9-9229-CC5CDFDB0263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4A7B61-4D8A-4BE7-9C35-6A43FED43D1E}">
      <dgm:prSet phldrT="[Texto]"/>
      <dgm:spPr>
        <a:solidFill>
          <a:srgbClr val="5A5A5A"/>
        </a:solidFill>
      </dgm:spPr>
      <dgm:t>
        <a:bodyPr/>
        <a:lstStyle/>
        <a:p>
          <a:pPr>
            <a:buNone/>
          </a:pPr>
          <a:r>
            <a:rPr lang="es-CO" b="1" dirty="0"/>
            <a:t>Resultados fuera de muestra </a:t>
          </a:r>
          <a:endParaRPr lang="en-US" dirty="0"/>
        </a:p>
      </dgm:t>
    </dgm:pt>
    <dgm:pt modelId="{3EF47AEB-CEBA-44C6-A81B-F90AAB94CB91}" type="parTrans" cxnId="{A66282E1-ECE0-4065-BB3B-0F31F5D29FD6}">
      <dgm:prSet/>
      <dgm:spPr/>
      <dgm:t>
        <a:bodyPr/>
        <a:lstStyle/>
        <a:p>
          <a:endParaRPr lang="en-US"/>
        </a:p>
      </dgm:t>
    </dgm:pt>
    <dgm:pt modelId="{6626584E-3B24-4607-8C60-F6827928A716}" type="sibTrans" cxnId="{A66282E1-ECE0-4065-BB3B-0F31F5D29FD6}">
      <dgm:prSet/>
      <dgm:spPr>
        <a:solidFill>
          <a:srgbClr val="0071BD"/>
        </a:solidFill>
      </dgm:spPr>
      <dgm:t>
        <a:bodyPr/>
        <a:lstStyle/>
        <a:p>
          <a:r>
            <a:rPr lang="en-US" dirty="0" err="1"/>
            <a:t>Iguales</a:t>
          </a:r>
          <a:endParaRPr lang="en-US" dirty="0"/>
        </a:p>
      </dgm:t>
    </dgm:pt>
    <dgm:pt modelId="{E50E9EC4-E9BA-4153-9E48-87C19E519DB2}">
      <dgm:prSet phldrT="[Texto]"/>
      <dgm:spPr/>
      <dgm:t>
        <a:bodyPr/>
        <a:lstStyle/>
        <a:p>
          <a:r>
            <a:rPr lang="es-CO" dirty="0"/>
            <a:t>Distribución de las ganancias y pérdidas por </a:t>
          </a:r>
          <a:r>
            <a:rPr lang="es-CO" dirty="0" err="1"/>
            <a:t>trade</a:t>
          </a:r>
          <a:endParaRPr lang="en-US" dirty="0"/>
        </a:p>
      </dgm:t>
    </dgm:pt>
    <dgm:pt modelId="{2A1385AD-BDA0-4A6B-8B19-A9A52FC8A71A}" type="parTrans" cxnId="{168FD099-376D-4DDE-831F-66433F49DAF8}">
      <dgm:prSet/>
      <dgm:spPr/>
      <dgm:t>
        <a:bodyPr/>
        <a:lstStyle/>
        <a:p>
          <a:endParaRPr lang="en-US"/>
        </a:p>
      </dgm:t>
    </dgm:pt>
    <dgm:pt modelId="{E54B8F1D-7175-47F7-AA38-B3EDE3366BEA}" type="sibTrans" cxnId="{168FD099-376D-4DDE-831F-66433F49DAF8}">
      <dgm:prSet/>
      <dgm:spPr/>
      <dgm:t>
        <a:bodyPr/>
        <a:lstStyle/>
        <a:p>
          <a:endParaRPr lang="en-US"/>
        </a:p>
      </dgm:t>
    </dgm:pt>
    <dgm:pt modelId="{5606AF32-4311-4E19-B7A6-BB2CE7A31A57}">
      <dgm:prSet phldrT="[Texto]"/>
      <dgm:spPr>
        <a:solidFill>
          <a:srgbClr val="5A5A5A"/>
        </a:solidFill>
      </dgm:spPr>
      <dgm:t>
        <a:bodyPr/>
        <a:lstStyle/>
        <a:p>
          <a:pPr>
            <a:buNone/>
          </a:pPr>
          <a:r>
            <a:rPr lang="es-CO" b="1" dirty="0"/>
            <a:t>Resultados reales </a:t>
          </a:r>
          <a:endParaRPr lang="en-US" dirty="0"/>
        </a:p>
      </dgm:t>
    </dgm:pt>
    <dgm:pt modelId="{52D645DB-84A6-47A8-9722-F1BBD7BAE11D}" type="parTrans" cxnId="{5686D3CD-292A-429F-A0AB-65FCF0282011}">
      <dgm:prSet/>
      <dgm:spPr/>
      <dgm:t>
        <a:bodyPr/>
        <a:lstStyle/>
        <a:p>
          <a:endParaRPr lang="en-US"/>
        </a:p>
      </dgm:t>
    </dgm:pt>
    <dgm:pt modelId="{C30352E3-F94E-42A5-8F56-58D80B964B7B}" type="sibTrans" cxnId="{5686D3CD-292A-429F-A0AB-65FCF0282011}">
      <dgm:prSet/>
      <dgm:spPr/>
      <dgm:t>
        <a:bodyPr/>
        <a:lstStyle/>
        <a:p>
          <a:endParaRPr lang="en-US"/>
        </a:p>
      </dgm:t>
    </dgm:pt>
    <dgm:pt modelId="{3A55ADB6-CFD5-4C8D-986E-8DE570E80C8B}">
      <dgm:prSet phldrT="[Texto]"/>
      <dgm:spPr/>
      <dgm:t>
        <a:bodyPr/>
        <a:lstStyle/>
        <a:p>
          <a:r>
            <a:rPr lang="es-CO" dirty="0" err="1"/>
            <a:t>Profit</a:t>
          </a:r>
          <a:r>
            <a:rPr lang="es-CO" dirty="0"/>
            <a:t> factor</a:t>
          </a:r>
          <a:endParaRPr lang="en-US" dirty="0"/>
        </a:p>
      </dgm:t>
    </dgm:pt>
    <dgm:pt modelId="{20EE5F55-42D8-46B1-9A85-40E2A664724F}" type="parTrans" cxnId="{D7DFA735-CC14-417E-A805-D36D557079AB}">
      <dgm:prSet/>
      <dgm:spPr/>
      <dgm:t>
        <a:bodyPr/>
        <a:lstStyle/>
        <a:p>
          <a:endParaRPr lang="en-US"/>
        </a:p>
      </dgm:t>
    </dgm:pt>
    <dgm:pt modelId="{3D50B2F1-E0BE-485D-8127-4E09392A4337}" type="sibTrans" cxnId="{D7DFA735-CC14-417E-A805-D36D557079AB}">
      <dgm:prSet/>
      <dgm:spPr/>
      <dgm:t>
        <a:bodyPr/>
        <a:lstStyle/>
        <a:p>
          <a:endParaRPr lang="en-US"/>
        </a:p>
      </dgm:t>
    </dgm:pt>
    <dgm:pt modelId="{C5D150C7-F01B-4EAF-A611-0967FE3C138E}">
      <dgm:prSet/>
      <dgm:spPr/>
      <dgm:t>
        <a:bodyPr/>
        <a:lstStyle/>
        <a:p>
          <a:r>
            <a:rPr lang="es-CO" dirty="0" err="1"/>
            <a:t>Win</a:t>
          </a:r>
          <a:r>
            <a:rPr lang="es-CO" dirty="0"/>
            <a:t> </a:t>
          </a:r>
          <a:r>
            <a:rPr lang="es-CO" dirty="0" err="1"/>
            <a:t>rate</a:t>
          </a:r>
          <a:endParaRPr lang="es-CO" dirty="0"/>
        </a:p>
      </dgm:t>
    </dgm:pt>
    <dgm:pt modelId="{87664034-1804-4926-8855-63278F538113}" type="parTrans" cxnId="{0DCBDECE-173B-46DE-890B-C04DD2768B1D}">
      <dgm:prSet/>
      <dgm:spPr/>
      <dgm:t>
        <a:bodyPr/>
        <a:lstStyle/>
        <a:p>
          <a:endParaRPr lang="en-US"/>
        </a:p>
      </dgm:t>
    </dgm:pt>
    <dgm:pt modelId="{667F7216-091E-442E-8352-75E84D361D87}" type="sibTrans" cxnId="{0DCBDECE-173B-46DE-890B-C04DD2768B1D}">
      <dgm:prSet/>
      <dgm:spPr/>
      <dgm:t>
        <a:bodyPr/>
        <a:lstStyle/>
        <a:p>
          <a:endParaRPr lang="en-US"/>
        </a:p>
      </dgm:t>
    </dgm:pt>
    <dgm:pt modelId="{A1B53823-8141-4C9C-B9FD-1EBE2373121F}">
      <dgm:prSet/>
      <dgm:spPr/>
      <dgm:t>
        <a:bodyPr/>
        <a:lstStyle/>
        <a:p>
          <a:r>
            <a:rPr lang="es-CO" dirty="0"/>
            <a:t>Sharpe ratio </a:t>
          </a:r>
        </a:p>
      </dgm:t>
    </dgm:pt>
    <dgm:pt modelId="{DE8A04BF-43E5-449E-A0E7-71A71BA26C1A}" type="parTrans" cxnId="{0B647C25-C791-420A-AD1F-D5F774C65922}">
      <dgm:prSet/>
      <dgm:spPr/>
      <dgm:t>
        <a:bodyPr/>
        <a:lstStyle/>
        <a:p>
          <a:endParaRPr lang="en-US"/>
        </a:p>
      </dgm:t>
    </dgm:pt>
    <dgm:pt modelId="{6D225D55-DB2D-4985-A0DB-D62C4FDBBEC4}" type="sibTrans" cxnId="{0B647C25-C791-420A-AD1F-D5F774C65922}">
      <dgm:prSet/>
      <dgm:spPr/>
      <dgm:t>
        <a:bodyPr/>
        <a:lstStyle/>
        <a:p>
          <a:endParaRPr lang="en-US"/>
        </a:p>
      </dgm:t>
    </dgm:pt>
    <dgm:pt modelId="{A462EE6E-8110-4A98-A733-1275D450D782}">
      <dgm:prSet phldrT="[Texto]"/>
      <dgm:spPr/>
      <dgm:t>
        <a:bodyPr/>
        <a:lstStyle/>
        <a:p>
          <a:r>
            <a:rPr lang="en-US" dirty="0"/>
            <a:t>Total profit</a:t>
          </a:r>
        </a:p>
      </dgm:t>
    </dgm:pt>
    <dgm:pt modelId="{1EA1C161-D565-4387-8254-2A128E52824B}" type="parTrans" cxnId="{1345D437-F792-4ED2-A349-CC34E06B6A51}">
      <dgm:prSet/>
      <dgm:spPr/>
      <dgm:t>
        <a:bodyPr/>
        <a:lstStyle/>
        <a:p>
          <a:endParaRPr lang="en-US"/>
        </a:p>
      </dgm:t>
    </dgm:pt>
    <dgm:pt modelId="{9F7F6BED-BA61-41F7-ABB0-D9E676F0E707}" type="sibTrans" cxnId="{1345D437-F792-4ED2-A349-CC34E06B6A51}">
      <dgm:prSet/>
      <dgm:spPr/>
      <dgm:t>
        <a:bodyPr/>
        <a:lstStyle/>
        <a:p>
          <a:endParaRPr lang="en-US"/>
        </a:p>
      </dgm:t>
    </dgm:pt>
    <dgm:pt modelId="{0EC8DC50-6EB9-4BF1-BC30-A4C2BD481405}">
      <dgm:prSet phldrT="[Texto]"/>
      <dgm:spPr/>
      <dgm:t>
        <a:bodyPr/>
        <a:lstStyle/>
        <a:p>
          <a:r>
            <a:rPr lang="es-CO" dirty="0"/>
            <a:t> </a:t>
          </a:r>
          <a:r>
            <a:rPr lang="es-CO" dirty="0" err="1"/>
            <a:t>Avg</a:t>
          </a:r>
          <a:r>
            <a:rPr lang="es-CO" dirty="0"/>
            <a:t> </a:t>
          </a:r>
          <a:r>
            <a:rPr lang="es-CO" dirty="0" err="1"/>
            <a:t>pnl</a:t>
          </a:r>
          <a:endParaRPr lang="en-US" dirty="0"/>
        </a:p>
      </dgm:t>
    </dgm:pt>
    <dgm:pt modelId="{178F228A-CB42-4454-93F9-FD6032C74CDB}" type="parTrans" cxnId="{87839893-42B3-4C17-B583-6B88BFEE47EE}">
      <dgm:prSet/>
      <dgm:spPr/>
      <dgm:t>
        <a:bodyPr/>
        <a:lstStyle/>
        <a:p>
          <a:endParaRPr lang="en-US"/>
        </a:p>
      </dgm:t>
    </dgm:pt>
    <dgm:pt modelId="{57681EE1-B658-4B8C-AAE8-EA7F7261E4B4}" type="sibTrans" cxnId="{87839893-42B3-4C17-B583-6B88BFEE47EE}">
      <dgm:prSet/>
      <dgm:spPr/>
      <dgm:t>
        <a:bodyPr/>
        <a:lstStyle/>
        <a:p>
          <a:endParaRPr lang="en-US"/>
        </a:p>
      </dgm:t>
    </dgm:pt>
    <dgm:pt modelId="{1B607288-8768-4F41-B276-1B1B4BC61163}">
      <dgm:prSet phldrT="[Texto]"/>
      <dgm:spPr/>
      <dgm:t>
        <a:bodyPr/>
        <a:lstStyle/>
        <a:p>
          <a:r>
            <a:rPr lang="es-CO" dirty="0"/>
            <a:t> </a:t>
          </a:r>
          <a:r>
            <a:rPr lang="es-CO" dirty="0" err="1"/>
            <a:t>Avg</a:t>
          </a:r>
          <a:r>
            <a:rPr lang="es-CO" dirty="0"/>
            <a:t> positive </a:t>
          </a:r>
          <a:r>
            <a:rPr lang="es-CO" dirty="0" err="1"/>
            <a:t>pnl</a:t>
          </a:r>
          <a:r>
            <a:rPr lang="es-CO" dirty="0"/>
            <a:t> and </a:t>
          </a:r>
          <a:r>
            <a:rPr lang="es-CO" dirty="0" err="1"/>
            <a:t>avg</a:t>
          </a:r>
          <a:r>
            <a:rPr lang="es-CO" dirty="0"/>
            <a:t> negative </a:t>
          </a:r>
          <a:r>
            <a:rPr lang="es-CO" dirty="0" err="1"/>
            <a:t>pnl</a:t>
          </a:r>
          <a:r>
            <a:rPr lang="es-CO" dirty="0"/>
            <a:t> </a:t>
          </a:r>
          <a:endParaRPr lang="en-US" dirty="0"/>
        </a:p>
      </dgm:t>
    </dgm:pt>
    <dgm:pt modelId="{B480E747-55AD-42EB-AE00-004A77D8E2E1}" type="parTrans" cxnId="{9B26313D-2500-4D40-B9CF-8622AA7CF3DA}">
      <dgm:prSet/>
      <dgm:spPr/>
      <dgm:t>
        <a:bodyPr/>
        <a:lstStyle/>
        <a:p>
          <a:endParaRPr lang="en-US"/>
        </a:p>
      </dgm:t>
    </dgm:pt>
    <dgm:pt modelId="{BCEA2EC2-0C70-40BC-A8DA-DF627920F353}" type="sibTrans" cxnId="{9B26313D-2500-4D40-B9CF-8622AA7CF3DA}">
      <dgm:prSet/>
      <dgm:spPr/>
      <dgm:t>
        <a:bodyPr/>
        <a:lstStyle/>
        <a:p>
          <a:endParaRPr lang="en-US"/>
        </a:p>
      </dgm:t>
    </dgm:pt>
    <dgm:pt modelId="{52BCBAEB-1546-4E41-A03D-29CB62216CB0}">
      <dgm:prSet/>
      <dgm:spPr/>
      <dgm:t>
        <a:bodyPr/>
        <a:lstStyle/>
        <a:p>
          <a:r>
            <a:rPr lang="es-CO" dirty="0" err="1"/>
            <a:t>Expected</a:t>
          </a:r>
          <a:r>
            <a:rPr lang="es-CO" dirty="0"/>
            <a:t> </a:t>
          </a:r>
          <a:r>
            <a:rPr lang="es-CO" dirty="0" err="1"/>
            <a:t>value</a:t>
          </a:r>
          <a:r>
            <a:rPr lang="es-CO" dirty="0"/>
            <a:t> </a:t>
          </a:r>
        </a:p>
      </dgm:t>
    </dgm:pt>
    <dgm:pt modelId="{6F536AD7-3EB2-4C29-8E93-E7DDEAAB42FD}" type="parTrans" cxnId="{09BB004A-CE1A-40C7-8809-8FAE5EE49E23}">
      <dgm:prSet/>
      <dgm:spPr/>
      <dgm:t>
        <a:bodyPr/>
        <a:lstStyle/>
        <a:p>
          <a:endParaRPr lang="en-US"/>
        </a:p>
      </dgm:t>
    </dgm:pt>
    <dgm:pt modelId="{CA1CB3D3-5EB6-45B9-A2E9-22BB743ACFF3}" type="sibTrans" cxnId="{09BB004A-CE1A-40C7-8809-8FAE5EE49E23}">
      <dgm:prSet/>
      <dgm:spPr/>
      <dgm:t>
        <a:bodyPr/>
        <a:lstStyle/>
        <a:p>
          <a:endParaRPr lang="en-US"/>
        </a:p>
      </dgm:t>
    </dgm:pt>
    <dgm:pt modelId="{8F775830-A5F5-4AC5-85E9-024A10F0CEAE}">
      <dgm:prSet phldrT="[Texto]"/>
      <dgm:spPr/>
      <dgm:t>
        <a:bodyPr/>
        <a:lstStyle/>
        <a:p>
          <a:r>
            <a:rPr lang="es-CO" dirty="0"/>
            <a:t>Distribución de las ganancias y pérdidas por </a:t>
          </a:r>
          <a:r>
            <a:rPr lang="es-CO" dirty="0" err="1"/>
            <a:t>trade</a:t>
          </a:r>
          <a:endParaRPr lang="en-US" dirty="0"/>
        </a:p>
      </dgm:t>
    </dgm:pt>
    <dgm:pt modelId="{6019E207-64CA-490D-AD02-064F764B66E4}" type="parTrans" cxnId="{960E0CE8-C6F8-49B3-A1A0-299711528C0B}">
      <dgm:prSet/>
      <dgm:spPr/>
      <dgm:t>
        <a:bodyPr/>
        <a:lstStyle/>
        <a:p>
          <a:endParaRPr lang="en-US"/>
        </a:p>
      </dgm:t>
    </dgm:pt>
    <dgm:pt modelId="{AE4677A3-9EDB-4046-997E-D37BDC48F346}" type="sibTrans" cxnId="{960E0CE8-C6F8-49B3-A1A0-299711528C0B}">
      <dgm:prSet/>
      <dgm:spPr/>
      <dgm:t>
        <a:bodyPr/>
        <a:lstStyle/>
        <a:p>
          <a:endParaRPr lang="en-US"/>
        </a:p>
      </dgm:t>
    </dgm:pt>
    <dgm:pt modelId="{C76C4549-BBFF-4BCB-855B-63DD9AF7424C}">
      <dgm:prSet/>
      <dgm:spPr/>
      <dgm:t>
        <a:bodyPr/>
        <a:lstStyle/>
        <a:p>
          <a:r>
            <a:rPr lang="en-US"/>
            <a:t>Total profit</a:t>
          </a:r>
          <a:endParaRPr lang="en-US" dirty="0"/>
        </a:p>
      </dgm:t>
    </dgm:pt>
    <dgm:pt modelId="{019A7863-0162-4F3A-A5E4-47C097A982F1}" type="parTrans" cxnId="{5D1E27E1-07D7-412D-8D85-CCE766AC7AD4}">
      <dgm:prSet/>
      <dgm:spPr/>
      <dgm:t>
        <a:bodyPr/>
        <a:lstStyle/>
        <a:p>
          <a:endParaRPr lang="en-US"/>
        </a:p>
      </dgm:t>
    </dgm:pt>
    <dgm:pt modelId="{6EA58565-610E-4A73-8923-786B4027E080}" type="sibTrans" cxnId="{5D1E27E1-07D7-412D-8D85-CCE766AC7AD4}">
      <dgm:prSet/>
      <dgm:spPr/>
      <dgm:t>
        <a:bodyPr/>
        <a:lstStyle/>
        <a:p>
          <a:endParaRPr lang="en-US"/>
        </a:p>
      </dgm:t>
    </dgm:pt>
    <dgm:pt modelId="{24004D81-78E2-401C-B133-00BABCD8A1D8}">
      <dgm:prSet/>
      <dgm:spPr/>
      <dgm:t>
        <a:bodyPr/>
        <a:lstStyle/>
        <a:p>
          <a:r>
            <a:rPr lang="es-CO"/>
            <a:t>Profit factor</a:t>
          </a:r>
          <a:endParaRPr lang="en-US" dirty="0"/>
        </a:p>
      </dgm:t>
    </dgm:pt>
    <dgm:pt modelId="{1508C4B5-5C3B-43D5-927A-1BEEBCBE55C9}" type="parTrans" cxnId="{0466ED9F-EA2D-420C-9D13-C97476168B60}">
      <dgm:prSet/>
      <dgm:spPr/>
      <dgm:t>
        <a:bodyPr/>
        <a:lstStyle/>
        <a:p>
          <a:endParaRPr lang="en-US"/>
        </a:p>
      </dgm:t>
    </dgm:pt>
    <dgm:pt modelId="{2C11807C-241F-4748-85DA-23375223DDDB}" type="sibTrans" cxnId="{0466ED9F-EA2D-420C-9D13-C97476168B60}">
      <dgm:prSet/>
      <dgm:spPr/>
      <dgm:t>
        <a:bodyPr/>
        <a:lstStyle/>
        <a:p>
          <a:endParaRPr lang="en-US"/>
        </a:p>
      </dgm:t>
    </dgm:pt>
    <dgm:pt modelId="{AB004D2C-A7FB-4B27-A126-CFEDD7F9ACF9}">
      <dgm:prSet/>
      <dgm:spPr/>
      <dgm:t>
        <a:bodyPr/>
        <a:lstStyle/>
        <a:p>
          <a:r>
            <a:rPr lang="es-CO"/>
            <a:t>Avg pnl</a:t>
          </a:r>
          <a:endParaRPr lang="en-US" dirty="0"/>
        </a:p>
      </dgm:t>
    </dgm:pt>
    <dgm:pt modelId="{478D31A3-350D-4208-A1F0-AAC9458B8C0F}" type="parTrans" cxnId="{5DD80E2E-45BC-4DA5-80FE-1DB1175EFA6F}">
      <dgm:prSet/>
      <dgm:spPr/>
      <dgm:t>
        <a:bodyPr/>
        <a:lstStyle/>
        <a:p>
          <a:endParaRPr lang="en-US"/>
        </a:p>
      </dgm:t>
    </dgm:pt>
    <dgm:pt modelId="{DADD7903-E28C-4E72-B51E-7BC527AE7097}" type="sibTrans" cxnId="{5DD80E2E-45BC-4DA5-80FE-1DB1175EFA6F}">
      <dgm:prSet/>
      <dgm:spPr/>
      <dgm:t>
        <a:bodyPr/>
        <a:lstStyle/>
        <a:p>
          <a:endParaRPr lang="en-US"/>
        </a:p>
      </dgm:t>
    </dgm:pt>
    <dgm:pt modelId="{0BB41001-BFCC-42F5-8DDC-BDDD998EE30E}">
      <dgm:prSet/>
      <dgm:spPr/>
      <dgm:t>
        <a:bodyPr/>
        <a:lstStyle/>
        <a:p>
          <a:r>
            <a:rPr lang="es-CO"/>
            <a:t>Avg positive pnl and avg negative pnl </a:t>
          </a:r>
          <a:endParaRPr lang="en-US" dirty="0"/>
        </a:p>
      </dgm:t>
    </dgm:pt>
    <dgm:pt modelId="{1DB603B2-4F83-450F-A56B-CD4CFBBCA34D}" type="parTrans" cxnId="{C64A3424-EBF7-4F75-8E49-49C472C700DC}">
      <dgm:prSet/>
      <dgm:spPr/>
      <dgm:t>
        <a:bodyPr/>
        <a:lstStyle/>
        <a:p>
          <a:endParaRPr lang="en-US"/>
        </a:p>
      </dgm:t>
    </dgm:pt>
    <dgm:pt modelId="{73C1BD77-75B3-4FA7-9BF6-8E8E2BC544D5}" type="sibTrans" cxnId="{C64A3424-EBF7-4F75-8E49-49C472C700DC}">
      <dgm:prSet/>
      <dgm:spPr/>
      <dgm:t>
        <a:bodyPr/>
        <a:lstStyle/>
        <a:p>
          <a:endParaRPr lang="en-US"/>
        </a:p>
      </dgm:t>
    </dgm:pt>
    <dgm:pt modelId="{A8458E03-7055-4739-87A2-87476FDCDB7C}">
      <dgm:prSet/>
      <dgm:spPr/>
      <dgm:t>
        <a:bodyPr/>
        <a:lstStyle/>
        <a:p>
          <a:r>
            <a:rPr lang="es-CO"/>
            <a:t>Win rate</a:t>
          </a:r>
          <a:endParaRPr lang="es-CO" dirty="0"/>
        </a:p>
      </dgm:t>
    </dgm:pt>
    <dgm:pt modelId="{9034D69D-51D4-46A1-A505-B749A25E2307}" type="parTrans" cxnId="{E9C348B5-5BEE-4FA2-BB02-0129AB74DAC0}">
      <dgm:prSet/>
      <dgm:spPr/>
      <dgm:t>
        <a:bodyPr/>
        <a:lstStyle/>
        <a:p>
          <a:endParaRPr lang="en-US"/>
        </a:p>
      </dgm:t>
    </dgm:pt>
    <dgm:pt modelId="{33EE004A-B2A5-4668-8593-0B239690F0F1}" type="sibTrans" cxnId="{E9C348B5-5BEE-4FA2-BB02-0129AB74DAC0}">
      <dgm:prSet/>
      <dgm:spPr/>
      <dgm:t>
        <a:bodyPr/>
        <a:lstStyle/>
        <a:p>
          <a:endParaRPr lang="en-US"/>
        </a:p>
      </dgm:t>
    </dgm:pt>
    <dgm:pt modelId="{A4A871A0-0023-40EE-9BA2-BED5EC3B32D6}">
      <dgm:prSet/>
      <dgm:spPr/>
      <dgm:t>
        <a:bodyPr/>
        <a:lstStyle/>
        <a:p>
          <a:r>
            <a:rPr lang="es-CO"/>
            <a:t>Expected value </a:t>
          </a:r>
          <a:endParaRPr lang="es-CO" dirty="0"/>
        </a:p>
      </dgm:t>
    </dgm:pt>
    <dgm:pt modelId="{634B735F-2AF5-4FAC-9F6B-CADE0670E126}" type="parTrans" cxnId="{68BF3EBC-7A5C-4E57-A770-E47615F0F5BA}">
      <dgm:prSet/>
      <dgm:spPr/>
      <dgm:t>
        <a:bodyPr/>
        <a:lstStyle/>
        <a:p>
          <a:endParaRPr lang="en-US"/>
        </a:p>
      </dgm:t>
    </dgm:pt>
    <dgm:pt modelId="{416B8B2D-9EEC-478B-9FE9-067B97329C5A}" type="sibTrans" cxnId="{68BF3EBC-7A5C-4E57-A770-E47615F0F5BA}">
      <dgm:prSet/>
      <dgm:spPr/>
      <dgm:t>
        <a:bodyPr/>
        <a:lstStyle/>
        <a:p>
          <a:endParaRPr lang="en-US"/>
        </a:p>
      </dgm:t>
    </dgm:pt>
    <dgm:pt modelId="{CC6D12C3-BF9F-4142-B3D9-919379CC235F}">
      <dgm:prSet/>
      <dgm:spPr/>
      <dgm:t>
        <a:bodyPr/>
        <a:lstStyle/>
        <a:p>
          <a:r>
            <a:rPr lang="es-CO"/>
            <a:t>Sharpe ratio </a:t>
          </a:r>
          <a:endParaRPr lang="es-CO" dirty="0"/>
        </a:p>
      </dgm:t>
    </dgm:pt>
    <dgm:pt modelId="{0E5D5485-744C-4F83-AD97-75A9F8C43607}" type="parTrans" cxnId="{CAB59541-8A2C-405A-8446-1E028060D4D5}">
      <dgm:prSet/>
      <dgm:spPr/>
      <dgm:t>
        <a:bodyPr/>
        <a:lstStyle/>
        <a:p>
          <a:endParaRPr lang="en-US"/>
        </a:p>
      </dgm:t>
    </dgm:pt>
    <dgm:pt modelId="{D61AD722-4CEF-4C85-927B-1ED83E40EFB0}" type="sibTrans" cxnId="{CAB59541-8A2C-405A-8446-1E028060D4D5}">
      <dgm:prSet/>
      <dgm:spPr/>
      <dgm:t>
        <a:bodyPr/>
        <a:lstStyle/>
        <a:p>
          <a:endParaRPr lang="en-US"/>
        </a:p>
      </dgm:t>
    </dgm:pt>
    <dgm:pt modelId="{A9DA4915-DC34-442D-AF91-A1A789FDCD4B}" type="pres">
      <dgm:prSet presAssocID="{0A1CAF6D-D590-48E9-9229-CC5CDFDB0263}" presName="linearFlow" presStyleCnt="0">
        <dgm:presLayoutVars>
          <dgm:dir/>
          <dgm:animLvl val="lvl"/>
          <dgm:resizeHandles val="exact"/>
        </dgm:presLayoutVars>
      </dgm:prSet>
      <dgm:spPr/>
    </dgm:pt>
    <dgm:pt modelId="{DFEEED50-92D4-421E-BEF7-2829BA4870A3}" type="pres">
      <dgm:prSet presAssocID="{104A7B61-4D8A-4BE7-9C35-6A43FED43D1E}" presName="composite" presStyleCnt="0"/>
      <dgm:spPr/>
    </dgm:pt>
    <dgm:pt modelId="{2A0CFBC6-BE07-43DB-8E15-9EF6F0B2536F}" type="pres">
      <dgm:prSet presAssocID="{104A7B61-4D8A-4BE7-9C35-6A43FED43D1E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139723C3-2016-49F4-9094-712AEF5F5990}" type="pres">
      <dgm:prSet presAssocID="{104A7B61-4D8A-4BE7-9C35-6A43FED43D1E}" presName="parSh" presStyleLbl="node1" presStyleIdx="0" presStyleCnt="2"/>
      <dgm:spPr/>
    </dgm:pt>
    <dgm:pt modelId="{BC1D6231-E85B-4125-8A80-B4D2EE189DD9}" type="pres">
      <dgm:prSet presAssocID="{104A7B61-4D8A-4BE7-9C35-6A43FED43D1E}" presName="desTx" presStyleLbl="fgAcc1" presStyleIdx="0" presStyleCnt="2">
        <dgm:presLayoutVars>
          <dgm:bulletEnabled val="1"/>
        </dgm:presLayoutVars>
      </dgm:prSet>
      <dgm:spPr/>
    </dgm:pt>
    <dgm:pt modelId="{13C5CAA2-F6D1-46AA-AE88-91AE1404744E}" type="pres">
      <dgm:prSet presAssocID="{6626584E-3B24-4607-8C60-F6827928A716}" presName="sibTrans" presStyleLbl="sibTrans2D1" presStyleIdx="0" presStyleCnt="1" custLinFactNeighborX="15109" custLinFactNeighborY="1147"/>
      <dgm:spPr/>
    </dgm:pt>
    <dgm:pt modelId="{9EEC5802-610F-40DB-AE87-92A968348F06}" type="pres">
      <dgm:prSet presAssocID="{6626584E-3B24-4607-8C60-F6827928A716}" presName="connTx" presStyleLbl="sibTrans2D1" presStyleIdx="0" presStyleCnt="1"/>
      <dgm:spPr/>
    </dgm:pt>
    <dgm:pt modelId="{A3372B7D-FC02-49A1-8014-139909ABB87C}" type="pres">
      <dgm:prSet presAssocID="{5606AF32-4311-4E19-B7A6-BB2CE7A31A57}" presName="composite" presStyleCnt="0"/>
      <dgm:spPr/>
    </dgm:pt>
    <dgm:pt modelId="{AD0F3628-17D0-45D8-815B-F17A18BBAD9A}" type="pres">
      <dgm:prSet presAssocID="{5606AF32-4311-4E19-B7A6-BB2CE7A31A57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9C980969-09E4-4D54-9FF6-BC5862563E47}" type="pres">
      <dgm:prSet presAssocID="{5606AF32-4311-4E19-B7A6-BB2CE7A31A57}" presName="parSh" presStyleLbl="node1" presStyleIdx="1" presStyleCnt="2"/>
      <dgm:spPr/>
    </dgm:pt>
    <dgm:pt modelId="{6DDEE6EA-B26E-4A5B-92E4-F4ED0E8FCFDF}" type="pres">
      <dgm:prSet presAssocID="{5606AF32-4311-4E19-B7A6-BB2CE7A31A57}" presName="desTx" presStyleLbl="fgAcc1" presStyleIdx="1" presStyleCnt="2">
        <dgm:presLayoutVars>
          <dgm:bulletEnabled val="1"/>
        </dgm:presLayoutVars>
      </dgm:prSet>
      <dgm:spPr/>
    </dgm:pt>
  </dgm:ptLst>
  <dgm:cxnLst>
    <dgm:cxn modelId="{7F0DC800-0D2A-4E9C-886D-FDFBD19407D9}" type="presOf" srcId="{24004D81-78E2-401C-B133-00BABCD8A1D8}" destId="{BC1D6231-E85B-4125-8A80-B4D2EE189DD9}" srcOrd="0" destOrd="2" presId="urn:microsoft.com/office/officeart/2005/8/layout/process3"/>
    <dgm:cxn modelId="{51617A03-A506-4989-B74D-CF9E9B9C42F4}" type="presOf" srcId="{CC6D12C3-BF9F-4142-B3D9-919379CC235F}" destId="{BC1D6231-E85B-4125-8A80-B4D2EE189DD9}" srcOrd="0" destOrd="7" presId="urn:microsoft.com/office/officeart/2005/8/layout/process3"/>
    <dgm:cxn modelId="{956E5211-85DD-4FAC-90F4-E16369CBFD3C}" type="presOf" srcId="{0BB41001-BFCC-42F5-8DDC-BDDD998EE30E}" destId="{BC1D6231-E85B-4125-8A80-B4D2EE189DD9}" srcOrd="0" destOrd="4" presId="urn:microsoft.com/office/officeart/2005/8/layout/process3"/>
    <dgm:cxn modelId="{908EE21F-7090-4A49-8D05-53BA047D25E9}" type="presOf" srcId="{C76C4549-BBFF-4BCB-855B-63DD9AF7424C}" destId="{BC1D6231-E85B-4125-8A80-B4D2EE189DD9}" srcOrd="0" destOrd="1" presId="urn:microsoft.com/office/officeart/2005/8/layout/process3"/>
    <dgm:cxn modelId="{C64A3424-EBF7-4F75-8E49-49C472C700DC}" srcId="{104A7B61-4D8A-4BE7-9C35-6A43FED43D1E}" destId="{0BB41001-BFCC-42F5-8DDC-BDDD998EE30E}" srcOrd="4" destOrd="0" parTransId="{1DB603B2-4F83-450F-A56B-CD4CFBBCA34D}" sibTransId="{73C1BD77-75B3-4FA7-9BF6-8E8E2BC544D5}"/>
    <dgm:cxn modelId="{0B647C25-C791-420A-AD1F-D5F774C65922}" srcId="{5606AF32-4311-4E19-B7A6-BB2CE7A31A57}" destId="{A1B53823-8141-4C9C-B9FD-1EBE2373121F}" srcOrd="7" destOrd="0" parTransId="{DE8A04BF-43E5-449E-A0E7-71A71BA26C1A}" sibTransId="{6D225D55-DB2D-4985-A0DB-D62C4FDBBEC4}"/>
    <dgm:cxn modelId="{FCEAC627-6A6C-430B-8397-FDE3F00BE99F}" type="presOf" srcId="{104A7B61-4D8A-4BE7-9C35-6A43FED43D1E}" destId="{139723C3-2016-49F4-9094-712AEF5F5990}" srcOrd="1" destOrd="0" presId="urn:microsoft.com/office/officeart/2005/8/layout/process3"/>
    <dgm:cxn modelId="{5DD80E2E-45BC-4DA5-80FE-1DB1175EFA6F}" srcId="{104A7B61-4D8A-4BE7-9C35-6A43FED43D1E}" destId="{AB004D2C-A7FB-4B27-A126-CFEDD7F9ACF9}" srcOrd="3" destOrd="0" parTransId="{478D31A3-350D-4208-A1F0-AAC9458B8C0F}" sibTransId="{DADD7903-E28C-4E72-B51E-7BC527AE7097}"/>
    <dgm:cxn modelId="{E8373331-2538-4B4F-BAD0-6C5F6D23B8BF}" type="presOf" srcId="{8F775830-A5F5-4AC5-85E9-024A10F0CEAE}" destId="{6DDEE6EA-B26E-4A5B-92E4-F4ED0E8FCFDF}" srcOrd="0" destOrd="0" presId="urn:microsoft.com/office/officeart/2005/8/layout/process3"/>
    <dgm:cxn modelId="{13F74035-77DD-449B-BD83-27F6A1B86EEE}" type="presOf" srcId="{6626584E-3B24-4607-8C60-F6827928A716}" destId="{9EEC5802-610F-40DB-AE87-92A968348F06}" srcOrd="1" destOrd="0" presId="urn:microsoft.com/office/officeart/2005/8/layout/process3"/>
    <dgm:cxn modelId="{D7DFA735-CC14-417E-A805-D36D557079AB}" srcId="{5606AF32-4311-4E19-B7A6-BB2CE7A31A57}" destId="{3A55ADB6-CFD5-4C8D-986E-8DE570E80C8B}" srcOrd="2" destOrd="0" parTransId="{20EE5F55-42D8-46B1-9A85-40E2A664724F}" sibTransId="{3D50B2F1-E0BE-485D-8127-4E09392A4337}"/>
    <dgm:cxn modelId="{1345D437-F792-4ED2-A349-CC34E06B6A51}" srcId="{5606AF32-4311-4E19-B7A6-BB2CE7A31A57}" destId="{A462EE6E-8110-4A98-A733-1275D450D782}" srcOrd="1" destOrd="0" parTransId="{1EA1C161-D565-4387-8254-2A128E52824B}" sibTransId="{9F7F6BED-BA61-41F7-ABB0-D9E676F0E707}"/>
    <dgm:cxn modelId="{9B26313D-2500-4D40-B9CF-8622AA7CF3DA}" srcId="{5606AF32-4311-4E19-B7A6-BB2CE7A31A57}" destId="{1B607288-8768-4F41-B276-1B1B4BC61163}" srcOrd="4" destOrd="0" parTransId="{B480E747-55AD-42EB-AE00-004A77D8E2E1}" sibTransId="{BCEA2EC2-0C70-40BC-A8DA-DF627920F353}"/>
    <dgm:cxn modelId="{CAB59541-8A2C-405A-8446-1E028060D4D5}" srcId="{104A7B61-4D8A-4BE7-9C35-6A43FED43D1E}" destId="{CC6D12C3-BF9F-4142-B3D9-919379CC235F}" srcOrd="7" destOrd="0" parTransId="{0E5D5485-744C-4F83-AD97-75A9F8C43607}" sibTransId="{D61AD722-4CEF-4C85-927B-1ED83E40EFB0}"/>
    <dgm:cxn modelId="{09BB004A-CE1A-40C7-8809-8FAE5EE49E23}" srcId="{5606AF32-4311-4E19-B7A6-BB2CE7A31A57}" destId="{52BCBAEB-1546-4E41-A03D-29CB62216CB0}" srcOrd="6" destOrd="0" parTransId="{6F536AD7-3EB2-4C29-8E93-E7DDEAAB42FD}" sibTransId="{CA1CB3D3-5EB6-45B9-A2E9-22BB743ACFF3}"/>
    <dgm:cxn modelId="{6F54BC6A-B20F-4469-89DE-559358B61CE4}" type="presOf" srcId="{A4A871A0-0023-40EE-9BA2-BED5EC3B32D6}" destId="{BC1D6231-E85B-4125-8A80-B4D2EE189DD9}" srcOrd="0" destOrd="6" presId="urn:microsoft.com/office/officeart/2005/8/layout/process3"/>
    <dgm:cxn modelId="{1A34506F-8697-4687-B3F6-267104BD3211}" type="presOf" srcId="{1B607288-8768-4F41-B276-1B1B4BC61163}" destId="{6DDEE6EA-B26E-4A5B-92E4-F4ED0E8FCFDF}" srcOrd="0" destOrd="4" presId="urn:microsoft.com/office/officeart/2005/8/layout/process3"/>
    <dgm:cxn modelId="{23E08755-2241-4FC4-AA27-34514E48B316}" type="presOf" srcId="{52BCBAEB-1546-4E41-A03D-29CB62216CB0}" destId="{6DDEE6EA-B26E-4A5B-92E4-F4ED0E8FCFDF}" srcOrd="0" destOrd="6" presId="urn:microsoft.com/office/officeart/2005/8/layout/process3"/>
    <dgm:cxn modelId="{8E190176-E9D3-47C0-990B-2503FBBE380D}" type="presOf" srcId="{6626584E-3B24-4607-8C60-F6827928A716}" destId="{13C5CAA2-F6D1-46AA-AE88-91AE1404744E}" srcOrd="0" destOrd="0" presId="urn:microsoft.com/office/officeart/2005/8/layout/process3"/>
    <dgm:cxn modelId="{E84B9E7B-9481-49D4-A505-7798A6C639EC}" type="presOf" srcId="{A8458E03-7055-4739-87A2-87476FDCDB7C}" destId="{BC1D6231-E85B-4125-8A80-B4D2EE189DD9}" srcOrd="0" destOrd="5" presId="urn:microsoft.com/office/officeart/2005/8/layout/process3"/>
    <dgm:cxn modelId="{41A0428A-5074-4A8E-B91A-72CED0B563C0}" type="presOf" srcId="{A1B53823-8141-4C9C-B9FD-1EBE2373121F}" destId="{6DDEE6EA-B26E-4A5B-92E4-F4ED0E8FCFDF}" srcOrd="0" destOrd="7" presId="urn:microsoft.com/office/officeart/2005/8/layout/process3"/>
    <dgm:cxn modelId="{C25EB48C-6769-4240-AA81-6D674FBB9A31}" type="presOf" srcId="{A462EE6E-8110-4A98-A733-1275D450D782}" destId="{6DDEE6EA-B26E-4A5B-92E4-F4ED0E8FCFDF}" srcOrd="0" destOrd="1" presId="urn:microsoft.com/office/officeart/2005/8/layout/process3"/>
    <dgm:cxn modelId="{7C09AE91-8213-4355-881A-7FE7EACA17A9}" type="presOf" srcId="{5606AF32-4311-4E19-B7A6-BB2CE7A31A57}" destId="{9C980969-09E4-4D54-9FF6-BC5862563E47}" srcOrd="1" destOrd="0" presId="urn:microsoft.com/office/officeart/2005/8/layout/process3"/>
    <dgm:cxn modelId="{87839893-42B3-4C17-B583-6B88BFEE47EE}" srcId="{5606AF32-4311-4E19-B7A6-BB2CE7A31A57}" destId="{0EC8DC50-6EB9-4BF1-BC30-A4C2BD481405}" srcOrd="3" destOrd="0" parTransId="{178F228A-CB42-4454-93F9-FD6032C74CDB}" sibTransId="{57681EE1-B658-4B8C-AAE8-EA7F7261E4B4}"/>
    <dgm:cxn modelId="{168FD099-376D-4DDE-831F-66433F49DAF8}" srcId="{104A7B61-4D8A-4BE7-9C35-6A43FED43D1E}" destId="{E50E9EC4-E9BA-4153-9E48-87C19E519DB2}" srcOrd="0" destOrd="0" parTransId="{2A1385AD-BDA0-4A6B-8B19-A9A52FC8A71A}" sibTransId="{E54B8F1D-7175-47F7-AA38-B3EDE3366BEA}"/>
    <dgm:cxn modelId="{5BFAE799-ABE5-4B1E-BD21-A912A4C8A405}" type="presOf" srcId="{0A1CAF6D-D590-48E9-9229-CC5CDFDB0263}" destId="{A9DA4915-DC34-442D-AF91-A1A789FDCD4B}" srcOrd="0" destOrd="0" presId="urn:microsoft.com/office/officeart/2005/8/layout/process3"/>
    <dgm:cxn modelId="{0466ED9F-EA2D-420C-9D13-C97476168B60}" srcId="{104A7B61-4D8A-4BE7-9C35-6A43FED43D1E}" destId="{24004D81-78E2-401C-B133-00BABCD8A1D8}" srcOrd="2" destOrd="0" parTransId="{1508C4B5-5C3B-43D5-927A-1BEEBCBE55C9}" sibTransId="{2C11807C-241F-4748-85DA-23375223DDDB}"/>
    <dgm:cxn modelId="{617303A4-E284-4BDF-A7A7-BCA1CCB740F3}" type="presOf" srcId="{E50E9EC4-E9BA-4153-9E48-87C19E519DB2}" destId="{BC1D6231-E85B-4125-8A80-B4D2EE189DD9}" srcOrd="0" destOrd="0" presId="urn:microsoft.com/office/officeart/2005/8/layout/process3"/>
    <dgm:cxn modelId="{E9C348B5-5BEE-4FA2-BB02-0129AB74DAC0}" srcId="{104A7B61-4D8A-4BE7-9C35-6A43FED43D1E}" destId="{A8458E03-7055-4739-87A2-87476FDCDB7C}" srcOrd="5" destOrd="0" parTransId="{9034D69D-51D4-46A1-A505-B749A25E2307}" sibTransId="{33EE004A-B2A5-4668-8593-0B239690F0F1}"/>
    <dgm:cxn modelId="{68BF3EBC-7A5C-4E57-A770-E47615F0F5BA}" srcId="{104A7B61-4D8A-4BE7-9C35-6A43FED43D1E}" destId="{A4A871A0-0023-40EE-9BA2-BED5EC3B32D6}" srcOrd="6" destOrd="0" parTransId="{634B735F-2AF5-4FAC-9F6B-CADE0670E126}" sibTransId="{416B8B2D-9EEC-478B-9FE9-067B97329C5A}"/>
    <dgm:cxn modelId="{5686D3CD-292A-429F-A0AB-65FCF0282011}" srcId="{0A1CAF6D-D590-48E9-9229-CC5CDFDB0263}" destId="{5606AF32-4311-4E19-B7A6-BB2CE7A31A57}" srcOrd="1" destOrd="0" parTransId="{52D645DB-84A6-47A8-9722-F1BBD7BAE11D}" sibTransId="{C30352E3-F94E-42A5-8F56-58D80B964B7B}"/>
    <dgm:cxn modelId="{0DCBDECE-173B-46DE-890B-C04DD2768B1D}" srcId="{5606AF32-4311-4E19-B7A6-BB2CE7A31A57}" destId="{C5D150C7-F01B-4EAF-A611-0967FE3C138E}" srcOrd="5" destOrd="0" parTransId="{87664034-1804-4926-8855-63278F538113}" sibTransId="{667F7216-091E-442E-8352-75E84D361D87}"/>
    <dgm:cxn modelId="{D5FE1CDC-91B0-4759-83B0-D30E4F2D71C3}" type="presOf" srcId="{104A7B61-4D8A-4BE7-9C35-6A43FED43D1E}" destId="{2A0CFBC6-BE07-43DB-8E15-9EF6F0B2536F}" srcOrd="0" destOrd="0" presId="urn:microsoft.com/office/officeart/2005/8/layout/process3"/>
    <dgm:cxn modelId="{B74A02DE-3822-45C5-9DE8-8AB69DED3AE1}" type="presOf" srcId="{AB004D2C-A7FB-4B27-A126-CFEDD7F9ACF9}" destId="{BC1D6231-E85B-4125-8A80-B4D2EE189DD9}" srcOrd="0" destOrd="3" presId="urn:microsoft.com/office/officeart/2005/8/layout/process3"/>
    <dgm:cxn modelId="{5D1E27E1-07D7-412D-8D85-CCE766AC7AD4}" srcId="{104A7B61-4D8A-4BE7-9C35-6A43FED43D1E}" destId="{C76C4549-BBFF-4BCB-855B-63DD9AF7424C}" srcOrd="1" destOrd="0" parTransId="{019A7863-0162-4F3A-A5E4-47C097A982F1}" sibTransId="{6EA58565-610E-4A73-8923-786B4027E080}"/>
    <dgm:cxn modelId="{A66282E1-ECE0-4065-BB3B-0F31F5D29FD6}" srcId="{0A1CAF6D-D590-48E9-9229-CC5CDFDB0263}" destId="{104A7B61-4D8A-4BE7-9C35-6A43FED43D1E}" srcOrd="0" destOrd="0" parTransId="{3EF47AEB-CEBA-44C6-A81B-F90AAB94CB91}" sibTransId="{6626584E-3B24-4607-8C60-F6827928A716}"/>
    <dgm:cxn modelId="{960E0CE8-C6F8-49B3-A1A0-299711528C0B}" srcId="{5606AF32-4311-4E19-B7A6-BB2CE7A31A57}" destId="{8F775830-A5F5-4AC5-85E9-024A10F0CEAE}" srcOrd="0" destOrd="0" parTransId="{6019E207-64CA-490D-AD02-064F764B66E4}" sibTransId="{AE4677A3-9EDB-4046-997E-D37BDC48F346}"/>
    <dgm:cxn modelId="{A2845DEB-26D7-457E-9ACE-02696827D6EF}" type="presOf" srcId="{0EC8DC50-6EB9-4BF1-BC30-A4C2BD481405}" destId="{6DDEE6EA-B26E-4A5B-92E4-F4ED0E8FCFDF}" srcOrd="0" destOrd="3" presId="urn:microsoft.com/office/officeart/2005/8/layout/process3"/>
    <dgm:cxn modelId="{E6451AEC-C1C9-4232-B9DB-685D5A44112A}" type="presOf" srcId="{C5D150C7-F01B-4EAF-A611-0967FE3C138E}" destId="{6DDEE6EA-B26E-4A5B-92E4-F4ED0E8FCFDF}" srcOrd="0" destOrd="5" presId="urn:microsoft.com/office/officeart/2005/8/layout/process3"/>
    <dgm:cxn modelId="{A7AC09EF-709E-4164-AD70-2BE3C8498C9A}" type="presOf" srcId="{3A55ADB6-CFD5-4C8D-986E-8DE570E80C8B}" destId="{6DDEE6EA-B26E-4A5B-92E4-F4ED0E8FCFDF}" srcOrd="0" destOrd="2" presId="urn:microsoft.com/office/officeart/2005/8/layout/process3"/>
    <dgm:cxn modelId="{9BE954FA-4D87-4092-9B27-2165C4A8D284}" type="presOf" srcId="{5606AF32-4311-4E19-B7A6-BB2CE7A31A57}" destId="{AD0F3628-17D0-45D8-815B-F17A18BBAD9A}" srcOrd="0" destOrd="0" presId="urn:microsoft.com/office/officeart/2005/8/layout/process3"/>
    <dgm:cxn modelId="{6212895F-7042-4F13-9E7A-3F69236D03B1}" type="presParOf" srcId="{A9DA4915-DC34-442D-AF91-A1A789FDCD4B}" destId="{DFEEED50-92D4-421E-BEF7-2829BA4870A3}" srcOrd="0" destOrd="0" presId="urn:microsoft.com/office/officeart/2005/8/layout/process3"/>
    <dgm:cxn modelId="{7FA0BE89-EA24-44F0-8B01-8DE0424D59D5}" type="presParOf" srcId="{DFEEED50-92D4-421E-BEF7-2829BA4870A3}" destId="{2A0CFBC6-BE07-43DB-8E15-9EF6F0B2536F}" srcOrd="0" destOrd="0" presId="urn:microsoft.com/office/officeart/2005/8/layout/process3"/>
    <dgm:cxn modelId="{05053ECD-84A3-4D8F-8A89-330890223D34}" type="presParOf" srcId="{DFEEED50-92D4-421E-BEF7-2829BA4870A3}" destId="{139723C3-2016-49F4-9094-712AEF5F5990}" srcOrd="1" destOrd="0" presId="urn:microsoft.com/office/officeart/2005/8/layout/process3"/>
    <dgm:cxn modelId="{F709691C-315C-4642-AE05-7B1A02240C90}" type="presParOf" srcId="{DFEEED50-92D4-421E-BEF7-2829BA4870A3}" destId="{BC1D6231-E85B-4125-8A80-B4D2EE189DD9}" srcOrd="2" destOrd="0" presId="urn:microsoft.com/office/officeart/2005/8/layout/process3"/>
    <dgm:cxn modelId="{85C9354E-59A3-40F6-B33D-DCF1592F7049}" type="presParOf" srcId="{A9DA4915-DC34-442D-AF91-A1A789FDCD4B}" destId="{13C5CAA2-F6D1-46AA-AE88-91AE1404744E}" srcOrd="1" destOrd="0" presId="urn:microsoft.com/office/officeart/2005/8/layout/process3"/>
    <dgm:cxn modelId="{D51E5203-7AF3-4B9C-A208-1A60906F1FA6}" type="presParOf" srcId="{13C5CAA2-F6D1-46AA-AE88-91AE1404744E}" destId="{9EEC5802-610F-40DB-AE87-92A968348F06}" srcOrd="0" destOrd="0" presId="urn:microsoft.com/office/officeart/2005/8/layout/process3"/>
    <dgm:cxn modelId="{9D76673F-673D-416F-885B-488CC7DADA52}" type="presParOf" srcId="{A9DA4915-DC34-442D-AF91-A1A789FDCD4B}" destId="{A3372B7D-FC02-49A1-8014-139909ABB87C}" srcOrd="2" destOrd="0" presId="urn:microsoft.com/office/officeart/2005/8/layout/process3"/>
    <dgm:cxn modelId="{2C954CD8-EDE5-444B-9C66-7E9FA5F72DB8}" type="presParOf" srcId="{A3372B7D-FC02-49A1-8014-139909ABB87C}" destId="{AD0F3628-17D0-45D8-815B-F17A18BBAD9A}" srcOrd="0" destOrd="0" presId="urn:microsoft.com/office/officeart/2005/8/layout/process3"/>
    <dgm:cxn modelId="{0154C4E8-6576-4ADF-8559-8D2114A898F2}" type="presParOf" srcId="{A3372B7D-FC02-49A1-8014-139909ABB87C}" destId="{9C980969-09E4-4D54-9FF6-BC5862563E47}" srcOrd="1" destOrd="0" presId="urn:microsoft.com/office/officeart/2005/8/layout/process3"/>
    <dgm:cxn modelId="{0D313F37-4B39-45D5-A153-257ABD316C0E}" type="presParOf" srcId="{A3372B7D-FC02-49A1-8014-139909ABB87C}" destId="{6DDEE6EA-B26E-4A5B-92E4-F4ED0E8FCFD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Definir la premisa del sistema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9CCAB-6E71-43F6-83E8-67C9227478B7}">
      <dsp:nvSpPr>
        <dsp:cNvPr id="0" name=""/>
        <dsp:cNvSpPr/>
      </dsp:nvSpPr>
      <dsp:spPr>
        <a:xfrm>
          <a:off x="48" y="62104"/>
          <a:ext cx="4604629" cy="518400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Mercados</a:t>
          </a:r>
          <a:endParaRPr lang="en-US" sz="1800" kern="1200" dirty="0"/>
        </a:p>
      </dsp:txBody>
      <dsp:txXfrm>
        <a:off x="48" y="62104"/>
        <a:ext cx="4604629" cy="518400"/>
      </dsp:txXfrm>
    </dsp:sp>
    <dsp:sp modelId="{40E9AB27-443D-49D3-9986-085DDDA2D334}">
      <dsp:nvSpPr>
        <dsp:cNvPr id="0" name=""/>
        <dsp:cNvSpPr/>
      </dsp:nvSpPr>
      <dsp:spPr>
        <a:xfrm>
          <a:off x="48" y="580504"/>
          <a:ext cx="4604629" cy="1889932"/>
        </a:xfrm>
        <a:prstGeom prst="rect">
          <a:avLst/>
        </a:prstGeom>
        <a:noFill/>
        <a:ln w="12700" cap="flat" cmpd="sng" algn="ctr">
          <a:solidFill>
            <a:schemeClr val="accent2">
              <a:lumMod val="7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Acciones e indicies </a:t>
          </a:r>
          <a:endParaRPr lang="en-US" sz="1800" kern="1200" dirty="0">
            <a:solidFill>
              <a:schemeClr val="accent5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>
              <a:solidFill>
                <a:schemeClr val="accent5">
                  <a:lumMod val="85000"/>
                  <a:lumOff val="15000"/>
                </a:schemeClr>
              </a:solidFill>
            </a:rPr>
            <a:t>Divisas</a:t>
          </a:r>
          <a:endParaRPr lang="es-CO" sz="1800" kern="1200" dirty="0">
            <a:solidFill>
              <a:schemeClr val="accent5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>
              <a:solidFill>
                <a:schemeClr val="accent5">
                  <a:lumMod val="85000"/>
                  <a:lumOff val="15000"/>
                </a:schemeClr>
              </a:solidFill>
            </a:rPr>
            <a:t>Materias primas </a:t>
          </a:r>
          <a:endParaRPr lang="es-CO" sz="1800" kern="1200" dirty="0">
            <a:solidFill>
              <a:schemeClr val="accent5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Bonos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Crypto</a:t>
          </a: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 divisas</a:t>
          </a:r>
        </a:p>
      </dsp:txBody>
      <dsp:txXfrm>
        <a:off x="48" y="580504"/>
        <a:ext cx="4604629" cy="1889932"/>
      </dsp:txXfrm>
    </dsp:sp>
    <dsp:sp modelId="{E665D61E-0293-4E0D-9E57-E089738327D1}">
      <dsp:nvSpPr>
        <dsp:cNvPr id="0" name=""/>
        <dsp:cNvSpPr/>
      </dsp:nvSpPr>
      <dsp:spPr>
        <a:xfrm>
          <a:off x="5249326" y="62104"/>
          <a:ext cx="4604629" cy="518400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Marcos de tiempo:</a:t>
          </a:r>
          <a:endParaRPr lang="en-US" sz="1800" kern="1200" dirty="0"/>
        </a:p>
      </dsp:txBody>
      <dsp:txXfrm>
        <a:off x="5249326" y="62104"/>
        <a:ext cx="4604629" cy="518400"/>
      </dsp:txXfrm>
    </dsp:sp>
    <dsp:sp modelId="{0D156291-7BFD-4B97-928E-2861B1A04F35}">
      <dsp:nvSpPr>
        <dsp:cNvPr id="0" name=""/>
        <dsp:cNvSpPr/>
      </dsp:nvSpPr>
      <dsp:spPr>
        <a:xfrm>
          <a:off x="5249326" y="580504"/>
          <a:ext cx="4604629" cy="1889932"/>
        </a:xfrm>
        <a:prstGeom prst="rect">
          <a:avLst/>
        </a:prstGeom>
        <a:noFill/>
        <a:ln w="12700" cap="flat" cmpd="sng" algn="ctr">
          <a:solidFill>
            <a:schemeClr val="accent2">
              <a:lumMod val="7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Tick</a:t>
          </a: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 </a:t>
          </a:r>
          <a:r>
            <a:rPr lang="es-CO" sz="18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bars</a:t>
          </a: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, </a:t>
          </a:r>
          <a:r>
            <a:rPr lang="es-CO" sz="18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tick</a:t>
          </a: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 volumen </a:t>
          </a:r>
          <a:r>
            <a:rPr lang="es-CO" sz="18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bars</a:t>
          </a: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, </a:t>
          </a:r>
          <a:r>
            <a:rPr lang="es-CO" sz="18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etc</a:t>
          </a:r>
          <a:endParaRPr lang="en-US" sz="1800" kern="1200" dirty="0">
            <a:solidFill>
              <a:schemeClr val="accent5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Intradía (pueden ser más difícil de predecir porque hay más ruido)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>
              <a:solidFill>
                <a:schemeClr val="accent5">
                  <a:lumMod val="85000"/>
                  <a:lumOff val="15000"/>
                </a:schemeClr>
              </a:solidFill>
            </a:rPr>
            <a:t>Diarios </a:t>
          </a:r>
          <a:endParaRPr lang="es-CO" sz="1800" kern="1200" dirty="0">
            <a:solidFill>
              <a:schemeClr val="accent5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kern="1200">
              <a:solidFill>
                <a:schemeClr val="accent5">
                  <a:lumMod val="85000"/>
                  <a:lumOff val="15000"/>
                </a:schemeClr>
              </a:solidFill>
            </a:rPr>
            <a:t>Semanales o mensuales (“son más fáciles de predecir”)</a:t>
          </a:r>
          <a:endParaRPr lang="es-CO" sz="1800" kern="120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5249326" y="580504"/>
        <a:ext cx="4604629" cy="18899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8FAB6-53F8-4A5F-820C-7905EA3A565D}">
      <dsp:nvSpPr>
        <dsp:cNvPr id="0" name=""/>
        <dsp:cNvSpPr/>
      </dsp:nvSpPr>
      <dsp:spPr>
        <a:xfrm rot="10800000">
          <a:off x="2115918" y="421"/>
          <a:ext cx="7421483" cy="986388"/>
        </a:xfrm>
        <a:prstGeom prst="homePlate">
          <a:avLst/>
        </a:pr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497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chemeClr val="accent5">
                  <a:lumMod val="50000"/>
                  <a:lumOff val="50000"/>
                </a:schemeClr>
              </a:solidFill>
            </a:rPr>
            <a:t>Definan el mercado: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S&amp;P 500, </a:t>
          </a:r>
          <a:r>
            <a:rPr lang="en-US" sz="1600" b="1" kern="1200" dirty="0" err="1">
              <a:solidFill>
                <a:schemeClr val="tx1"/>
              </a:solidFill>
            </a:rPr>
            <a:t>representado</a:t>
          </a:r>
          <a:r>
            <a:rPr lang="en-US" sz="1600" b="1" kern="1200" dirty="0">
              <a:solidFill>
                <a:schemeClr val="tx1"/>
              </a:solidFill>
            </a:rPr>
            <a:t> </a:t>
          </a:r>
          <a:r>
            <a:rPr lang="en-US" sz="1600" b="1" kern="1200" dirty="0" err="1">
              <a:solidFill>
                <a:schemeClr val="tx1"/>
              </a:solidFill>
            </a:rPr>
            <a:t>por</a:t>
          </a:r>
          <a:r>
            <a:rPr lang="en-US" sz="1600" b="1" kern="1200" dirty="0">
              <a:solidFill>
                <a:schemeClr val="tx1"/>
              </a:solidFill>
            </a:rPr>
            <a:t> </a:t>
          </a:r>
          <a:r>
            <a:rPr lang="en-US" sz="1600" b="1" kern="1200" dirty="0" err="1">
              <a:solidFill>
                <a:schemeClr val="tx1"/>
              </a:solidFill>
            </a:rPr>
            <a:t>el</a:t>
          </a:r>
          <a:r>
            <a:rPr lang="en-US" sz="1600" b="1" kern="1200" dirty="0">
              <a:solidFill>
                <a:schemeClr val="tx1"/>
              </a:solidFill>
            </a:rPr>
            <a:t> SPY</a:t>
          </a:r>
        </a:p>
      </dsp:txBody>
      <dsp:txXfrm rot="10800000">
        <a:off x="2362515" y="421"/>
        <a:ext cx="7174886" cy="986388"/>
      </dsp:txXfrm>
    </dsp:sp>
    <dsp:sp modelId="{41B9797F-AAA7-4454-AD9C-5415F1F95F95}">
      <dsp:nvSpPr>
        <dsp:cNvPr id="0" name=""/>
        <dsp:cNvSpPr/>
      </dsp:nvSpPr>
      <dsp:spPr>
        <a:xfrm>
          <a:off x="1622723" y="421"/>
          <a:ext cx="986388" cy="98638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F23E9-39E6-490A-A6E6-465F7D7F44BA}">
      <dsp:nvSpPr>
        <dsp:cNvPr id="0" name=""/>
        <dsp:cNvSpPr/>
      </dsp:nvSpPr>
      <dsp:spPr>
        <a:xfrm rot="10800000">
          <a:off x="2115918" y="1233407"/>
          <a:ext cx="7421483" cy="986388"/>
        </a:xfrm>
        <a:prstGeom prst="homePlate">
          <a:avLst/>
        </a:pr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497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chemeClr val="accent5">
                  <a:lumMod val="50000"/>
                  <a:lumOff val="50000"/>
                </a:schemeClr>
              </a:solidFill>
            </a:rPr>
            <a:t>Escojan el marco de tiempo. Esto debe basarse en la forma que van a operar: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>
              <a:solidFill>
                <a:schemeClr val="accent5">
                  <a:lumMod val="50000"/>
                  <a:lumOff val="50000"/>
                </a:schemeClr>
              </a:solidFill>
            </a:rPr>
            <a:t>Diario </a:t>
          </a:r>
          <a:endParaRPr lang="en-US" sz="1600" b="1" kern="1200" dirty="0"/>
        </a:p>
      </dsp:txBody>
      <dsp:txXfrm rot="10800000">
        <a:off x="2362515" y="1233407"/>
        <a:ext cx="7174886" cy="986388"/>
      </dsp:txXfrm>
    </dsp:sp>
    <dsp:sp modelId="{C6530AED-B0AF-4121-A053-FA3781EF5624}">
      <dsp:nvSpPr>
        <dsp:cNvPr id="0" name=""/>
        <dsp:cNvSpPr/>
      </dsp:nvSpPr>
      <dsp:spPr>
        <a:xfrm>
          <a:off x="1622723" y="1233407"/>
          <a:ext cx="986388" cy="98638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02912-1F4C-4FA9-B394-FE3B1448A5B3}">
      <dsp:nvSpPr>
        <dsp:cNvPr id="0" name=""/>
        <dsp:cNvSpPr/>
      </dsp:nvSpPr>
      <dsp:spPr>
        <a:xfrm rot="10800000">
          <a:off x="2115918" y="2466393"/>
          <a:ext cx="7421483" cy="986388"/>
        </a:xfrm>
        <a:prstGeom prst="homePlate">
          <a:avLst/>
        </a:pr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497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chemeClr val="accent5">
                  <a:lumMod val="50000"/>
                  <a:lumOff val="50000"/>
                </a:schemeClr>
              </a:solidFill>
            </a:rPr>
            <a:t>Entienda que tipo de estrategia les funciona mejor: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>
              <a:solidFill>
                <a:schemeClr val="accent5">
                  <a:lumMod val="50000"/>
                  <a:lumOff val="50000"/>
                </a:schemeClr>
              </a:solidFill>
            </a:rPr>
            <a:t>Queda difícil hacer una estrategia intradía por el tiempo. Me queda mejor correr los modelos al cierre del mercado y tomar la posición el día siguiente </a:t>
          </a:r>
          <a:endParaRPr lang="en-US" sz="1600" b="1" kern="1200" dirty="0"/>
        </a:p>
      </dsp:txBody>
      <dsp:txXfrm rot="10800000">
        <a:off x="2362515" y="2466393"/>
        <a:ext cx="7174886" cy="986388"/>
      </dsp:txXfrm>
    </dsp:sp>
    <dsp:sp modelId="{566AFE1D-DEB4-4435-B906-021584C4E614}">
      <dsp:nvSpPr>
        <dsp:cNvPr id="0" name=""/>
        <dsp:cNvSpPr/>
      </dsp:nvSpPr>
      <dsp:spPr>
        <a:xfrm>
          <a:off x="1622723" y="2466393"/>
          <a:ext cx="986388" cy="98638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Definir la premisa/ </a:t>
          </a:r>
          <a:r>
            <a:rPr lang="es-CO" sz="1300" kern="1200" dirty="0" err="1">
              <a:solidFill>
                <a:schemeClr val="accent5">
                  <a:lumMod val="85000"/>
                  <a:lumOff val="15000"/>
                </a:schemeClr>
              </a:solidFill>
            </a:rPr>
            <a:t>hipotesis</a:t>
          </a: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 del sistema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18637-C58B-4790-BBBE-7A7A484900BA}">
      <dsp:nvSpPr>
        <dsp:cNvPr id="0" name=""/>
        <dsp:cNvSpPr/>
      </dsp:nvSpPr>
      <dsp:spPr>
        <a:xfrm>
          <a:off x="0" y="0"/>
          <a:ext cx="7277978" cy="81186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accent5">
                  <a:lumMod val="95000"/>
                  <a:lumOff val="5000"/>
                </a:schemeClr>
              </a:solidFill>
            </a:rPr>
            <a:t>Debe ser concreta y simple.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accent5">
                  <a:lumMod val="95000"/>
                  <a:lumOff val="5000"/>
                </a:schemeClr>
              </a:solidFill>
            </a:rPr>
            <a:t>Puede ser por</a:t>
          </a:r>
          <a:endParaRPr lang="en-US" sz="1800" kern="1200" dirty="0">
            <a:solidFill>
              <a:schemeClr val="accent5">
                <a:lumMod val="95000"/>
                <a:lumOff val="5000"/>
              </a:schemeClr>
            </a:solidFill>
          </a:endParaRPr>
        </a:p>
      </dsp:txBody>
      <dsp:txXfrm>
        <a:off x="23779" y="23779"/>
        <a:ext cx="7230420" cy="764308"/>
      </dsp:txXfrm>
    </dsp:sp>
    <dsp:sp modelId="{174C18E8-922B-41F2-B1BA-DEBAC329E551}">
      <dsp:nvSpPr>
        <dsp:cNvPr id="0" name=""/>
        <dsp:cNvSpPr/>
      </dsp:nvSpPr>
      <dsp:spPr>
        <a:xfrm>
          <a:off x="2688" y="995253"/>
          <a:ext cx="3492312" cy="81186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accent5">
                  <a:lumMod val="95000"/>
                  <a:lumOff val="5000"/>
                </a:schemeClr>
              </a:solidFill>
            </a:rPr>
            <a:t>Activo</a:t>
          </a:r>
          <a:endParaRPr lang="en-US" sz="1800" kern="1200" dirty="0">
            <a:solidFill>
              <a:schemeClr val="accent5">
                <a:lumMod val="95000"/>
                <a:lumOff val="5000"/>
              </a:schemeClr>
            </a:solidFill>
          </a:endParaRPr>
        </a:p>
      </dsp:txBody>
      <dsp:txXfrm>
        <a:off x="26467" y="1019032"/>
        <a:ext cx="3444754" cy="764308"/>
      </dsp:txXfrm>
    </dsp:sp>
    <dsp:sp modelId="{EDA6EF75-97E8-45E2-9DC6-FB52E8963F1C}">
      <dsp:nvSpPr>
        <dsp:cNvPr id="0" name=""/>
        <dsp:cNvSpPr/>
      </dsp:nvSpPr>
      <dsp:spPr>
        <a:xfrm>
          <a:off x="3788355" y="995253"/>
          <a:ext cx="3492312" cy="81186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5">
                  <a:lumMod val="95000"/>
                  <a:lumOff val="5000"/>
                </a:schemeClr>
              </a:solidFill>
            </a:rPr>
            <a:t>Asset class/ conjunto de </a:t>
          </a:r>
          <a:r>
            <a:rPr lang="en-US" sz="1800" kern="1200" dirty="0" err="1">
              <a:solidFill>
                <a:schemeClr val="accent5">
                  <a:lumMod val="95000"/>
                  <a:lumOff val="5000"/>
                </a:schemeClr>
              </a:solidFill>
            </a:rPr>
            <a:t>activos</a:t>
          </a:r>
          <a:endParaRPr lang="en-US" sz="1800" kern="1200" dirty="0">
            <a:solidFill>
              <a:schemeClr val="accent5">
                <a:lumMod val="95000"/>
                <a:lumOff val="5000"/>
              </a:schemeClr>
            </a:solidFill>
          </a:endParaRPr>
        </a:p>
      </dsp:txBody>
      <dsp:txXfrm>
        <a:off x="3812134" y="1019032"/>
        <a:ext cx="3444754" cy="7643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2E6C1-9124-4C2C-BDE7-07E78EF47AD8}">
      <dsp:nvSpPr>
        <dsp:cNvPr id="0" name=""/>
        <dsp:cNvSpPr/>
      </dsp:nvSpPr>
      <dsp:spPr>
        <a:xfrm>
          <a:off x="1189865" y="70"/>
          <a:ext cx="2247493" cy="134849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1B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>
              <a:solidFill>
                <a:schemeClr val="tx1">
                  <a:lumMod val="75000"/>
                </a:schemeClr>
              </a:solidFill>
            </a:rPr>
            <a:t>Entender bien qué clase de precio se tiene: </a:t>
          </a:r>
          <a:endParaRPr lang="en-US" sz="14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Settlement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 Price</a:t>
          </a:r>
          <a:endParaRPr lang="en-US" sz="11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Ultimo precio del día (</a:t>
          </a: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bid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or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ask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Fixing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price</a:t>
          </a:r>
          <a:endParaRPr lang="es-CO" sz="11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1229361" y="39566"/>
        <a:ext cx="2168501" cy="1269504"/>
      </dsp:txXfrm>
    </dsp:sp>
    <dsp:sp modelId="{6DFB13E0-1A07-4BEE-9C32-47E8A99FF84D}">
      <dsp:nvSpPr>
        <dsp:cNvPr id="0" name=""/>
        <dsp:cNvSpPr/>
      </dsp:nvSpPr>
      <dsp:spPr>
        <a:xfrm>
          <a:off x="3635138" y="395629"/>
          <a:ext cx="476468" cy="557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635138" y="507105"/>
        <a:ext cx="333528" cy="334426"/>
      </dsp:txXfrm>
    </dsp:sp>
    <dsp:sp modelId="{4432EB85-2B97-4EB0-B621-120818B8A0B7}">
      <dsp:nvSpPr>
        <dsp:cNvPr id="0" name=""/>
        <dsp:cNvSpPr/>
      </dsp:nvSpPr>
      <dsp:spPr>
        <a:xfrm>
          <a:off x="4336356" y="70"/>
          <a:ext cx="2247493" cy="134849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1B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>
              <a:solidFill>
                <a:schemeClr val="tx1">
                  <a:lumMod val="75000"/>
                </a:schemeClr>
              </a:solidFill>
            </a:rPr>
            <a:t>Seleccionar el periodo de análisis. </a:t>
          </a:r>
          <a:endParaRPr lang="en-US" sz="14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Se recomienda al menos tener 10 años de historia para diario </a:t>
          </a:r>
          <a:endParaRPr lang="en-US" sz="11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 err="1">
              <a:solidFill>
                <a:schemeClr val="tx1">
                  <a:lumMod val="75000"/>
                </a:schemeClr>
              </a:solidFill>
            </a:rPr>
            <a:t>Intradia</a:t>
          </a:r>
          <a:r>
            <a:rPr lang="en-US" sz="1100" kern="1200" dirty="0">
              <a:solidFill>
                <a:schemeClr val="tx1">
                  <a:lumMod val="75000"/>
                </a:schemeClr>
              </a:solidFill>
            </a:rPr>
            <a:t> dos 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años</a:t>
          </a:r>
          <a:endParaRPr lang="en-US" sz="11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4375852" y="39566"/>
        <a:ext cx="2168501" cy="1269504"/>
      </dsp:txXfrm>
    </dsp:sp>
    <dsp:sp modelId="{F63E6B3D-B1A5-4381-B027-8A02AD2EC631}">
      <dsp:nvSpPr>
        <dsp:cNvPr id="0" name=""/>
        <dsp:cNvSpPr/>
      </dsp:nvSpPr>
      <dsp:spPr>
        <a:xfrm>
          <a:off x="6781629" y="395629"/>
          <a:ext cx="476468" cy="557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781629" y="507105"/>
        <a:ext cx="333528" cy="334426"/>
      </dsp:txXfrm>
    </dsp:sp>
    <dsp:sp modelId="{53C27F8F-D9BE-482E-9B5D-0951BBF11943}">
      <dsp:nvSpPr>
        <dsp:cNvPr id="0" name=""/>
        <dsp:cNvSpPr/>
      </dsp:nvSpPr>
      <dsp:spPr>
        <a:xfrm>
          <a:off x="7482847" y="70"/>
          <a:ext cx="2247493" cy="134849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1B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 dirty="0">
              <a:solidFill>
                <a:schemeClr val="tx1">
                  <a:lumMod val="75000"/>
                </a:schemeClr>
              </a:solidFill>
            </a:rPr>
            <a:t>¿En el caso de futuros como se va a manejar el </a:t>
          </a:r>
          <a:r>
            <a:rPr lang="es-ES" sz="1400" kern="1200" noProof="0" dirty="0" err="1">
              <a:solidFill>
                <a:schemeClr val="tx1">
                  <a:lumMod val="75000"/>
                </a:schemeClr>
              </a:solidFill>
            </a:rPr>
            <a:t>rollover</a:t>
          </a:r>
          <a:r>
            <a:rPr lang="es-ES" sz="1400" kern="1200" noProof="0" dirty="0">
              <a:solidFill>
                <a:schemeClr val="tx1">
                  <a:lumMod val="75000"/>
                </a:schemeClr>
              </a:solidFill>
            </a:rPr>
            <a:t>?</a:t>
          </a:r>
          <a:r>
            <a:rPr lang="es-CO" sz="1400" kern="1200" noProof="0" dirty="0">
              <a:solidFill>
                <a:schemeClr val="tx1">
                  <a:lumMod val="75000"/>
                </a:schemeClr>
              </a:solidFill>
            </a:rPr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noProof="0" dirty="0">
              <a:solidFill>
                <a:schemeClr val="tx1">
                  <a:lumMod val="75000"/>
                </a:schemeClr>
              </a:solidFill>
            </a:rPr>
            <a:t>Crear contratos continuos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noProof="0" dirty="0">
              <a:solidFill>
                <a:schemeClr val="tx1">
                  <a:lumMod val="75000"/>
                </a:schemeClr>
              </a:solidFill>
            </a:rPr>
            <a:t>Excluir las fechas antes del LTD</a:t>
          </a:r>
        </a:p>
      </dsp:txBody>
      <dsp:txXfrm>
        <a:off x="7522343" y="39566"/>
        <a:ext cx="2168501" cy="1269504"/>
      </dsp:txXfrm>
    </dsp:sp>
    <dsp:sp modelId="{EC786D5E-8CF3-41B6-BF02-DFB999BFB43F}">
      <dsp:nvSpPr>
        <dsp:cNvPr id="0" name=""/>
        <dsp:cNvSpPr/>
      </dsp:nvSpPr>
      <dsp:spPr>
        <a:xfrm rot="5400000">
          <a:off x="8368359" y="1505891"/>
          <a:ext cx="476468" cy="557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8439380" y="1546346"/>
        <a:ext cx="334426" cy="333528"/>
      </dsp:txXfrm>
    </dsp:sp>
    <dsp:sp modelId="{91D6DDFC-8947-4082-A8D0-D298E3E40E8C}">
      <dsp:nvSpPr>
        <dsp:cNvPr id="0" name=""/>
        <dsp:cNvSpPr/>
      </dsp:nvSpPr>
      <dsp:spPr>
        <a:xfrm>
          <a:off x="7482847" y="2247564"/>
          <a:ext cx="2247493" cy="134849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1B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>
              <a:solidFill>
                <a:schemeClr val="tx1">
                  <a:lumMod val="75000"/>
                </a:schemeClr>
              </a:solidFill>
            </a:rPr>
            <a:t>Verificar errores o cosas extrañas en los datos</a:t>
          </a:r>
          <a:endParaRPr lang="en-US" sz="14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dirty="0" err="1">
              <a:solidFill>
                <a:schemeClr val="tx1">
                  <a:lumMod val="75000"/>
                </a:schemeClr>
              </a:solidFill>
            </a:rPr>
            <a:t>Outliers</a:t>
          </a: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 en el precio</a:t>
          </a:r>
          <a:endParaRPr lang="en-US" sz="11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dirty="0">
              <a:solidFill>
                <a:schemeClr val="tx1">
                  <a:lumMod val="75000"/>
                </a:schemeClr>
              </a:solidFill>
            </a:rPr>
            <a:t>Volúmenes</a:t>
          </a:r>
          <a:endParaRPr lang="en-US" sz="11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7522343" y="2287060"/>
        <a:ext cx="2168501" cy="1269504"/>
      </dsp:txXfrm>
    </dsp:sp>
    <dsp:sp modelId="{9A2E0A0A-CCAA-47D5-BCFB-54F3B58B64A9}">
      <dsp:nvSpPr>
        <dsp:cNvPr id="0" name=""/>
        <dsp:cNvSpPr/>
      </dsp:nvSpPr>
      <dsp:spPr>
        <a:xfrm rot="10800000">
          <a:off x="6808599" y="2643123"/>
          <a:ext cx="476468" cy="557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6951539" y="2754599"/>
        <a:ext cx="333528" cy="334426"/>
      </dsp:txXfrm>
    </dsp:sp>
    <dsp:sp modelId="{AAB341C1-F5F5-4E8D-9249-5B2DF0EC5CD3}">
      <dsp:nvSpPr>
        <dsp:cNvPr id="0" name=""/>
        <dsp:cNvSpPr/>
      </dsp:nvSpPr>
      <dsp:spPr>
        <a:xfrm>
          <a:off x="4336356" y="2247564"/>
          <a:ext cx="2247493" cy="134849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1B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>
              <a:solidFill>
                <a:schemeClr val="tx1">
                  <a:lumMod val="75000"/>
                </a:schemeClr>
              </a:solidFill>
            </a:rPr>
            <a:t>Como se van a manejar los festivos</a:t>
          </a:r>
          <a:endParaRPr lang="en-US" sz="14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4375852" y="2287060"/>
        <a:ext cx="2168501" cy="1269504"/>
      </dsp:txXfrm>
    </dsp:sp>
    <dsp:sp modelId="{AE1A6EE4-46FC-4A05-9E8A-7999088781F5}">
      <dsp:nvSpPr>
        <dsp:cNvPr id="0" name=""/>
        <dsp:cNvSpPr/>
      </dsp:nvSpPr>
      <dsp:spPr>
        <a:xfrm rot="10800000">
          <a:off x="3662108" y="2643123"/>
          <a:ext cx="476468" cy="5573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3805048" y="2754599"/>
        <a:ext cx="333528" cy="334426"/>
      </dsp:txXfrm>
    </dsp:sp>
    <dsp:sp modelId="{2ACB6669-9CAF-42B9-B7FF-7C4EDC1A06DE}">
      <dsp:nvSpPr>
        <dsp:cNvPr id="0" name=""/>
        <dsp:cNvSpPr/>
      </dsp:nvSpPr>
      <dsp:spPr>
        <a:xfrm>
          <a:off x="1189865" y="2247564"/>
          <a:ext cx="2247493" cy="134849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1B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>
              <a:solidFill>
                <a:schemeClr val="tx1">
                  <a:lumMod val="75000"/>
                </a:schemeClr>
              </a:solidFill>
            </a:rPr>
            <a:t>Que eventos importantes tienen los datos que puedan afectar el sistema</a:t>
          </a:r>
          <a:endParaRPr lang="en-US" sz="1400" kern="1200" dirty="0">
            <a:solidFill>
              <a:schemeClr val="tx1">
                <a:lumMod val="7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 err="1">
              <a:solidFill>
                <a:schemeClr val="tx1">
                  <a:lumMod val="75000"/>
                </a:schemeClr>
              </a:solidFill>
            </a:rPr>
            <a:t>Ejemplo</a:t>
          </a:r>
          <a:r>
            <a:rPr lang="en-US" sz="1100" kern="1200" dirty="0">
              <a:solidFill>
                <a:schemeClr val="tx1">
                  <a:lumMod val="75000"/>
                </a:schemeClr>
              </a:solidFill>
            </a:rPr>
            <a:t> USDCOP y </a:t>
          </a:r>
          <a:r>
            <a:rPr lang="en-US" sz="1100" kern="1200" dirty="0" err="1">
              <a:solidFill>
                <a:schemeClr val="tx1">
                  <a:lumMod val="75000"/>
                </a:schemeClr>
              </a:solidFill>
            </a:rPr>
            <a:t>cambio</a:t>
          </a:r>
          <a:r>
            <a:rPr lang="en-US" sz="1100" kern="1200" dirty="0">
              <a:solidFill>
                <a:schemeClr val="tx1">
                  <a:lumMod val="75000"/>
                </a:schemeClr>
              </a:solidFill>
            </a:rPr>
            <a:t> de </a:t>
          </a:r>
          <a:r>
            <a:rPr lang="en-US" sz="1100" kern="1200" dirty="0" err="1">
              <a:solidFill>
                <a:schemeClr val="tx1">
                  <a:lumMod val="75000"/>
                </a:schemeClr>
              </a:solidFill>
            </a:rPr>
            <a:t>bandas</a:t>
          </a:r>
          <a:r>
            <a:rPr lang="en-US" sz="1100" kern="1200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n-US" sz="1100" kern="1200" dirty="0" err="1">
              <a:solidFill>
                <a:schemeClr val="tx1">
                  <a:lumMod val="75000"/>
                </a:schemeClr>
              </a:solidFill>
            </a:rPr>
            <a:t>cambiarias</a:t>
          </a:r>
          <a:endParaRPr lang="en-US" sz="11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1229361" y="2287060"/>
        <a:ext cx="2168501" cy="12695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7643E-FA4C-49EB-8210-C59EBC3F12A8}">
      <dsp:nvSpPr>
        <dsp:cNvPr id="0" name=""/>
        <dsp:cNvSpPr/>
      </dsp:nvSpPr>
      <dsp:spPr>
        <a:xfrm>
          <a:off x="3168" y="821683"/>
          <a:ext cx="1683348" cy="47716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Estacionalidades</a:t>
          </a:r>
          <a:endParaRPr lang="en-US" sz="1300" kern="1200" dirty="0"/>
        </a:p>
      </dsp:txBody>
      <dsp:txXfrm>
        <a:off x="3168" y="821683"/>
        <a:ext cx="1683348" cy="477160"/>
      </dsp:txXfrm>
    </dsp:sp>
    <dsp:sp modelId="{CDD0916F-14CC-47E3-9E1D-2074172307D2}">
      <dsp:nvSpPr>
        <dsp:cNvPr id="0" name=""/>
        <dsp:cNvSpPr/>
      </dsp:nvSpPr>
      <dsp:spPr>
        <a:xfrm>
          <a:off x="3168" y="1298843"/>
          <a:ext cx="1683348" cy="1364951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>
              <a:solidFill>
                <a:schemeClr val="tx1">
                  <a:lumMod val="75000"/>
                </a:schemeClr>
              </a:solidFill>
            </a:rPr>
            <a:t>Intradia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Mensual 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1" kern="1200">
              <a:solidFill>
                <a:schemeClr val="tx1">
                  <a:lumMod val="75000"/>
                </a:schemeClr>
              </a:solidFill>
            </a:rPr>
            <a:t>Diaria </a:t>
          </a:r>
          <a:endParaRPr lang="es-CO" sz="1300" b="1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1" kern="1200" dirty="0">
              <a:solidFill>
                <a:schemeClr val="tx1">
                  <a:lumMod val="75000"/>
                </a:schemeClr>
              </a:solidFill>
            </a:rPr>
            <a:t>Dia del año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>
                  <a:lumMod val="75000"/>
                </a:schemeClr>
              </a:solidFill>
            </a:rPr>
            <a:t>Pago de </a:t>
          </a:r>
          <a:r>
            <a:rPr lang="en-US" sz="1300" kern="1200" dirty="0" err="1">
              <a:solidFill>
                <a:schemeClr val="tx1">
                  <a:lumMod val="75000"/>
                </a:schemeClr>
              </a:solidFill>
            </a:rPr>
            <a:t>impuestos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3168" y="1298843"/>
        <a:ext cx="1683348" cy="1364951"/>
      </dsp:txXfrm>
    </dsp:sp>
    <dsp:sp modelId="{C702EA3D-305B-466F-BC31-0E6FD18DB89B}">
      <dsp:nvSpPr>
        <dsp:cNvPr id="0" name=""/>
        <dsp:cNvSpPr/>
      </dsp:nvSpPr>
      <dsp:spPr>
        <a:xfrm>
          <a:off x="1922185" y="821683"/>
          <a:ext cx="1683348" cy="47716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 err="1"/>
            <a:t>Trend</a:t>
          </a:r>
          <a:r>
            <a:rPr lang="es-CO" sz="1300" b="1" kern="1200" dirty="0"/>
            <a:t> </a:t>
          </a:r>
          <a:r>
            <a:rPr lang="es-CO" sz="1300" b="1" kern="1200" dirty="0" err="1"/>
            <a:t>following</a:t>
          </a:r>
          <a:endParaRPr lang="en-US" sz="1300" kern="1200" dirty="0"/>
        </a:p>
      </dsp:txBody>
      <dsp:txXfrm>
        <a:off x="1922185" y="821683"/>
        <a:ext cx="1683348" cy="477160"/>
      </dsp:txXfrm>
    </dsp:sp>
    <dsp:sp modelId="{18453CF5-841A-4AD9-BE05-8D2DCBA902C4}">
      <dsp:nvSpPr>
        <dsp:cNvPr id="0" name=""/>
        <dsp:cNvSpPr/>
      </dsp:nvSpPr>
      <dsp:spPr>
        <a:xfrm>
          <a:off x="1922185" y="1298843"/>
          <a:ext cx="1683348" cy="1364951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 err="1">
              <a:solidFill>
                <a:schemeClr val="tx1">
                  <a:lumMod val="75000"/>
                </a:schemeClr>
              </a:solidFill>
            </a:rPr>
            <a:t>Breakouts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>
              <a:solidFill>
                <a:schemeClr val="tx1">
                  <a:lumMod val="75000"/>
                </a:schemeClr>
              </a:solidFill>
            </a:rPr>
            <a:t>Promedios móviles o métodos de suavizamiento </a:t>
          </a:r>
          <a:endParaRPr lang="es-CO" sz="1300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Análisis cíclico 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>
              <a:solidFill>
                <a:schemeClr val="tx1">
                  <a:lumMod val="75000"/>
                </a:schemeClr>
              </a:solidFill>
            </a:rPr>
            <a:t>Indicadores</a:t>
          </a:r>
          <a:r>
            <a:rPr lang="en-US" sz="1300" kern="1200" dirty="0">
              <a:solidFill>
                <a:schemeClr val="tx1">
                  <a:lumMod val="75000"/>
                </a:schemeClr>
              </a:solidFill>
            </a:rPr>
            <a:t> </a:t>
          </a:r>
          <a:r>
            <a:rPr lang="en-US" sz="1300" kern="1200" dirty="0" err="1">
              <a:solidFill>
                <a:schemeClr val="tx1">
                  <a:lumMod val="75000"/>
                </a:schemeClr>
              </a:solidFill>
            </a:rPr>
            <a:t>tecnicos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1922185" y="1298843"/>
        <a:ext cx="1683348" cy="1364951"/>
      </dsp:txXfrm>
    </dsp:sp>
    <dsp:sp modelId="{14E6B7CE-5E2C-49E4-840D-FCB0E6EE35ED}">
      <dsp:nvSpPr>
        <dsp:cNvPr id="0" name=""/>
        <dsp:cNvSpPr/>
      </dsp:nvSpPr>
      <dsp:spPr>
        <a:xfrm>
          <a:off x="3841202" y="821683"/>
          <a:ext cx="1683348" cy="47716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 err="1"/>
            <a:t>Countertrend</a:t>
          </a:r>
          <a:endParaRPr lang="en-US" sz="1300" kern="1200" dirty="0"/>
        </a:p>
      </dsp:txBody>
      <dsp:txXfrm>
        <a:off x="3841202" y="821683"/>
        <a:ext cx="1683348" cy="477160"/>
      </dsp:txXfrm>
    </dsp:sp>
    <dsp:sp modelId="{8A0C57C3-510C-4428-BD6A-8DA112A82216}">
      <dsp:nvSpPr>
        <dsp:cNvPr id="0" name=""/>
        <dsp:cNvSpPr/>
      </dsp:nvSpPr>
      <dsp:spPr>
        <a:xfrm>
          <a:off x="3841202" y="1298843"/>
          <a:ext cx="1683348" cy="1364951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>
              <a:solidFill>
                <a:schemeClr val="tx1">
                  <a:lumMod val="75000"/>
                </a:schemeClr>
              </a:solidFill>
            </a:rPr>
            <a:t>Indicadores técnicos (RSI, osciladores) </a:t>
          </a:r>
          <a:endParaRPr lang="en-US" sz="1300" kern="120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Desviaciones estándar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Análisis cíclico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3841202" y="1298843"/>
        <a:ext cx="1683348" cy="1364951"/>
      </dsp:txXfrm>
    </dsp:sp>
    <dsp:sp modelId="{CE38CC0A-9346-425B-92EE-053EA9FA0640}">
      <dsp:nvSpPr>
        <dsp:cNvPr id="0" name=""/>
        <dsp:cNvSpPr/>
      </dsp:nvSpPr>
      <dsp:spPr>
        <a:xfrm>
          <a:off x="5760219" y="821683"/>
          <a:ext cx="1683348" cy="47716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/>
            <a:t>Relative value:</a:t>
          </a:r>
          <a:endParaRPr lang="es-CO" sz="1300" b="1" kern="1200" dirty="0"/>
        </a:p>
      </dsp:txBody>
      <dsp:txXfrm>
        <a:off x="5760219" y="821683"/>
        <a:ext cx="1683348" cy="477160"/>
      </dsp:txXfrm>
    </dsp:sp>
    <dsp:sp modelId="{DD6A440C-6740-4458-AE25-BC3B6A0D260C}">
      <dsp:nvSpPr>
        <dsp:cNvPr id="0" name=""/>
        <dsp:cNvSpPr/>
      </dsp:nvSpPr>
      <dsp:spPr>
        <a:xfrm>
          <a:off x="5760219" y="1298843"/>
          <a:ext cx="1683348" cy="1364951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>
              <a:solidFill>
                <a:schemeClr val="tx1">
                  <a:lumMod val="75000"/>
                </a:schemeClr>
              </a:solidFill>
            </a:rPr>
            <a:t>Análisis Inter mercado  </a:t>
          </a:r>
          <a:endParaRPr lang="en-US" sz="1300" kern="120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Arbitraje estadístico 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5760219" y="1298843"/>
        <a:ext cx="1683348" cy="1364951"/>
      </dsp:txXfrm>
    </dsp:sp>
    <dsp:sp modelId="{3F64F787-FA27-41FA-A638-76FCF2029367}">
      <dsp:nvSpPr>
        <dsp:cNvPr id="0" name=""/>
        <dsp:cNvSpPr/>
      </dsp:nvSpPr>
      <dsp:spPr>
        <a:xfrm>
          <a:off x="7679237" y="821683"/>
          <a:ext cx="1683348" cy="47716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Patrones o indicadores técnicos</a:t>
          </a:r>
        </a:p>
      </dsp:txBody>
      <dsp:txXfrm>
        <a:off x="7679237" y="821683"/>
        <a:ext cx="1683348" cy="477160"/>
      </dsp:txXfrm>
    </dsp:sp>
    <dsp:sp modelId="{5C920DB1-EA06-4026-86BF-A8991B532A24}">
      <dsp:nvSpPr>
        <dsp:cNvPr id="0" name=""/>
        <dsp:cNvSpPr/>
      </dsp:nvSpPr>
      <dsp:spPr>
        <a:xfrm>
          <a:off x="7679237" y="1298843"/>
          <a:ext cx="1683348" cy="1364951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Patrones de velas </a:t>
          </a:r>
          <a:endParaRPr lang="es-CO" sz="1300" b="1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>
              <a:solidFill>
                <a:schemeClr val="tx1">
                  <a:lumMod val="75000"/>
                </a:schemeClr>
              </a:solidFill>
            </a:rPr>
            <a:t>Patrones de precios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7679237" y="1298843"/>
        <a:ext cx="1683348" cy="1364951"/>
      </dsp:txXfrm>
    </dsp:sp>
    <dsp:sp modelId="{E890F4CF-D23B-4B19-93CD-4EF5BAFDA372}">
      <dsp:nvSpPr>
        <dsp:cNvPr id="0" name=""/>
        <dsp:cNvSpPr/>
      </dsp:nvSpPr>
      <dsp:spPr>
        <a:xfrm>
          <a:off x="9598254" y="821683"/>
          <a:ext cx="1683348" cy="47716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/>
            <a:t>Métodos estadísticos, econométricos, etc</a:t>
          </a:r>
          <a:endParaRPr lang="en-US" sz="1300" kern="1200" dirty="0"/>
        </a:p>
      </dsp:txBody>
      <dsp:txXfrm>
        <a:off x="9598254" y="821683"/>
        <a:ext cx="1683348" cy="477160"/>
      </dsp:txXfrm>
    </dsp:sp>
    <dsp:sp modelId="{A83E1F10-A37A-4EDD-BDB9-96EE705500C8}">
      <dsp:nvSpPr>
        <dsp:cNvPr id="0" name=""/>
        <dsp:cNvSpPr/>
      </dsp:nvSpPr>
      <dsp:spPr>
        <a:xfrm>
          <a:off x="9598254" y="1298843"/>
          <a:ext cx="1683348" cy="1364951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>
                  <a:lumMod val="75000"/>
                </a:schemeClr>
              </a:solidFill>
            </a:rPr>
            <a:t>Series de </a:t>
          </a:r>
          <a:r>
            <a:rPr lang="en-US" sz="1300" kern="1200" dirty="0" err="1">
              <a:solidFill>
                <a:schemeClr val="tx1">
                  <a:lumMod val="75000"/>
                </a:schemeClr>
              </a:solidFill>
            </a:rPr>
            <a:t>tiempo</a:t>
          </a:r>
          <a:endParaRPr lang="en-US" sz="1300" kern="1200" dirty="0">
            <a:solidFill>
              <a:schemeClr val="tx1">
                <a:lumMod val="75000"/>
              </a:schemeClr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>
                  <a:lumMod val="75000"/>
                </a:schemeClr>
              </a:solidFill>
            </a:rPr>
            <a:t>Machine Learning</a:t>
          </a:r>
        </a:p>
      </dsp:txBody>
      <dsp:txXfrm>
        <a:off x="9598254" y="1298843"/>
        <a:ext cx="1683348" cy="13649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E8B64-19E5-4E68-B6F8-246D8F3EF1DF}">
      <dsp:nvSpPr>
        <dsp:cNvPr id="0" name=""/>
        <dsp:cNvSpPr/>
      </dsp:nvSpPr>
      <dsp:spPr>
        <a:xfrm>
          <a:off x="-3757241" y="-577147"/>
          <a:ext cx="4478407" cy="4478407"/>
        </a:xfrm>
        <a:prstGeom prst="blockArc">
          <a:avLst>
            <a:gd name="adj1" fmla="val 18900000"/>
            <a:gd name="adj2" fmla="val 2700000"/>
            <a:gd name="adj3" fmla="val 482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2361C-ADBB-4778-889E-16F77CEFE61F}">
      <dsp:nvSpPr>
        <dsp:cNvPr id="0" name=""/>
        <dsp:cNvSpPr/>
      </dsp:nvSpPr>
      <dsp:spPr>
        <a:xfrm>
          <a:off x="377996" y="255557"/>
          <a:ext cx="2913371" cy="511381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909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solidFill>
                <a:schemeClr val="bg1"/>
              </a:solidFill>
            </a:rPr>
            <a:t>Mantener la posición n días 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377996" y="255557"/>
        <a:ext cx="2913371" cy="511381"/>
      </dsp:txXfrm>
    </dsp:sp>
    <dsp:sp modelId="{FF3285BE-3E49-4FD4-8C76-D5D5DCB1FB9E}">
      <dsp:nvSpPr>
        <dsp:cNvPr id="0" name=""/>
        <dsp:cNvSpPr/>
      </dsp:nvSpPr>
      <dsp:spPr>
        <a:xfrm>
          <a:off x="58383" y="191635"/>
          <a:ext cx="639226" cy="6392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9ADC3-4B60-4F06-A662-1A78A4C9D6CB}">
      <dsp:nvSpPr>
        <dsp:cNvPr id="0" name=""/>
        <dsp:cNvSpPr/>
      </dsp:nvSpPr>
      <dsp:spPr>
        <a:xfrm>
          <a:off x="671183" y="1022763"/>
          <a:ext cx="2620184" cy="511381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909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>
              <a:solidFill>
                <a:schemeClr val="bg1"/>
              </a:solidFill>
            </a:rPr>
            <a:t>Profit Targets o stop loss targets</a:t>
          </a:r>
          <a:endParaRPr lang="es-ES" sz="1400" kern="1200" dirty="0">
            <a:solidFill>
              <a:schemeClr val="bg1"/>
            </a:solidFill>
          </a:endParaRPr>
        </a:p>
      </dsp:txBody>
      <dsp:txXfrm>
        <a:off x="671183" y="1022763"/>
        <a:ext cx="2620184" cy="511381"/>
      </dsp:txXfrm>
    </dsp:sp>
    <dsp:sp modelId="{D6703B0F-1523-4C24-9A8B-54B3C95F8533}">
      <dsp:nvSpPr>
        <dsp:cNvPr id="0" name=""/>
        <dsp:cNvSpPr/>
      </dsp:nvSpPr>
      <dsp:spPr>
        <a:xfrm>
          <a:off x="351569" y="958840"/>
          <a:ext cx="639226" cy="6392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28C75-79DF-4C37-98E2-1F642566C689}">
      <dsp:nvSpPr>
        <dsp:cNvPr id="0" name=""/>
        <dsp:cNvSpPr/>
      </dsp:nvSpPr>
      <dsp:spPr>
        <a:xfrm>
          <a:off x="671183" y="1789968"/>
          <a:ext cx="2620184" cy="511381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909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solidFill>
                <a:schemeClr val="bg1"/>
              </a:solidFill>
            </a:rPr>
            <a:t>Salir en el primer momento que sea rentable la operación</a:t>
          </a:r>
        </a:p>
      </dsp:txBody>
      <dsp:txXfrm>
        <a:off x="671183" y="1789968"/>
        <a:ext cx="2620184" cy="511381"/>
      </dsp:txXfrm>
    </dsp:sp>
    <dsp:sp modelId="{A3EE0E3D-6DD3-43F5-8FE8-571D8E1AF9C0}">
      <dsp:nvSpPr>
        <dsp:cNvPr id="0" name=""/>
        <dsp:cNvSpPr/>
      </dsp:nvSpPr>
      <dsp:spPr>
        <a:xfrm>
          <a:off x="351569" y="1726045"/>
          <a:ext cx="639226" cy="6392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432AF-89A4-4A94-B02B-19E816D2FC3D}">
      <dsp:nvSpPr>
        <dsp:cNvPr id="0" name=""/>
        <dsp:cNvSpPr/>
      </dsp:nvSpPr>
      <dsp:spPr>
        <a:xfrm>
          <a:off x="377996" y="2557173"/>
          <a:ext cx="2913371" cy="511381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909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solidFill>
                <a:schemeClr val="bg1"/>
              </a:solidFill>
            </a:rPr>
            <a:t>Basado en una regla</a:t>
          </a:r>
        </a:p>
      </dsp:txBody>
      <dsp:txXfrm>
        <a:off x="377996" y="2557173"/>
        <a:ext cx="2913371" cy="511381"/>
      </dsp:txXfrm>
    </dsp:sp>
    <dsp:sp modelId="{51716D19-5A25-4714-B22A-A9E92564CE7B}">
      <dsp:nvSpPr>
        <dsp:cNvPr id="0" name=""/>
        <dsp:cNvSpPr/>
      </dsp:nvSpPr>
      <dsp:spPr>
        <a:xfrm>
          <a:off x="58383" y="2493250"/>
          <a:ext cx="639226" cy="6392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C9B4E-D30B-4BD5-8224-5908A01B6C13}">
      <dsp:nvSpPr>
        <dsp:cNvPr id="0" name=""/>
        <dsp:cNvSpPr/>
      </dsp:nvSpPr>
      <dsp:spPr>
        <a:xfrm>
          <a:off x="5135" y="386628"/>
          <a:ext cx="1968530" cy="756869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Patrones estacionales en el sistema</a:t>
          </a:r>
          <a:endParaRPr lang="en-US" sz="1500" kern="1200" dirty="0"/>
        </a:p>
      </dsp:txBody>
      <dsp:txXfrm>
        <a:off x="5135" y="386628"/>
        <a:ext cx="1968530" cy="756869"/>
      </dsp:txXfrm>
    </dsp:sp>
    <dsp:sp modelId="{C9E079CA-CDBB-4C0F-A825-B110AFAF93E8}">
      <dsp:nvSpPr>
        <dsp:cNvPr id="0" name=""/>
        <dsp:cNvSpPr/>
      </dsp:nvSpPr>
      <dsp:spPr>
        <a:xfrm>
          <a:off x="5135" y="1143497"/>
          <a:ext cx="1968530" cy="150353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>
              <a:solidFill>
                <a:schemeClr val="accent5"/>
              </a:solidFill>
            </a:rPr>
            <a:t>¿Pierde en algún mes, día en específico?</a:t>
          </a:r>
          <a:r>
            <a:rPr lang="es-CO" sz="1500" kern="1200" noProof="0" dirty="0">
              <a:solidFill>
                <a:schemeClr val="accent5"/>
              </a:solidFill>
            </a:rPr>
            <a:t> </a:t>
          </a:r>
        </a:p>
      </dsp:txBody>
      <dsp:txXfrm>
        <a:off x="5135" y="1143497"/>
        <a:ext cx="1968530" cy="1503530"/>
      </dsp:txXfrm>
    </dsp:sp>
    <dsp:sp modelId="{E0A863E6-97AD-4F8F-9143-EB11AE2348E7}">
      <dsp:nvSpPr>
        <dsp:cNvPr id="0" name=""/>
        <dsp:cNvSpPr/>
      </dsp:nvSpPr>
      <dsp:spPr>
        <a:xfrm>
          <a:off x="2249260" y="386628"/>
          <a:ext cx="1968530" cy="756869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Correlación con otros activos</a:t>
          </a:r>
        </a:p>
      </dsp:txBody>
      <dsp:txXfrm>
        <a:off x="2249260" y="386628"/>
        <a:ext cx="1968530" cy="756869"/>
      </dsp:txXfrm>
    </dsp:sp>
    <dsp:sp modelId="{36B0C83E-4CC1-4833-9B20-DF9B7B253342}">
      <dsp:nvSpPr>
        <dsp:cNvPr id="0" name=""/>
        <dsp:cNvSpPr/>
      </dsp:nvSpPr>
      <dsp:spPr>
        <a:xfrm>
          <a:off x="2249260" y="1143497"/>
          <a:ext cx="1968530" cy="150353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>
              <a:solidFill>
                <a:schemeClr val="accent5"/>
              </a:solidFill>
            </a:rPr>
            <a:t>Hay activos que puedan aportarle predictibilidad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>
              <a:solidFill>
                <a:schemeClr val="accent5"/>
              </a:solidFill>
            </a:rPr>
            <a:t>Ejemplo: bonos colombianos y USDCOP</a:t>
          </a:r>
        </a:p>
      </dsp:txBody>
      <dsp:txXfrm>
        <a:off x="2249260" y="1143497"/>
        <a:ext cx="1968530" cy="1503530"/>
      </dsp:txXfrm>
    </dsp:sp>
    <dsp:sp modelId="{330EA5D6-0B9B-4B21-BBEF-976732CE190E}">
      <dsp:nvSpPr>
        <dsp:cNvPr id="0" name=""/>
        <dsp:cNvSpPr/>
      </dsp:nvSpPr>
      <dsp:spPr>
        <a:xfrm>
          <a:off x="4493385" y="386628"/>
          <a:ext cx="1968530" cy="756869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Indicadores técnicos o de mercado que aporten información</a:t>
          </a:r>
        </a:p>
      </dsp:txBody>
      <dsp:txXfrm>
        <a:off x="4493385" y="386628"/>
        <a:ext cx="1968530" cy="756869"/>
      </dsp:txXfrm>
    </dsp:sp>
    <dsp:sp modelId="{84562470-8C1F-4140-9B64-F86742AAFF8B}">
      <dsp:nvSpPr>
        <dsp:cNvPr id="0" name=""/>
        <dsp:cNvSpPr/>
      </dsp:nvSpPr>
      <dsp:spPr>
        <a:xfrm>
          <a:off x="4493385" y="1143497"/>
          <a:ext cx="1968530" cy="150353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>
              <a:solidFill>
                <a:schemeClr val="accent5"/>
              </a:solidFill>
            </a:rPr>
            <a:t>Análisis de ciclos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>
              <a:solidFill>
                <a:schemeClr val="accent5"/>
              </a:solidFill>
            </a:rPr>
            <a:t>Promedios móviles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>
              <a:solidFill>
                <a:schemeClr val="accent5"/>
              </a:solidFill>
            </a:rPr>
            <a:t>Indicadores técnicos </a:t>
          </a:r>
        </a:p>
      </dsp:txBody>
      <dsp:txXfrm>
        <a:off x="4493385" y="1143497"/>
        <a:ext cx="1968530" cy="1503530"/>
      </dsp:txXfrm>
    </dsp:sp>
    <dsp:sp modelId="{CABBA66F-4A9A-4204-B3D7-5F85EE6D1F3F}">
      <dsp:nvSpPr>
        <dsp:cNvPr id="0" name=""/>
        <dsp:cNvSpPr/>
      </dsp:nvSpPr>
      <dsp:spPr>
        <a:xfrm>
          <a:off x="6737510" y="386628"/>
          <a:ext cx="1968530" cy="756869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Volatilidad</a:t>
          </a:r>
          <a:r>
            <a:rPr lang="en-US" sz="1500" kern="1200" dirty="0"/>
            <a:t> </a:t>
          </a:r>
        </a:p>
      </dsp:txBody>
      <dsp:txXfrm>
        <a:off x="6737510" y="386628"/>
        <a:ext cx="1968530" cy="756869"/>
      </dsp:txXfrm>
    </dsp:sp>
    <dsp:sp modelId="{85C57286-8E1F-4C0D-B256-3A6B7A2C4376}">
      <dsp:nvSpPr>
        <dsp:cNvPr id="0" name=""/>
        <dsp:cNvSpPr/>
      </dsp:nvSpPr>
      <dsp:spPr>
        <a:xfrm>
          <a:off x="6737510" y="1143497"/>
          <a:ext cx="1968530" cy="150353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>
              <a:solidFill>
                <a:schemeClr val="accent5"/>
              </a:solidFill>
            </a:rPr>
            <a:t>A mayor volatilidad funciona mejor o peor </a:t>
          </a:r>
        </a:p>
      </dsp:txBody>
      <dsp:txXfrm>
        <a:off x="6737510" y="1143497"/>
        <a:ext cx="1968530" cy="1503530"/>
      </dsp:txXfrm>
    </dsp:sp>
    <dsp:sp modelId="{79518590-AE3E-48BA-940B-D7B427DEFF79}">
      <dsp:nvSpPr>
        <dsp:cNvPr id="0" name=""/>
        <dsp:cNvSpPr/>
      </dsp:nvSpPr>
      <dsp:spPr>
        <a:xfrm>
          <a:off x="8981635" y="386628"/>
          <a:ext cx="1968530" cy="756869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Autocorrelacion</a:t>
          </a:r>
          <a:r>
            <a:rPr lang="en-US" sz="1500" kern="1200" dirty="0"/>
            <a:t> de </a:t>
          </a:r>
          <a:r>
            <a:rPr lang="en-US" sz="1500" kern="1200" dirty="0" err="1"/>
            <a:t>los</a:t>
          </a:r>
          <a:r>
            <a:rPr lang="en-US" sz="1500" kern="1200" dirty="0"/>
            <a:t> </a:t>
          </a:r>
          <a:r>
            <a:rPr lang="es-CO" sz="1500" kern="1200" noProof="0" dirty="0"/>
            <a:t>retornos</a:t>
          </a:r>
        </a:p>
      </dsp:txBody>
      <dsp:txXfrm>
        <a:off x="8981635" y="386628"/>
        <a:ext cx="1968530" cy="756869"/>
      </dsp:txXfrm>
    </dsp:sp>
    <dsp:sp modelId="{7F2DE1AA-AA18-4C33-9207-1B056F5B2691}">
      <dsp:nvSpPr>
        <dsp:cNvPr id="0" name=""/>
        <dsp:cNvSpPr/>
      </dsp:nvSpPr>
      <dsp:spPr>
        <a:xfrm>
          <a:off x="8981635" y="1143497"/>
          <a:ext cx="1968530" cy="150353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>
              <a:solidFill>
                <a:schemeClr val="accent5"/>
              </a:solidFill>
            </a:rPr>
            <a:t>Si la posición fue perdedora la siguiente también </a:t>
          </a:r>
        </a:p>
      </dsp:txBody>
      <dsp:txXfrm>
        <a:off x="8981635" y="1143497"/>
        <a:ext cx="1968530" cy="150353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filtros para mejorar entradas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9D3EF-8580-499A-9AC7-894798E556C7}">
      <dsp:nvSpPr>
        <dsp:cNvPr id="0" name=""/>
        <dsp:cNvSpPr/>
      </dsp:nvSpPr>
      <dsp:spPr>
        <a:xfrm>
          <a:off x="3506" y="4876"/>
          <a:ext cx="3419026" cy="794164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2200" kern="1200" dirty="0"/>
            <a:t>Salida con un </a:t>
          </a:r>
          <a:r>
            <a:rPr lang="es-ES" sz="2200" kern="1200" dirty="0" err="1"/>
            <a:t>profit</a:t>
          </a:r>
          <a:r>
            <a:rPr lang="es-ES" sz="2200" kern="1200" dirty="0"/>
            <a:t> </a:t>
          </a:r>
          <a:r>
            <a:rPr lang="es-ES" sz="2200" kern="1200" dirty="0" err="1"/>
            <a:t>or</a:t>
          </a:r>
          <a:r>
            <a:rPr lang="es-ES" sz="2200" kern="1200" dirty="0"/>
            <a:t> </a:t>
          </a:r>
          <a:r>
            <a:rPr lang="es-ES" sz="2200" kern="1200" dirty="0" err="1"/>
            <a:t>limit</a:t>
          </a:r>
          <a:r>
            <a:rPr lang="es-ES" sz="2200" kern="1200" dirty="0"/>
            <a:t> </a:t>
          </a:r>
          <a:r>
            <a:rPr lang="es-ES" sz="2200" kern="1200" dirty="0" err="1"/>
            <a:t>loss</a:t>
          </a:r>
          <a:r>
            <a:rPr lang="es-ES" sz="2200" kern="1200" dirty="0"/>
            <a:t> en $</a:t>
          </a:r>
          <a:endParaRPr lang="en-US" sz="2200" kern="1200" dirty="0"/>
        </a:p>
      </dsp:txBody>
      <dsp:txXfrm>
        <a:off x="3506" y="4876"/>
        <a:ext cx="3419026" cy="794164"/>
      </dsp:txXfrm>
    </dsp:sp>
    <dsp:sp modelId="{91DCBBD8-1261-418A-B036-0240CCED3147}">
      <dsp:nvSpPr>
        <dsp:cNvPr id="0" name=""/>
        <dsp:cNvSpPr/>
      </dsp:nvSpPr>
      <dsp:spPr>
        <a:xfrm>
          <a:off x="3506" y="799041"/>
          <a:ext cx="3419026" cy="295911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olidFill>
                <a:schemeClr val="accent5"/>
              </a:solidFill>
            </a:rPr>
            <a:t>Se define </a:t>
          </a:r>
          <a:r>
            <a:rPr lang="en-US" sz="2200" kern="1200" dirty="0" err="1">
              <a:solidFill>
                <a:schemeClr val="accent5"/>
              </a:solidFill>
            </a:rPr>
            <a:t>el</a:t>
          </a:r>
          <a:r>
            <a:rPr lang="en-US" sz="2200" kern="1200" dirty="0">
              <a:solidFill>
                <a:schemeClr val="accent5"/>
              </a:solidFill>
            </a:rPr>
            <a:t> valor de </a:t>
          </a:r>
          <a:r>
            <a:rPr lang="en-US" sz="2200" kern="1200" dirty="0" err="1">
              <a:solidFill>
                <a:schemeClr val="accent5"/>
              </a:solidFill>
            </a:rPr>
            <a:t>de</a:t>
          </a:r>
          <a:r>
            <a:rPr lang="en-US" sz="2200" kern="1200" dirty="0">
              <a:solidFill>
                <a:schemeClr val="accent5"/>
              </a:solidFill>
            </a:rPr>
            <a:t> </a:t>
          </a:r>
          <a:r>
            <a:rPr lang="en-US" sz="2200" kern="1200" dirty="0" err="1">
              <a:solidFill>
                <a:schemeClr val="accent5"/>
              </a:solidFill>
            </a:rPr>
            <a:t>perdidas</a:t>
          </a:r>
          <a:r>
            <a:rPr lang="en-US" sz="2200" kern="1200" dirty="0">
              <a:solidFill>
                <a:schemeClr val="accent5"/>
              </a:solidFill>
            </a:rPr>
            <a:t> </a:t>
          </a:r>
          <a:r>
            <a:rPr lang="en-US" sz="2200" kern="1200" dirty="0" err="1">
              <a:solidFill>
                <a:schemeClr val="accent5"/>
              </a:solidFill>
            </a:rPr>
            <a:t>en</a:t>
          </a:r>
          <a:r>
            <a:rPr lang="en-US" sz="2200" kern="1200" dirty="0">
              <a:solidFill>
                <a:schemeClr val="accent5"/>
              </a:solidFill>
            </a:rPr>
            <a:t> USD</a:t>
          </a:r>
        </a:p>
      </dsp:txBody>
      <dsp:txXfrm>
        <a:off x="3506" y="799041"/>
        <a:ext cx="3419026" cy="2959110"/>
      </dsp:txXfrm>
    </dsp:sp>
    <dsp:sp modelId="{FFD0985A-EB0B-45BD-9A72-473976114046}">
      <dsp:nvSpPr>
        <dsp:cNvPr id="0" name=""/>
        <dsp:cNvSpPr/>
      </dsp:nvSpPr>
      <dsp:spPr>
        <a:xfrm>
          <a:off x="3901197" y="4876"/>
          <a:ext cx="3419026" cy="794164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2200" kern="1200" dirty="0"/>
            <a:t>Salida en un target de precio:</a:t>
          </a:r>
          <a:endParaRPr lang="en-US" sz="2200" kern="1200" dirty="0"/>
        </a:p>
      </dsp:txBody>
      <dsp:txXfrm>
        <a:off x="3901197" y="4876"/>
        <a:ext cx="3419026" cy="794164"/>
      </dsp:txXfrm>
    </dsp:sp>
    <dsp:sp modelId="{ED7BD2A0-1CC4-4F2D-9DA4-3586B0E66F27}">
      <dsp:nvSpPr>
        <dsp:cNvPr id="0" name=""/>
        <dsp:cNvSpPr/>
      </dsp:nvSpPr>
      <dsp:spPr>
        <a:xfrm>
          <a:off x="3901197" y="799041"/>
          <a:ext cx="3419026" cy="295911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>
              <a:solidFill>
                <a:schemeClr val="accent5"/>
              </a:solidFill>
            </a:rPr>
            <a:t>El mínimo de n días</a:t>
          </a:r>
          <a:endParaRPr lang="en-US" sz="2200" kern="1200" dirty="0">
            <a:solidFill>
              <a:schemeClr val="accent5"/>
            </a:solidFill>
          </a:endParaRP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olidFill>
                <a:schemeClr val="accent5"/>
              </a:solidFill>
            </a:rPr>
            <a:t>Si no hay </a:t>
          </a:r>
          <a:r>
            <a:rPr lang="en-US" sz="2200" kern="1200" dirty="0" err="1">
              <a:solidFill>
                <a:schemeClr val="accent5"/>
              </a:solidFill>
            </a:rPr>
            <a:t>minimo</a:t>
          </a:r>
          <a:r>
            <a:rPr lang="en-US" sz="2200" kern="1200" dirty="0">
              <a:solidFill>
                <a:schemeClr val="accent5"/>
              </a:solidFill>
            </a:rPr>
            <a:t> se </a:t>
          </a:r>
          <a:r>
            <a:rPr lang="en-US" sz="2200" kern="1200" dirty="0" err="1">
              <a:solidFill>
                <a:schemeClr val="accent5"/>
              </a:solidFill>
            </a:rPr>
            <a:t>puede</a:t>
          </a:r>
          <a:r>
            <a:rPr lang="en-US" sz="2200" kern="1200" dirty="0">
              <a:solidFill>
                <a:schemeClr val="accent5"/>
              </a:solidFill>
            </a:rPr>
            <a:t> </a:t>
          </a:r>
          <a:r>
            <a:rPr lang="en-US" sz="2200" kern="1200" dirty="0" err="1">
              <a:solidFill>
                <a:schemeClr val="accent5"/>
              </a:solidFill>
            </a:rPr>
            <a:t>esperar</a:t>
          </a:r>
          <a:r>
            <a:rPr lang="en-US" sz="2200" kern="1200" dirty="0">
              <a:solidFill>
                <a:schemeClr val="accent5"/>
              </a:solidFill>
            </a:rPr>
            <a:t> un par de </a:t>
          </a:r>
          <a:r>
            <a:rPr lang="en-US" sz="2200" kern="1200" dirty="0" err="1">
              <a:solidFill>
                <a:schemeClr val="accent5"/>
              </a:solidFill>
            </a:rPr>
            <a:t>dias</a:t>
          </a:r>
          <a:endParaRPr lang="en-US" sz="2200" kern="1200" dirty="0">
            <a:solidFill>
              <a:schemeClr val="accent5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 err="1">
              <a:solidFill>
                <a:schemeClr val="accent5"/>
              </a:solidFill>
            </a:rPr>
            <a:t>Protective</a:t>
          </a:r>
          <a:r>
            <a:rPr lang="es-ES" sz="2200" kern="1200" dirty="0">
              <a:solidFill>
                <a:schemeClr val="accent5"/>
              </a:solidFill>
            </a:rPr>
            <a:t> stop/Target </a:t>
          </a:r>
          <a:r>
            <a:rPr lang="es-ES" sz="2200" kern="1200" dirty="0" err="1">
              <a:solidFill>
                <a:schemeClr val="accent5"/>
              </a:solidFill>
            </a:rPr>
            <a:t>profit</a:t>
          </a:r>
          <a:endParaRPr lang="en-US" sz="2200" kern="1200" dirty="0">
            <a:solidFill>
              <a:schemeClr val="accent5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 err="1">
              <a:solidFill>
                <a:schemeClr val="accent5"/>
              </a:solidFill>
            </a:rPr>
            <a:t>Trailing</a:t>
          </a:r>
          <a:r>
            <a:rPr lang="es-ES" sz="2200" kern="1200" dirty="0">
              <a:solidFill>
                <a:schemeClr val="accent5"/>
              </a:solidFill>
            </a:rPr>
            <a:t> stop: ejemplo usar el </a:t>
          </a:r>
          <a:r>
            <a:rPr lang="es-ES" sz="2200" kern="1200" dirty="0" err="1">
              <a:solidFill>
                <a:schemeClr val="accent5"/>
              </a:solidFill>
            </a:rPr>
            <a:t>parabolic</a:t>
          </a:r>
          <a:r>
            <a:rPr lang="es-ES" sz="2200" kern="1200" dirty="0">
              <a:solidFill>
                <a:schemeClr val="accent5"/>
              </a:solidFill>
            </a:rPr>
            <a:t> zar. </a:t>
          </a:r>
          <a:endParaRPr lang="en-US" sz="2200" kern="1200" dirty="0">
            <a:solidFill>
              <a:schemeClr val="accent5"/>
            </a:solidFill>
          </a:endParaRPr>
        </a:p>
      </dsp:txBody>
      <dsp:txXfrm>
        <a:off x="3901197" y="799041"/>
        <a:ext cx="3419026" cy="2959110"/>
      </dsp:txXfrm>
    </dsp:sp>
    <dsp:sp modelId="{74E11C0B-6E13-4556-856C-DD7CE656CB72}">
      <dsp:nvSpPr>
        <dsp:cNvPr id="0" name=""/>
        <dsp:cNvSpPr/>
      </dsp:nvSpPr>
      <dsp:spPr>
        <a:xfrm>
          <a:off x="7798887" y="4876"/>
          <a:ext cx="3419026" cy="794164"/>
        </a:xfrm>
        <a:prstGeom prst="rect">
          <a:avLst/>
        </a:prstGeom>
        <a:solidFill>
          <a:srgbClr val="5A5A5A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Salidas después de un evento</a:t>
          </a:r>
          <a:r>
            <a:rPr lang="es-ES" sz="2200" kern="1200"/>
            <a:t>:  </a:t>
          </a:r>
          <a:endParaRPr lang="en-US" sz="2200" kern="1200" dirty="0"/>
        </a:p>
      </dsp:txBody>
      <dsp:txXfrm>
        <a:off x="7798887" y="4876"/>
        <a:ext cx="3419026" cy="794164"/>
      </dsp:txXfrm>
    </dsp:sp>
    <dsp:sp modelId="{AED67130-A954-4F40-9E8D-6E468BC6759A}">
      <dsp:nvSpPr>
        <dsp:cNvPr id="0" name=""/>
        <dsp:cNvSpPr/>
      </dsp:nvSpPr>
      <dsp:spPr>
        <a:xfrm>
          <a:off x="7798887" y="799041"/>
          <a:ext cx="3419026" cy="2959110"/>
        </a:xfrm>
        <a:prstGeom prst="rect">
          <a:avLst/>
        </a:prstGeom>
        <a:noFill/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>
              <a:solidFill>
                <a:schemeClr val="accent5"/>
              </a:solidFill>
            </a:rPr>
            <a:t>Basado en una regla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>
              <a:solidFill>
                <a:schemeClr val="accent5"/>
              </a:solidFill>
            </a:rPr>
            <a:t>Luego de n días de abierta la operación</a:t>
          </a:r>
          <a:endParaRPr lang="es-CO" sz="2200" kern="1200" dirty="0">
            <a:solidFill>
              <a:schemeClr val="accent5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>
              <a:solidFill>
                <a:schemeClr val="accent5"/>
              </a:solidFill>
            </a:rPr>
            <a:t>Luego de n barras consecutivas de perdida </a:t>
          </a:r>
          <a:endParaRPr lang="es-CO" sz="2200" kern="1200" dirty="0">
            <a:solidFill>
              <a:schemeClr val="accent5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 err="1">
              <a:solidFill>
                <a:schemeClr val="accent5"/>
              </a:solidFill>
            </a:rPr>
            <a:t>First</a:t>
          </a:r>
          <a:r>
            <a:rPr lang="es-ES" sz="2200" kern="1200" dirty="0">
              <a:solidFill>
                <a:schemeClr val="accent5"/>
              </a:solidFill>
            </a:rPr>
            <a:t> </a:t>
          </a:r>
          <a:r>
            <a:rPr lang="es-ES" sz="2200" kern="1200" dirty="0" err="1">
              <a:solidFill>
                <a:schemeClr val="accent5"/>
              </a:solidFill>
            </a:rPr>
            <a:t>profitable</a:t>
          </a:r>
          <a:r>
            <a:rPr lang="es-ES" sz="2200" kern="1200" dirty="0">
              <a:solidFill>
                <a:schemeClr val="accent5"/>
              </a:solidFill>
            </a:rPr>
            <a:t> open</a:t>
          </a:r>
          <a:endParaRPr lang="en-US" sz="2200" kern="1200" dirty="0">
            <a:solidFill>
              <a:schemeClr val="accent5"/>
            </a:solidFill>
          </a:endParaRPr>
        </a:p>
      </dsp:txBody>
      <dsp:txXfrm>
        <a:off x="7798887" y="799041"/>
        <a:ext cx="3419026" cy="295911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filtros para mejorar entradas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salidas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DCDEA-4124-4D0A-B5EB-D4AE5CCD41D9}">
      <dsp:nvSpPr>
        <dsp:cNvPr id="0" name=""/>
        <dsp:cNvSpPr/>
      </dsp:nvSpPr>
      <dsp:spPr>
        <a:xfrm>
          <a:off x="5231" y="438502"/>
          <a:ext cx="2005334" cy="547666"/>
        </a:xfrm>
        <a:prstGeom prst="rect">
          <a:avLst/>
        </a:prstGeom>
        <a:solidFill>
          <a:srgbClr val="5A5A5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noProof="0" dirty="0" err="1"/>
            <a:t>Martingale</a:t>
          </a:r>
          <a:endParaRPr lang="es-CO" sz="1500" kern="1200" noProof="0" dirty="0"/>
        </a:p>
      </dsp:txBody>
      <dsp:txXfrm>
        <a:off x="5231" y="438502"/>
        <a:ext cx="2005334" cy="547666"/>
      </dsp:txXfrm>
    </dsp:sp>
    <dsp:sp modelId="{2E3D88FA-480E-4015-8C11-C4902488E3E6}">
      <dsp:nvSpPr>
        <dsp:cNvPr id="0" name=""/>
        <dsp:cNvSpPr/>
      </dsp:nvSpPr>
      <dsp:spPr>
        <a:xfrm>
          <a:off x="5231" y="986169"/>
          <a:ext cx="2005334" cy="1297012"/>
        </a:xfrm>
        <a:prstGeom prst="rect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/>
            <a:t>Aumentar el tamaño luego de una perdida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/>
            <a:t>Gana todas las perdidas después de una ganada</a:t>
          </a:r>
        </a:p>
      </dsp:txBody>
      <dsp:txXfrm>
        <a:off x="5231" y="986169"/>
        <a:ext cx="2005334" cy="1297012"/>
      </dsp:txXfrm>
    </dsp:sp>
    <dsp:sp modelId="{073EFFC4-A0BE-4DA8-AD8C-AFC631A1E6FA}">
      <dsp:nvSpPr>
        <dsp:cNvPr id="0" name=""/>
        <dsp:cNvSpPr/>
      </dsp:nvSpPr>
      <dsp:spPr>
        <a:xfrm>
          <a:off x="2291313" y="438502"/>
          <a:ext cx="2005334" cy="547666"/>
        </a:xfrm>
        <a:prstGeom prst="rect">
          <a:avLst/>
        </a:prstGeom>
        <a:solidFill>
          <a:srgbClr val="5A5A5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noProof="0" dirty="0"/>
            <a:t>Anti </a:t>
          </a:r>
          <a:r>
            <a:rPr lang="es-CO" sz="1500" kern="1200" noProof="0" dirty="0" err="1"/>
            <a:t>martingale</a:t>
          </a:r>
          <a:endParaRPr lang="es-CO" sz="1500" kern="1200" noProof="0" dirty="0"/>
        </a:p>
      </dsp:txBody>
      <dsp:txXfrm>
        <a:off x="2291313" y="438502"/>
        <a:ext cx="2005334" cy="547666"/>
      </dsp:txXfrm>
    </dsp:sp>
    <dsp:sp modelId="{F87F6734-96D9-4C5F-87DD-CC77ECB4978E}">
      <dsp:nvSpPr>
        <dsp:cNvPr id="0" name=""/>
        <dsp:cNvSpPr/>
      </dsp:nvSpPr>
      <dsp:spPr>
        <a:xfrm>
          <a:off x="2291313" y="986169"/>
          <a:ext cx="2005334" cy="1297012"/>
        </a:xfrm>
        <a:prstGeom prst="rect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/>
            <a:t>Aumenta la ganancia luego de una ganada</a:t>
          </a:r>
        </a:p>
      </dsp:txBody>
      <dsp:txXfrm>
        <a:off x="2291313" y="986169"/>
        <a:ext cx="2005334" cy="1297012"/>
      </dsp:txXfrm>
    </dsp:sp>
    <dsp:sp modelId="{5A853A46-808F-44DE-9DAD-5BAE529EB303}">
      <dsp:nvSpPr>
        <dsp:cNvPr id="0" name=""/>
        <dsp:cNvSpPr/>
      </dsp:nvSpPr>
      <dsp:spPr>
        <a:xfrm>
          <a:off x="4577395" y="438502"/>
          <a:ext cx="2005334" cy="547666"/>
        </a:xfrm>
        <a:prstGeom prst="rect">
          <a:avLst/>
        </a:prstGeom>
        <a:solidFill>
          <a:srgbClr val="5A5A5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noProof="0" dirty="0" err="1"/>
            <a:t>Equity</a:t>
          </a:r>
          <a:r>
            <a:rPr lang="es-CO" sz="1500" kern="1200" noProof="0" dirty="0"/>
            <a:t> Curve </a:t>
          </a:r>
          <a:r>
            <a:rPr lang="es-CO" sz="1500" kern="1200" noProof="0" dirty="0" err="1"/>
            <a:t>methods</a:t>
          </a:r>
          <a:endParaRPr lang="es-CO" sz="1500" kern="1200" noProof="0" dirty="0"/>
        </a:p>
      </dsp:txBody>
      <dsp:txXfrm>
        <a:off x="4577395" y="438502"/>
        <a:ext cx="2005334" cy="547666"/>
      </dsp:txXfrm>
    </dsp:sp>
    <dsp:sp modelId="{0CFE5F0E-2286-4D21-9EA7-59037F61BAD0}">
      <dsp:nvSpPr>
        <dsp:cNvPr id="0" name=""/>
        <dsp:cNvSpPr/>
      </dsp:nvSpPr>
      <dsp:spPr>
        <a:xfrm>
          <a:off x="4577395" y="986169"/>
          <a:ext cx="2005334" cy="1297012"/>
        </a:xfrm>
        <a:prstGeom prst="rect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/>
            <a:t>Aumentar el tamaño cuando el </a:t>
          </a:r>
          <a:r>
            <a:rPr lang="es-CO" sz="1500" kern="1200" noProof="0" dirty="0" err="1"/>
            <a:t>equity</a:t>
          </a:r>
          <a:r>
            <a:rPr lang="es-CO" sz="1500" kern="1200" noProof="0" dirty="0"/>
            <a:t> sube o baja por debajo de un promedio móvil</a:t>
          </a:r>
        </a:p>
      </dsp:txBody>
      <dsp:txXfrm>
        <a:off x="4577395" y="986169"/>
        <a:ext cx="2005334" cy="1297012"/>
      </dsp:txXfrm>
    </dsp:sp>
    <dsp:sp modelId="{64D7F46C-B9DD-4853-84B3-86A37A26FD07}">
      <dsp:nvSpPr>
        <dsp:cNvPr id="0" name=""/>
        <dsp:cNvSpPr/>
      </dsp:nvSpPr>
      <dsp:spPr>
        <a:xfrm>
          <a:off x="6863476" y="438502"/>
          <a:ext cx="2005334" cy="547666"/>
        </a:xfrm>
        <a:prstGeom prst="rect">
          <a:avLst/>
        </a:prstGeom>
        <a:solidFill>
          <a:srgbClr val="5A5A5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noProof="0" dirty="0"/>
            <a:t>Tamaño fijo</a:t>
          </a:r>
        </a:p>
      </dsp:txBody>
      <dsp:txXfrm>
        <a:off x="6863476" y="438502"/>
        <a:ext cx="2005334" cy="547666"/>
      </dsp:txXfrm>
    </dsp:sp>
    <dsp:sp modelId="{3C68A409-89EE-481D-BCB5-A3CCA8E918ED}">
      <dsp:nvSpPr>
        <dsp:cNvPr id="0" name=""/>
        <dsp:cNvSpPr/>
      </dsp:nvSpPr>
      <dsp:spPr>
        <a:xfrm>
          <a:off x="6863476" y="986169"/>
          <a:ext cx="2005334" cy="1297012"/>
        </a:xfrm>
        <a:prstGeom prst="rect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 err="1"/>
            <a:t>Trade_size</a:t>
          </a:r>
          <a:r>
            <a:rPr lang="es-CO" sz="1500" kern="1200" noProof="0" dirty="0"/>
            <a:t>= % riesgo*</a:t>
          </a:r>
          <a:r>
            <a:rPr lang="es-CO" sz="1500" kern="1200" noProof="0" dirty="0" err="1"/>
            <a:t>wealth</a:t>
          </a:r>
          <a:r>
            <a:rPr lang="es-CO" sz="1500" kern="1200" noProof="0" dirty="0"/>
            <a:t>/</a:t>
          </a:r>
          <a:r>
            <a:rPr lang="es-CO" sz="1500" kern="1200" noProof="0" dirty="0" err="1"/>
            <a:t>trade</a:t>
          </a:r>
          <a:r>
            <a:rPr lang="es-CO" sz="1500" kern="1200" noProof="0" dirty="0"/>
            <a:t> </a:t>
          </a:r>
          <a:r>
            <a:rPr lang="es-CO" sz="1500" kern="1200" noProof="0" dirty="0" err="1"/>
            <a:t>risk</a:t>
          </a:r>
          <a:endParaRPr lang="es-CO" sz="1500" kern="1200" noProof="0" dirty="0"/>
        </a:p>
      </dsp:txBody>
      <dsp:txXfrm>
        <a:off x="6863476" y="986169"/>
        <a:ext cx="2005334" cy="1297012"/>
      </dsp:txXfrm>
    </dsp:sp>
    <dsp:sp modelId="{CC23F182-7343-4295-B9A4-19D891B1F12E}">
      <dsp:nvSpPr>
        <dsp:cNvPr id="0" name=""/>
        <dsp:cNvSpPr/>
      </dsp:nvSpPr>
      <dsp:spPr>
        <a:xfrm>
          <a:off x="9149558" y="438502"/>
          <a:ext cx="2005334" cy="547666"/>
        </a:xfrm>
        <a:prstGeom prst="rect">
          <a:avLst/>
        </a:prstGeom>
        <a:solidFill>
          <a:srgbClr val="5A5A5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noProof="0" dirty="0"/>
            <a:t>Razón de riesgo proporcional </a:t>
          </a:r>
        </a:p>
      </dsp:txBody>
      <dsp:txXfrm>
        <a:off x="9149558" y="438502"/>
        <a:ext cx="2005334" cy="547666"/>
      </dsp:txXfrm>
    </dsp:sp>
    <dsp:sp modelId="{2AC50E3B-8F50-4C91-8DA2-819D957948D5}">
      <dsp:nvSpPr>
        <dsp:cNvPr id="0" name=""/>
        <dsp:cNvSpPr/>
      </dsp:nvSpPr>
      <dsp:spPr>
        <a:xfrm>
          <a:off x="9149558" y="986169"/>
          <a:ext cx="2005334" cy="1297012"/>
        </a:xfrm>
        <a:prstGeom prst="rect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noProof="0" dirty="0"/>
            <a:t>Aumentar el tamaño de la posición, únicamente cuando el ingreso supere un delta </a:t>
          </a:r>
        </a:p>
      </dsp:txBody>
      <dsp:txXfrm>
        <a:off x="9149558" y="986169"/>
        <a:ext cx="2005334" cy="12970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filtros para mejorar entradas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salidas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Estrategias de Money Management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filtros para mejorar entradas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salidas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Estrategias de Money Management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bg1"/>
              </a:solidFill>
            </a:rPr>
            <a:t>Backtest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723C3-2016-49F4-9094-712AEF5F5990}">
      <dsp:nvSpPr>
        <dsp:cNvPr id="0" name=""/>
        <dsp:cNvSpPr/>
      </dsp:nvSpPr>
      <dsp:spPr>
        <a:xfrm>
          <a:off x="4620" y="60137"/>
          <a:ext cx="3966585" cy="918617"/>
        </a:xfrm>
        <a:prstGeom prst="roundRect">
          <a:avLst>
            <a:gd name="adj" fmla="val 10000"/>
          </a:avLst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Principales graficas:</a:t>
          </a:r>
          <a:r>
            <a:rPr lang="es-CO" sz="1500" kern="1200" dirty="0"/>
            <a:t> </a:t>
          </a:r>
          <a:endParaRPr lang="en-US" sz="1500" kern="1200" dirty="0"/>
        </a:p>
      </dsp:txBody>
      <dsp:txXfrm>
        <a:off x="4620" y="60137"/>
        <a:ext cx="3966585" cy="612411"/>
      </dsp:txXfrm>
    </dsp:sp>
    <dsp:sp modelId="{BC1D6231-E85B-4125-8A80-B4D2EE189DD9}">
      <dsp:nvSpPr>
        <dsp:cNvPr id="0" name=""/>
        <dsp:cNvSpPr/>
      </dsp:nvSpPr>
      <dsp:spPr>
        <a:xfrm>
          <a:off x="817053" y="672548"/>
          <a:ext cx="3966585" cy="21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dirty="0"/>
            <a:t>Distribución de las ganancias y pérdidas por </a:t>
          </a:r>
          <a:r>
            <a:rPr lang="es-CO" sz="1500" kern="1200" dirty="0" err="1"/>
            <a:t>trade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/>
            <a:t>Histórico del drawdown/ caída máxima 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/>
            <a:t>Scatter plot de la rentabilidad del Sistema y la volatilidad del mercado 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/>
            <a:t>Grafica del retorno n periodos atrás vs m periodos futuros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/>
            <a:t>Curva del capital histórico</a:t>
          </a:r>
          <a:endParaRPr lang="es-CO" sz="1500" kern="1200" dirty="0"/>
        </a:p>
      </dsp:txBody>
      <dsp:txXfrm>
        <a:off x="880317" y="735812"/>
        <a:ext cx="3840057" cy="2033472"/>
      </dsp:txXfrm>
    </dsp:sp>
    <dsp:sp modelId="{13C5CAA2-F6D1-46AA-AE88-91AE1404744E}">
      <dsp:nvSpPr>
        <dsp:cNvPr id="0" name=""/>
        <dsp:cNvSpPr/>
      </dsp:nvSpPr>
      <dsp:spPr>
        <a:xfrm>
          <a:off x="4572525" y="-127439"/>
          <a:ext cx="1274798" cy="987565"/>
        </a:xfrm>
        <a:prstGeom prst="rightArrow">
          <a:avLst>
            <a:gd name="adj1" fmla="val 60000"/>
            <a:gd name="adj2" fmla="val 50000"/>
          </a:avLst>
        </a:prstGeom>
        <a:solidFill>
          <a:srgbClr val="5A5A5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572525" y="70074"/>
        <a:ext cx="978529" cy="592539"/>
      </dsp:txXfrm>
    </dsp:sp>
    <dsp:sp modelId="{9C980969-09E4-4D54-9FF6-BC5862563E47}">
      <dsp:nvSpPr>
        <dsp:cNvPr id="0" name=""/>
        <dsp:cNvSpPr/>
      </dsp:nvSpPr>
      <dsp:spPr>
        <a:xfrm>
          <a:off x="6376485" y="60137"/>
          <a:ext cx="3966585" cy="918617"/>
        </a:xfrm>
        <a:prstGeom prst="roundRect">
          <a:avLst>
            <a:gd name="adj" fmla="val 10000"/>
          </a:avLst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Análisis de los resultados en un </a:t>
          </a:r>
          <a:r>
            <a:rPr lang="es-CO" sz="1500" b="1" kern="1200" dirty="0" err="1"/>
            <a:t>risk</a:t>
          </a:r>
          <a:r>
            <a:rPr lang="es-CO" sz="1500" b="1" kern="1200" dirty="0"/>
            <a:t> </a:t>
          </a:r>
          <a:r>
            <a:rPr lang="es-CO" sz="1500" b="1" kern="1200" dirty="0" err="1"/>
            <a:t>adjusted</a:t>
          </a:r>
          <a:r>
            <a:rPr lang="es-CO" sz="1500" b="1" kern="1200" dirty="0"/>
            <a:t> basis:</a:t>
          </a:r>
          <a:endParaRPr lang="en-US" sz="1500" kern="1200" dirty="0"/>
        </a:p>
      </dsp:txBody>
      <dsp:txXfrm>
        <a:off x="6376485" y="60137"/>
        <a:ext cx="3966585" cy="612411"/>
      </dsp:txXfrm>
    </dsp:sp>
    <dsp:sp modelId="{6DDEE6EA-B26E-4A5B-92E4-F4ED0E8FCFDF}">
      <dsp:nvSpPr>
        <dsp:cNvPr id="0" name=""/>
        <dsp:cNvSpPr/>
      </dsp:nvSpPr>
      <dsp:spPr>
        <a:xfrm>
          <a:off x="7188919" y="672548"/>
          <a:ext cx="3966585" cy="21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Total profit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dirty="0" err="1"/>
            <a:t>Profit</a:t>
          </a:r>
          <a:r>
            <a:rPr lang="es-CO" sz="1500" kern="1200" dirty="0"/>
            <a:t> factor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dirty="0"/>
            <a:t> </a:t>
          </a:r>
          <a:r>
            <a:rPr lang="es-CO" sz="1500" kern="1200" dirty="0" err="1"/>
            <a:t>Avg</a:t>
          </a:r>
          <a:r>
            <a:rPr lang="es-CO" sz="1500" kern="1200" dirty="0"/>
            <a:t> </a:t>
          </a:r>
          <a:r>
            <a:rPr lang="es-CO" sz="1500" kern="1200" dirty="0" err="1"/>
            <a:t>pnl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dirty="0"/>
            <a:t> </a:t>
          </a:r>
          <a:r>
            <a:rPr lang="es-CO" sz="1500" kern="1200" dirty="0" err="1"/>
            <a:t>Avg</a:t>
          </a:r>
          <a:r>
            <a:rPr lang="es-CO" sz="1500" kern="1200" dirty="0"/>
            <a:t> positive </a:t>
          </a:r>
          <a:r>
            <a:rPr lang="es-CO" sz="1500" kern="1200" dirty="0" err="1"/>
            <a:t>pnl</a:t>
          </a:r>
          <a:r>
            <a:rPr lang="es-CO" sz="1500" kern="1200" dirty="0"/>
            <a:t> and </a:t>
          </a:r>
          <a:r>
            <a:rPr lang="es-CO" sz="1500" kern="1200" dirty="0" err="1"/>
            <a:t>avg</a:t>
          </a:r>
          <a:r>
            <a:rPr lang="es-CO" sz="1500" kern="1200" dirty="0"/>
            <a:t> negative </a:t>
          </a:r>
          <a:r>
            <a:rPr lang="es-CO" sz="1500" kern="1200" dirty="0" err="1"/>
            <a:t>pnl</a:t>
          </a:r>
          <a:r>
            <a:rPr lang="es-CO" sz="1500" kern="1200" dirty="0"/>
            <a:t>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dirty="0" err="1"/>
            <a:t>Win</a:t>
          </a:r>
          <a:r>
            <a:rPr lang="es-CO" sz="1500" kern="1200" dirty="0"/>
            <a:t> </a:t>
          </a:r>
          <a:r>
            <a:rPr lang="es-CO" sz="1500" kern="1200" dirty="0" err="1"/>
            <a:t>rate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 dirty="0" err="1"/>
            <a:t>Expected</a:t>
          </a:r>
          <a:r>
            <a:rPr lang="es-CO" sz="1500" kern="1200" dirty="0"/>
            <a:t> </a:t>
          </a:r>
          <a:r>
            <a:rPr lang="es-CO" sz="1500" kern="1200" dirty="0" err="1"/>
            <a:t>value</a:t>
          </a:r>
          <a:r>
            <a:rPr lang="es-CO" sz="1500" kern="1200" dirty="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500" kern="1200"/>
            <a:t>Sharpe ratio </a:t>
          </a:r>
          <a:endParaRPr lang="es-CO" sz="1500" kern="1200" dirty="0"/>
        </a:p>
      </dsp:txBody>
      <dsp:txXfrm>
        <a:off x="7252183" y="735812"/>
        <a:ext cx="3840057" cy="203347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filtros para mejorar entradas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salidas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Estrategias de Money Management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bg1"/>
              </a:solidFill>
            </a:rPr>
            <a:t>Backtest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bg1"/>
              </a:solidFill>
            </a:rPr>
            <a:t>Optimización de parámetros y robustez 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Definir la premisa/ </a:t>
          </a:r>
          <a:r>
            <a:rPr lang="es-CO" sz="1300" kern="1200" dirty="0" err="1">
              <a:solidFill>
                <a:schemeClr val="bg1"/>
              </a:solidFill>
            </a:rPr>
            <a:t>hipotesis</a:t>
          </a:r>
          <a:r>
            <a:rPr lang="es-CO" sz="1300" kern="1200" dirty="0">
              <a:solidFill>
                <a:schemeClr val="bg1"/>
              </a:solidFill>
            </a:rPr>
            <a:t> del sistema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Organización y verificación de datos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Selección de método de trading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entrada (simples o complejas)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Test de entradas con salidas simples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filtros para mejorar entradas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Diseño de salidas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bg1"/>
              </a:solidFill>
            </a:rPr>
            <a:t>Estrategias de Money Management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bg1"/>
              </a:solidFill>
            </a:rPr>
            <a:t>Backtest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bg1"/>
              </a:solidFill>
            </a:rPr>
            <a:t>Optimización de parámetros y robustez </a:t>
          </a:r>
          <a:endParaRPr lang="es-CO" sz="1300" kern="1200" noProof="0" dirty="0">
            <a:solidFill>
              <a:schemeClr val="bg1"/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solidFill>
          <a:srgbClr val="5A5A5A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bg1"/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723C3-2016-49F4-9094-712AEF5F5990}">
      <dsp:nvSpPr>
        <dsp:cNvPr id="0" name=""/>
        <dsp:cNvSpPr/>
      </dsp:nvSpPr>
      <dsp:spPr>
        <a:xfrm>
          <a:off x="4333" y="62809"/>
          <a:ext cx="3720451" cy="432000"/>
        </a:xfrm>
        <a:prstGeom prst="roundRect">
          <a:avLst>
            <a:gd name="adj" fmla="val 10000"/>
          </a:avLst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b="1" kern="1200" dirty="0"/>
            <a:t>Resultados fuera de muestra </a:t>
          </a:r>
          <a:endParaRPr lang="en-US" sz="1000" kern="1200" dirty="0"/>
        </a:p>
      </dsp:txBody>
      <dsp:txXfrm>
        <a:off x="4333" y="62809"/>
        <a:ext cx="3720451" cy="288000"/>
      </dsp:txXfrm>
    </dsp:sp>
    <dsp:sp modelId="{BC1D6231-E85B-4125-8A80-B4D2EE189DD9}">
      <dsp:nvSpPr>
        <dsp:cNvPr id="0" name=""/>
        <dsp:cNvSpPr/>
      </dsp:nvSpPr>
      <dsp:spPr>
        <a:xfrm>
          <a:off x="766354" y="350809"/>
          <a:ext cx="3720451" cy="151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/>
            <a:t>Distribución de las ganancias y pérdidas por </a:t>
          </a:r>
          <a:r>
            <a:rPr lang="es-CO" sz="1000" kern="1200" dirty="0" err="1"/>
            <a:t>trade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Total profit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/>
            <a:t>Profit factor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/>
            <a:t>Avg pnl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/>
            <a:t>Avg positive pnl and avg negative pnl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/>
            <a:t>Win rate</a:t>
          </a:r>
          <a:endParaRPr lang="es-CO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/>
            <a:t>Expected value </a:t>
          </a:r>
          <a:endParaRPr lang="es-CO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/>
            <a:t>Sharpe ratio </a:t>
          </a:r>
          <a:endParaRPr lang="es-CO" sz="1000" kern="1200" dirty="0"/>
        </a:p>
      </dsp:txBody>
      <dsp:txXfrm>
        <a:off x="810639" y="395094"/>
        <a:ext cx="3631881" cy="1423430"/>
      </dsp:txXfrm>
    </dsp:sp>
    <dsp:sp modelId="{13C5CAA2-F6D1-46AA-AE88-91AE1404744E}">
      <dsp:nvSpPr>
        <dsp:cNvPr id="0" name=""/>
        <dsp:cNvSpPr/>
      </dsp:nvSpPr>
      <dsp:spPr>
        <a:xfrm>
          <a:off x="4469450" y="-245708"/>
          <a:ext cx="1195694" cy="926284"/>
        </a:xfrm>
        <a:prstGeom prst="rightArrow">
          <a:avLst>
            <a:gd name="adj1" fmla="val 60000"/>
            <a:gd name="adj2" fmla="val 50000"/>
          </a:avLst>
        </a:prstGeom>
        <a:solidFill>
          <a:srgbClr val="0071B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Iguales</a:t>
          </a:r>
          <a:endParaRPr lang="en-US" sz="800" kern="1200" dirty="0"/>
        </a:p>
      </dsp:txBody>
      <dsp:txXfrm>
        <a:off x="4469450" y="-60451"/>
        <a:ext cx="917809" cy="555770"/>
      </dsp:txXfrm>
    </dsp:sp>
    <dsp:sp modelId="{9C980969-09E4-4D54-9FF6-BC5862563E47}">
      <dsp:nvSpPr>
        <dsp:cNvPr id="0" name=""/>
        <dsp:cNvSpPr/>
      </dsp:nvSpPr>
      <dsp:spPr>
        <a:xfrm>
          <a:off x="5980813" y="62809"/>
          <a:ext cx="3720451" cy="432000"/>
        </a:xfrm>
        <a:prstGeom prst="roundRect">
          <a:avLst>
            <a:gd name="adj" fmla="val 10000"/>
          </a:avLst>
        </a:prstGeom>
        <a:solidFill>
          <a:srgbClr val="5A5A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b="1" kern="1200" dirty="0"/>
            <a:t>Resultados reales </a:t>
          </a:r>
          <a:endParaRPr lang="en-US" sz="1000" kern="1200" dirty="0"/>
        </a:p>
      </dsp:txBody>
      <dsp:txXfrm>
        <a:off x="5980813" y="62809"/>
        <a:ext cx="3720451" cy="288000"/>
      </dsp:txXfrm>
    </dsp:sp>
    <dsp:sp modelId="{6DDEE6EA-B26E-4A5B-92E4-F4ED0E8FCFDF}">
      <dsp:nvSpPr>
        <dsp:cNvPr id="0" name=""/>
        <dsp:cNvSpPr/>
      </dsp:nvSpPr>
      <dsp:spPr>
        <a:xfrm>
          <a:off x="6742834" y="350809"/>
          <a:ext cx="3720451" cy="151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/>
            <a:t>Distribución de las ganancias y pérdidas por </a:t>
          </a:r>
          <a:r>
            <a:rPr lang="es-CO" sz="1000" kern="1200" dirty="0" err="1"/>
            <a:t>trade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Total profit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 err="1"/>
            <a:t>Profit</a:t>
          </a:r>
          <a:r>
            <a:rPr lang="es-CO" sz="1000" kern="1200" dirty="0"/>
            <a:t> factor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/>
            <a:t> </a:t>
          </a:r>
          <a:r>
            <a:rPr lang="es-CO" sz="1000" kern="1200" dirty="0" err="1"/>
            <a:t>Avg</a:t>
          </a:r>
          <a:r>
            <a:rPr lang="es-CO" sz="1000" kern="1200" dirty="0"/>
            <a:t> </a:t>
          </a:r>
          <a:r>
            <a:rPr lang="es-CO" sz="1000" kern="1200" dirty="0" err="1"/>
            <a:t>pnl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/>
            <a:t> </a:t>
          </a:r>
          <a:r>
            <a:rPr lang="es-CO" sz="1000" kern="1200" dirty="0" err="1"/>
            <a:t>Avg</a:t>
          </a:r>
          <a:r>
            <a:rPr lang="es-CO" sz="1000" kern="1200" dirty="0"/>
            <a:t> positive </a:t>
          </a:r>
          <a:r>
            <a:rPr lang="es-CO" sz="1000" kern="1200" dirty="0" err="1"/>
            <a:t>pnl</a:t>
          </a:r>
          <a:r>
            <a:rPr lang="es-CO" sz="1000" kern="1200" dirty="0"/>
            <a:t> and </a:t>
          </a:r>
          <a:r>
            <a:rPr lang="es-CO" sz="1000" kern="1200" dirty="0" err="1"/>
            <a:t>avg</a:t>
          </a:r>
          <a:r>
            <a:rPr lang="es-CO" sz="1000" kern="1200" dirty="0"/>
            <a:t> negative </a:t>
          </a:r>
          <a:r>
            <a:rPr lang="es-CO" sz="1000" kern="1200" dirty="0" err="1"/>
            <a:t>pnl</a:t>
          </a:r>
          <a:r>
            <a:rPr lang="es-CO" sz="1000" kern="1200" dirty="0"/>
            <a:t>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 err="1"/>
            <a:t>Win</a:t>
          </a:r>
          <a:r>
            <a:rPr lang="es-CO" sz="1000" kern="1200" dirty="0"/>
            <a:t> </a:t>
          </a:r>
          <a:r>
            <a:rPr lang="es-CO" sz="1000" kern="1200" dirty="0" err="1"/>
            <a:t>rate</a:t>
          </a:r>
          <a:endParaRPr lang="es-CO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 err="1"/>
            <a:t>Expected</a:t>
          </a:r>
          <a:r>
            <a:rPr lang="es-CO" sz="1000" kern="1200" dirty="0"/>
            <a:t> </a:t>
          </a:r>
          <a:r>
            <a:rPr lang="es-CO" sz="1000" kern="1200" dirty="0" err="1"/>
            <a:t>value</a:t>
          </a:r>
          <a:r>
            <a:rPr lang="es-CO" sz="1000" kern="1200" dirty="0"/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000" kern="1200" dirty="0"/>
            <a:t>Sharpe ratio </a:t>
          </a:r>
        </a:p>
      </dsp:txBody>
      <dsp:txXfrm>
        <a:off x="6787119" y="395094"/>
        <a:ext cx="3631881" cy="1423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74AD2-459D-4ADA-A3E9-9DCEA7890B3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08FAE-6ED9-4C94-9E9A-04CCEE5324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6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0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b="1" dirty="0"/>
              <a:t>Los mercados:</a:t>
            </a:r>
            <a:r>
              <a:rPr lang="es-CO" dirty="0"/>
              <a:t> </a:t>
            </a:r>
          </a:p>
          <a:p>
            <a:r>
              <a:rPr lang="es-CO" dirty="0"/>
              <a:t>Acciones e indicies </a:t>
            </a:r>
          </a:p>
          <a:p>
            <a:r>
              <a:rPr lang="es-CO" dirty="0"/>
              <a:t>Divisas</a:t>
            </a:r>
          </a:p>
          <a:p>
            <a:r>
              <a:rPr lang="es-CO" dirty="0"/>
              <a:t>Materias primas </a:t>
            </a:r>
          </a:p>
          <a:p>
            <a:r>
              <a:rPr lang="es-CO" dirty="0"/>
              <a:t>Bonos </a:t>
            </a:r>
          </a:p>
          <a:p>
            <a:endParaRPr lang="es-CO" dirty="0"/>
          </a:p>
          <a:p>
            <a:pPr marL="0" indent="0">
              <a:buNone/>
            </a:pPr>
            <a:r>
              <a:rPr lang="es-CO" b="1" dirty="0"/>
              <a:t>Marcos de tiempo:</a:t>
            </a:r>
          </a:p>
          <a:p>
            <a:r>
              <a:rPr lang="es-CO" dirty="0" err="1"/>
              <a:t>Tick</a:t>
            </a:r>
            <a:r>
              <a:rPr lang="es-CO" dirty="0"/>
              <a:t> </a:t>
            </a:r>
            <a:r>
              <a:rPr lang="es-CO" dirty="0" err="1"/>
              <a:t>bars</a:t>
            </a:r>
            <a:r>
              <a:rPr lang="es-CO" dirty="0"/>
              <a:t>, </a:t>
            </a:r>
            <a:r>
              <a:rPr lang="es-CO" dirty="0" err="1"/>
              <a:t>tick</a:t>
            </a:r>
            <a:r>
              <a:rPr lang="es-CO" dirty="0"/>
              <a:t> volumen </a:t>
            </a:r>
            <a:r>
              <a:rPr lang="es-CO" dirty="0" err="1"/>
              <a:t>bars</a:t>
            </a:r>
            <a:r>
              <a:rPr lang="es-CO" dirty="0"/>
              <a:t>, </a:t>
            </a:r>
            <a:r>
              <a:rPr lang="es-CO" dirty="0" err="1"/>
              <a:t>etc</a:t>
            </a:r>
            <a:endParaRPr lang="es-CO" dirty="0"/>
          </a:p>
          <a:p>
            <a:r>
              <a:rPr lang="es-CO" dirty="0"/>
              <a:t>Intradía (pueden ser más difícil de predecir porque hay mas ruido)</a:t>
            </a:r>
          </a:p>
          <a:p>
            <a:r>
              <a:rPr lang="es-CO" dirty="0"/>
              <a:t>Diarios </a:t>
            </a:r>
          </a:p>
          <a:p>
            <a:r>
              <a:rPr lang="es-CO" dirty="0"/>
              <a:t>Semanales o mensuales (“son más fáciles de predecir”)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Escojan el marco de tiempo. Esto debe basarse en la forma que van a operar</a:t>
            </a:r>
          </a:p>
          <a:p>
            <a:pPr lvl="1"/>
            <a:r>
              <a:rPr lang="es-CO" dirty="0" err="1">
                <a:solidFill>
                  <a:schemeClr val="accent5">
                    <a:lumMod val="50000"/>
                    <a:lumOff val="50000"/>
                  </a:schemeClr>
                </a:solidFill>
              </a:rPr>
              <a:t>Intradia</a:t>
            </a:r>
            <a:endParaRPr lang="es-CO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Semanal</a:t>
            </a:r>
          </a:p>
          <a:p>
            <a:pPr lvl="1"/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Al finalizar la jornada</a:t>
            </a:r>
          </a:p>
          <a:p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Entienda que tipo de estrategia les funciona mejor:</a:t>
            </a:r>
          </a:p>
          <a:p>
            <a:pPr lvl="1"/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Son capaces de mantener una posición un fin de semana o en la noche </a:t>
            </a:r>
          </a:p>
          <a:p>
            <a:pPr lvl="1"/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Prefieren </a:t>
            </a:r>
            <a:r>
              <a:rPr lang="es-CO" dirty="0" err="1">
                <a:solidFill>
                  <a:schemeClr val="accent5">
                    <a:lumMod val="50000"/>
                    <a:lumOff val="50000"/>
                  </a:schemeClr>
                </a:solidFill>
              </a:rPr>
              <a:t>manter</a:t>
            </a:r>
            <a:r>
              <a:rPr lang="es-CO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 la posición en el día 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20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36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Puede ser para un activo especifico </a:t>
            </a:r>
          </a:p>
          <a:p>
            <a:r>
              <a:rPr lang="es-CO" dirty="0"/>
              <a:t>Puede ser para un conjunto de activos (</a:t>
            </a:r>
            <a:r>
              <a:rPr lang="es-CO" dirty="0" err="1"/>
              <a:t>asset</a:t>
            </a:r>
            <a:r>
              <a:rPr lang="es-CO" dirty="0"/>
              <a:t> </a:t>
            </a:r>
            <a:r>
              <a:rPr lang="es-CO" dirty="0" err="1"/>
              <a:t>classes</a:t>
            </a:r>
            <a:r>
              <a:rPr lang="es-CO" dirty="0"/>
              <a:t>)</a:t>
            </a:r>
          </a:p>
          <a:p>
            <a:r>
              <a:rPr lang="es-CO" dirty="0"/>
              <a:t>Debe ser concreta y lo más simple posible </a:t>
            </a:r>
          </a:p>
          <a:p>
            <a:pPr lvl="1"/>
            <a:r>
              <a:rPr lang="es-CO" dirty="0"/>
              <a:t>Para esto pueden usar la metodología SMART si quieren</a:t>
            </a:r>
          </a:p>
          <a:p>
            <a:pPr lvl="1"/>
            <a:r>
              <a:rPr lang="es-CO" dirty="0"/>
              <a:t>O simplemente asumir una hipótesis que quieren probar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13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57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Entender bien qué clase de precio se tiene: </a:t>
            </a:r>
          </a:p>
          <a:p>
            <a:pPr lvl="1"/>
            <a:r>
              <a:rPr lang="es-CO" dirty="0" err="1"/>
              <a:t>Settlement</a:t>
            </a:r>
            <a:r>
              <a:rPr lang="es-CO" dirty="0"/>
              <a:t> Price</a:t>
            </a:r>
          </a:p>
          <a:p>
            <a:pPr lvl="1"/>
            <a:r>
              <a:rPr lang="es-CO" dirty="0"/>
              <a:t>Ultimo precio del día (</a:t>
            </a:r>
            <a:r>
              <a:rPr lang="es-CO" dirty="0" err="1"/>
              <a:t>bid</a:t>
            </a:r>
            <a:r>
              <a:rPr lang="es-CO" dirty="0"/>
              <a:t> </a:t>
            </a:r>
            <a:r>
              <a:rPr lang="es-CO" dirty="0" err="1"/>
              <a:t>or</a:t>
            </a:r>
            <a:r>
              <a:rPr lang="es-CO" dirty="0"/>
              <a:t> </a:t>
            </a:r>
            <a:r>
              <a:rPr lang="es-CO" dirty="0" err="1"/>
              <a:t>ask</a:t>
            </a:r>
            <a:r>
              <a:rPr lang="es-CO" dirty="0"/>
              <a:t>)</a:t>
            </a:r>
          </a:p>
          <a:p>
            <a:pPr lvl="1"/>
            <a:r>
              <a:rPr lang="es-CO" dirty="0" err="1"/>
              <a:t>Fixing</a:t>
            </a:r>
            <a:r>
              <a:rPr lang="es-CO" dirty="0"/>
              <a:t> </a:t>
            </a:r>
            <a:r>
              <a:rPr lang="es-CO" dirty="0" err="1"/>
              <a:t>price</a:t>
            </a:r>
            <a:endParaRPr lang="es-CO" dirty="0"/>
          </a:p>
          <a:p>
            <a:r>
              <a:rPr lang="es-CO" dirty="0"/>
              <a:t>Seleccionar los datos, se recomiendo al menos tener 10 años de historia </a:t>
            </a:r>
          </a:p>
          <a:p>
            <a:r>
              <a:rPr lang="es-CO" dirty="0"/>
              <a:t>Verificar errores o cosas extrañas en los datos (precios, volúmenes)</a:t>
            </a:r>
          </a:p>
          <a:p>
            <a:r>
              <a:rPr lang="es-CO" dirty="0"/>
              <a:t>Como se van a manejar los festivos</a:t>
            </a:r>
          </a:p>
          <a:p>
            <a:r>
              <a:rPr lang="es-CO" dirty="0"/>
              <a:t>Eventos importantes que puedan cambiar las condiciones del mercado</a:t>
            </a:r>
          </a:p>
          <a:p>
            <a:pPr lvl="1"/>
            <a:r>
              <a:rPr lang="es-CO" dirty="0"/>
              <a:t>Ejemplo en el USDCOP  </a:t>
            </a:r>
          </a:p>
          <a:p>
            <a:r>
              <a:rPr lang="es-CO" dirty="0"/>
              <a:t>Para el caso de futuros se debe entender a gran detalle la forma en que el </a:t>
            </a:r>
            <a:r>
              <a:rPr lang="es-CO" dirty="0" err="1"/>
              <a:t>rollover</a:t>
            </a:r>
            <a:r>
              <a:rPr lang="es-CO" dirty="0"/>
              <a:t> se maneja:</a:t>
            </a:r>
          </a:p>
          <a:p>
            <a:pPr lvl="1"/>
            <a:r>
              <a:rPr lang="es-CO" dirty="0"/>
              <a:t>Soluciones: crear un contrato continuo que descuente o sume el roll 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67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In </a:t>
            </a:r>
            <a:r>
              <a:rPr lang="es-CO" dirty="0" err="1"/>
              <a:t>sample</a:t>
            </a:r>
            <a:r>
              <a:rPr lang="es-CO" dirty="0"/>
              <a:t> – </a:t>
            </a:r>
            <a:r>
              <a:rPr lang="es-CO" dirty="0" err="1"/>
              <a:t>out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sample</a:t>
            </a:r>
            <a:r>
              <a:rPr lang="es-CO" dirty="0"/>
              <a:t>: Datos de calibración, testeo y prueba </a:t>
            </a:r>
          </a:p>
          <a:p>
            <a:r>
              <a:rPr lang="es-CO" dirty="0" err="1"/>
              <a:t>Walk</a:t>
            </a:r>
            <a:r>
              <a:rPr lang="es-CO" dirty="0"/>
              <a:t> forward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1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In </a:t>
            </a:r>
            <a:r>
              <a:rPr lang="es-CO" dirty="0" err="1"/>
              <a:t>sample</a:t>
            </a:r>
            <a:r>
              <a:rPr lang="es-CO" dirty="0"/>
              <a:t> – </a:t>
            </a:r>
            <a:r>
              <a:rPr lang="es-CO" dirty="0" err="1"/>
              <a:t>out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sample</a:t>
            </a:r>
            <a:r>
              <a:rPr lang="es-CO" dirty="0"/>
              <a:t>: Datos de calibración, testeo y prueba </a:t>
            </a:r>
          </a:p>
          <a:p>
            <a:r>
              <a:rPr lang="es-CO" dirty="0" err="1"/>
              <a:t>Walk</a:t>
            </a:r>
            <a:r>
              <a:rPr lang="es-CO" dirty="0"/>
              <a:t> forward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72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Estacionalidades</a:t>
            </a:r>
          </a:p>
          <a:p>
            <a:pPr lvl="1"/>
            <a:r>
              <a:rPr lang="es-CO" dirty="0"/>
              <a:t>Mensual </a:t>
            </a:r>
          </a:p>
          <a:p>
            <a:pPr lvl="1"/>
            <a:r>
              <a:rPr lang="es-CO" b="1" dirty="0"/>
              <a:t>Diaria </a:t>
            </a:r>
          </a:p>
          <a:p>
            <a:pPr lvl="1"/>
            <a:r>
              <a:rPr lang="es-CO" b="1" dirty="0"/>
              <a:t>Dia del año </a:t>
            </a:r>
          </a:p>
          <a:p>
            <a:r>
              <a:rPr lang="es-CO" b="1" dirty="0" err="1"/>
              <a:t>Trend</a:t>
            </a:r>
            <a:r>
              <a:rPr lang="es-CO" b="1" dirty="0"/>
              <a:t> </a:t>
            </a:r>
            <a:r>
              <a:rPr lang="es-CO" b="1" dirty="0" err="1"/>
              <a:t>following</a:t>
            </a:r>
            <a:r>
              <a:rPr lang="es-CO" b="1" dirty="0"/>
              <a:t>:</a:t>
            </a:r>
          </a:p>
          <a:p>
            <a:pPr lvl="1"/>
            <a:r>
              <a:rPr lang="es-CO" dirty="0" err="1"/>
              <a:t>Breakouts</a:t>
            </a:r>
            <a:endParaRPr lang="es-CO" dirty="0"/>
          </a:p>
          <a:p>
            <a:pPr lvl="1"/>
            <a:r>
              <a:rPr lang="es-CO" dirty="0"/>
              <a:t>Promedios móviles o métodos de suavizamiento </a:t>
            </a:r>
          </a:p>
          <a:p>
            <a:pPr lvl="1"/>
            <a:r>
              <a:rPr lang="es-CO" dirty="0"/>
              <a:t>Análisis cíclico </a:t>
            </a:r>
          </a:p>
          <a:p>
            <a:r>
              <a:rPr lang="es-CO" b="1" dirty="0" err="1"/>
              <a:t>Countertrend</a:t>
            </a:r>
            <a:endParaRPr lang="es-CO" b="1" dirty="0"/>
          </a:p>
          <a:p>
            <a:pPr lvl="1"/>
            <a:r>
              <a:rPr lang="es-CO" dirty="0"/>
              <a:t>Indicadores técnicos (RSI, osciladores) </a:t>
            </a:r>
          </a:p>
          <a:p>
            <a:pPr lvl="1"/>
            <a:r>
              <a:rPr lang="es-CO" dirty="0"/>
              <a:t>Desviaciones estándar</a:t>
            </a:r>
          </a:p>
          <a:p>
            <a:pPr lvl="1"/>
            <a:r>
              <a:rPr lang="es-CO" dirty="0"/>
              <a:t>Análisis cíclico</a:t>
            </a:r>
          </a:p>
          <a:p>
            <a:r>
              <a:rPr lang="es-CO" b="1" dirty="0"/>
              <a:t>Relative </a:t>
            </a:r>
            <a:r>
              <a:rPr lang="es-CO" b="1" dirty="0" err="1"/>
              <a:t>value</a:t>
            </a:r>
            <a:r>
              <a:rPr lang="es-CO" b="1" dirty="0"/>
              <a:t>:</a:t>
            </a:r>
          </a:p>
          <a:p>
            <a:pPr lvl="1"/>
            <a:r>
              <a:rPr lang="es-CO" dirty="0"/>
              <a:t>Análisis Inter mercado  </a:t>
            </a:r>
          </a:p>
          <a:p>
            <a:pPr lvl="1"/>
            <a:r>
              <a:rPr lang="es-CO" dirty="0"/>
              <a:t>Arbitraje estadístico </a:t>
            </a:r>
            <a:endParaRPr lang="es-CO" b="1" dirty="0"/>
          </a:p>
          <a:p>
            <a:r>
              <a:rPr lang="es-CO" b="1" dirty="0"/>
              <a:t>Patrones o indicadores técnicos</a:t>
            </a:r>
          </a:p>
          <a:p>
            <a:pPr lvl="1"/>
            <a:r>
              <a:rPr lang="es-CO" dirty="0"/>
              <a:t>Patrones de velas </a:t>
            </a:r>
          </a:p>
          <a:p>
            <a:pPr lvl="1"/>
            <a:r>
              <a:rPr lang="es-CO" dirty="0"/>
              <a:t>Patrones de precios</a:t>
            </a:r>
          </a:p>
          <a:p>
            <a:r>
              <a:rPr lang="es-CO" b="1" dirty="0"/>
              <a:t>Métodos estadísticos, econométricos, </a:t>
            </a:r>
            <a:r>
              <a:rPr lang="es-CO" b="1" dirty="0" err="1"/>
              <a:t>etc</a:t>
            </a:r>
            <a:endParaRPr lang="es-CO" b="1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45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28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29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Mantener la posición n días </a:t>
            </a:r>
          </a:p>
          <a:p>
            <a:r>
              <a:rPr lang="es-ES" dirty="0" err="1"/>
              <a:t>Profit</a:t>
            </a:r>
            <a:r>
              <a:rPr lang="es-ES" dirty="0"/>
              <a:t> Targets o stop </a:t>
            </a:r>
            <a:r>
              <a:rPr lang="es-ES" dirty="0" err="1"/>
              <a:t>loss</a:t>
            </a:r>
            <a:r>
              <a:rPr lang="es-ES" dirty="0"/>
              <a:t> targets</a:t>
            </a:r>
          </a:p>
          <a:p>
            <a:r>
              <a:rPr lang="es-ES" dirty="0"/>
              <a:t>Salir en el primer momento que sea rentable la operación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40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49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79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s-ES" dirty="0"/>
              <a:t>El mínimo de n días, cuando el mínimo de n días no este (porque ya se compre en el mínimo se puede también esperar un par de días antes de que pase este evento)</a:t>
            </a:r>
          </a:p>
          <a:p>
            <a:pPr lvl="1"/>
            <a:r>
              <a:rPr lang="es-ES" dirty="0" err="1"/>
              <a:t>Protective</a:t>
            </a:r>
            <a:r>
              <a:rPr lang="es-ES" dirty="0"/>
              <a:t> stop/Target </a:t>
            </a:r>
            <a:r>
              <a:rPr lang="es-ES" dirty="0" err="1"/>
              <a:t>profit</a:t>
            </a:r>
            <a:r>
              <a:rPr lang="es-ES" dirty="0"/>
              <a:t>: definir un stop por perdida o una zona de ganancia</a:t>
            </a:r>
          </a:p>
          <a:p>
            <a:pPr lvl="1"/>
            <a:r>
              <a:rPr lang="es-ES" dirty="0" err="1"/>
              <a:t>Trailing</a:t>
            </a:r>
            <a:r>
              <a:rPr lang="es-ES" dirty="0"/>
              <a:t> stop: ejemplo usar el </a:t>
            </a:r>
            <a:r>
              <a:rPr lang="es-ES" dirty="0" err="1"/>
              <a:t>parabolic</a:t>
            </a:r>
            <a:r>
              <a:rPr lang="es-ES" dirty="0"/>
              <a:t> zar.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Salidas después de un evento: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profitable</a:t>
            </a:r>
            <a:r>
              <a:rPr lang="es-ES" dirty="0"/>
              <a:t> open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basado en una regla técnica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Luego de n días de abierta la operación </a:t>
            </a:r>
            <a:endParaRPr lang="es-CO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01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s-ES" dirty="0"/>
              <a:t>El mínimo de n días, cuando el mínimo de n días no este (porque ya se compre en el mínimo se puede también esperar un par de días antes de que pase este evento)</a:t>
            </a:r>
          </a:p>
          <a:p>
            <a:pPr lvl="1"/>
            <a:r>
              <a:rPr lang="es-ES" dirty="0" err="1"/>
              <a:t>Protective</a:t>
            </a:r>
            <a:r>
              <a:rPr lang="es-ES" dirty="0"/>
              <a:t> stop/Target </a:t>
            </a:r>
            <a:r>
              <a:rPr lang="es-ES" dirty="0" err="1"/>
              <a:t>profit</a:t>
            </a:r>
            <a:r>
              <a:rPr lang="es-ES" dirty="0"/>
              <a:t>: definir un stop por perdida o una zona de ganancia</a:t>
            </a:r>
          </a:p>
          <a:p>
            <a:pPr lvl="1"/>
            <a:r>
              <a:rPr lang="es-ES" dirty="0" err="1"/>
              <a:t>Trailing</a:t>
            </a:r>
            <a:r>
              <a:rPr lang="es-ES" dirty="0"/>
              <a:t> stop: ejemplo usar el </a:t>
            </a:r>
            <a:r>
              <a:rPr lang="es-ES" dirty="0" err="1"/>
              <a:t>parabolic</a:t>
            </a:r>
            <a:r>
              <a:rPr lang="es-ES" dirty="0"/>
              <a:t> zar.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Salidas después de un evento: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profitable</a:t>
            </a:r>
            <a:r>
              <a:rPr lang="es-ES" dirty="0"/>
              <a:t> open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basado en una regla técnica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Luego de n días de abierta la operación </a:t>
            </a:r>
            <a:endParaRPr lang="es-CO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825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s-ES" dirty="0"/>
              <a:t>El mínimo de n días, cuando el mínimo de n días no este (porque ya se compre en el mínimo se puede también esperar un par de días antes de que pase este evento)</a:t>
            </a:r>
          </a:p>
          <a:p>
            <a:pPr lvl="1"/>
            <a:r>
              <a:rPr lang="es-ES" dirty="0" err="1"/>
              <a:t>Protective</a:t>
            </a:r>
            <a:r>
              <a:rPr lang="es-ES" dirty="0"/>
              <a:t> stop/Target </a:t>
            </a:r>
            <a:r>
              <a:rPr lang="es-ES" dirty="0" err="1"/>
              <a:t>profit</a:t>
            </a:r>
            <a:r>
              <a:rPr lang="es-ES" dirty="0"/>
              <a:t>: definir un stop por perdida o una zona de ganancia</a:t>
            </a:r>
          </a:p>
          <a:p>
            <a:pPr lvl="1"/>
            <a:r>
              <a:rPr lang="es-ES" dirty="0" err="1"/>
              <a:t>Trailing</a:t>
            </a:r>
            <a:r>
              <a:rPr lang="es-ES" dirty="0"/>
              <a:t> stop: ejemplo usar el </a:t>
            </a:r>
            <a:r>
              <a:rPr lang="es-ES" dirty="0" err="1"/>
              <a:t>parabolic</a:t>
            </a:r>
            <a:r>
              <a:rPr lang="es-ES" dirty="0"/>
              <a:t> zar.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Salidas después de un evento: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profitable</a:t>
            </a:r>
            <a:r>
              <a:rPr lang="es-ES" dirty="0"/>
              <a:t> open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basado en una regla técnica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Luego de n días de abierta la operación </a:t>
            </a:r>
            <a:endParaRPr lang="es-CO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56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253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11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b="1" dirty="0"/>
              <a:t>Los resultados de trading se pueden analizar en tres cosas: 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Riesgo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Margen 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Ganancias</a:t>
            </a:r>
          </a:p>
          <a:p>
            <a:pPr marL="0" indent="0">
              <a:buNone/>
            </a:pPr>
            <a:r>
              <a:rPr lang="es-CO" b="1" dirty="0"/>
              <a:t>Principales graficas:</a:t>
            </a:r>
            <a:r>
              <a:rPr lang="es-CO" dirty="0"/>
              <a:t> </a:t>
            </a:r>
          </a:p>
          <a:p>
            <a:r>
              <a:rPr lang="es-CO" dirty="0"/>
              <a:t>Distribución de las ganancias y pérdidas por </a:t>
            </a:r>
            <a:r>
              <a:rPr lang="es-CO" dirty="0" err="1"/>
              <a:t>trade</a:t>
            </a:r>
            <a:endParaRPr lang="es-CO" dirty="0"/>
          </a:p>
          <a:p>
            <a:r>
              <a:rPr lang="es-CO" dirty="0"/>
              <a:t>Histórico del </a:t>
            </a:r>
            <a:r>
              <a:rPr lang="es-CO" dirty="0" err="1"/>
              <a:t>drawdown</a:t>
            </a:r>
            <a:r>
              <a:rPr lang="es-CO" dirty="0"/>
              <a:t>/ caída máxima </a:t>
            </a:r>
          </a:p>
          <a:p>
            <a:r>
              <a:rPr lang="es-CO" dirty="0" err="1"/>
              <a:t>Scatter</a:t>
            </a:r>
            <a:r>
              <a:rPr lang="es-CO" dirty="0"/>
              <a:t> </a:t>
            </a:r>
            <a:r>
              <a:rPr lang="es-CO" dirty="0" err="1"/>
              <a:t>plot</a:t>
            </a:r>
            <a:r>
              <a:rPr lang="es-CO" dirty="0"/>
              <a:t> de la rentabilidad del Sistema y la volatilidad del mercado </a:t>
            </a:r>
          </a:p>
          <a:p>
            <a:r>
              <a:rPr lang="es-CO" dirty="0"/>
              <a:t>Grafica del retorno n periodos atrás vs m periodos futuros</a:t>
            </a:r>
          </a:p>
          <a:p>
            <a:r>
              <a:rPr lang="es-CO" dirty="0"/>
              <a:t>Curva del capital histórico</a:t>
            </a:r>
          </a:p>
          <a:p>
            <a:pPr marL="0" indent="0">
              <a:buNone/>
            </a:pPr>
            <a:r>
              <a:rPr lang="es-CO" b="1" dirty="0"/>
              <a:t>Análisis de los resultados en un </a:t>
            </a:r>
            <a:r>
              <a:rPr lang="es-CO" b="1" dirty="0" err="1"/>
              <a:t>risk</a:t>
            </a:r>
            <a:r>
              <a:rPr lang="es-CO" b="1" dirty="0"/>
              <a:t> </a:t>
            </a:r>
            <a:r>
              <a:rPr lang="es-CO" b="1" dirty="0" err="1"/>
              <a:t>adjusted</a:t>
            </a:r>
            <a:r>
              <a:rPr lang="es-CO" b="1" dirty="0"/>
              <a:t> basis:</a:t>
            </a:r>
            <a:endParaRPr lang="es-CO" dirty="0"/>
          </a:p>
          <a:p>
            <a:r>
              <a:rPr lang="es-CO" dirty="0" err="1"/>
              <a:t>Profit</a:t>
            </a:r>
            <a:r>
              <a:rPr lang="es-CO" dirty="0"/>
              <a:t> factor, </a:t>
            </a:r>
            <a:r>
              <a:rPr lang="es-CO" dirty="0" err="1"/>
              <a:t>avg</a:t>
            </a:r>
            <a:r>
              <a:rPr lang="es-CO" dirty="0"/>
              <a:t> </a:t>
            </a:r>
            <a:r>
              <a:rPr lang="es-CO" dirty="0" err="1"/>
              <a:t>pnl</a:t>
            </a:r>
            <a:r>
              <a:rPr lang="es-CO" dirty="0"/>
              <a:t>, </a:t>
            </a:r>
            <a:r>
              <a:rPr lang="es-CO" dirty="0" err="1"/>
              <a:t>avg</a:t>
            </a:r>
            <a:r>
              <a:rPr lang="es-CO" dirty="0"/>
              <a:t> positive </a:t>
            </a:r>
            <a:r>
              <a:rPr lang="es-CO" dirty="0" err="1"/>
              <a:t>pnl</a:t>
            </a:r>
            <a:r>
              <a:rPr lang="es-CO" dirty="0"/>
              <a:t>, </a:t>
            </a:r>
            <a:r>
              <a:rPr lang="es-CO" dirty="0" err="1"/>
              <a:t>ang</a:t>
            </a:r>
            <a:r>
              <a:rPr lang="es-CO" dirty="0"/>
              <a:t> negative </a:t>
            </a:r>
            <a:r>
              <a:rPr lang="es-CO" dirty="0" err="1"/>
              <a:t>pnl</a:t>
            </a:r>
            <a:r>
              <a:rPr lang="es-CO" dirty="0"/>
              <a:t> </a:t>
            </a:r>
          </a:p>
          <a:p>
            <a:r>
              <a:rPr lang="es-CO" dirty="0" err="1"/>
              <a:t>Win</a:t>
            </a:r>
            <a:r>
              <a:rPr lang="es-CO" dirty="0"/>
              <a:t> </a:t>
            </a:r>
            <a:r>
              <a:rPr lang="es-CO" dirty="0" err="1"/>
              <a:t>rate</a:t>
            </a:r>
            <a:r>
              <a:rPr lang="es-CO" dirty="0"/>
              <a:t>, </a:t>
            </a:r>
            <a:r>
              <a:rPr lang="es-CO" dirty="0" err="1"/>
              <a:t>expected</a:t>
            </a:r>
            <a:r>
              <a:rPr lang="es-CO" dirty="0"/>
              <a:t> </a:t>
            </a:r>
            <a:r>
              <a:rPr lang="es-CO" dirty="0" err="1"/>
              <a:t>value</a:t>
            </a:r>
            <a:r>
              <a:rPr lang="es-CO" dirty="0"/>
              <a:t> </a:t>
            </a:r>
          </a:p>
          <a:p>
            <a:r>
              <a:rPr lang="es-CO" dirty="0"/>
              <a:t>Sharpe ratio 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10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In </a:t>
            </a:r>
            <a:r>
              <a:rPr lang="es-CO" dirty="0" err="1"/>
              <a:t>sample</a:t>
            </a:r>
            <a:r>
              <a:rPr lang="es-CO" dirty="0"/>
              <a:t> – </a:t>
            </a:r>
            <a:r>
              <a:rPr lang="es-CO" dirty="0" err="1"/>
              <a:t>out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sample</a:t>
            </a:r>
            <a:r>
              <a:rPr lang="es-CO" dirty="0"/>
              <a:t>: Datos de calibración, testeo y prueba </a:t>
            </a:r>
          </a:p>
          <a:p>
            <a:r>
              <a:rPr lang="es-CO" dirty="0" err="1"/>
              <a:t>Walk</a:t>
            </a:r>
            <a:r>
              <a:rPr lang="es-CO" dirty="0"/>
              <a:t> forward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43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56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56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8494E-4E2F-1C40-8B7B-C0D0B7FB2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019820-22D1-6B44-9B2F-4A9436BEE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D7963-CE38-8E49-9AE2-40B94CCD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E00018-E873-CA46-B8D8-B565A6E9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74B16-C74A-544B-8E70-BE219BAC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5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32DA36-E214-AB45-9899-5E825E6E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CC55C-4C14-9545-A1F8-FA061BFC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D8A5C-E521-4646-8E21-2B913CB2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4D73F-320F-CE4A-8B0A-11C58423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E1201E-05CF-483B-292D-9AB7780880DC}"/>
              </a:ext>
            </a:extLst>
          </p:cNvPr>
          <p:cNvSpPr/>
          <p:nvPr userDrawn="1"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06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2322455"/>
            <a:ext cx="12191999" cy="1163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DIN Light" panose="02020500000000000000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54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tx1">
              <a:lumMod val="95000"/>
              <a:lumOff val="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2322455"/>
            <a:ext cx="12191999" cy="1163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DIN Light" panose="02020500000000000000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652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accent4">
              <a:lumMod val="50000"/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180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39"/>
          <a:stretch/>
        </p:blipFill>
        <p:spPr>
          <a:xfrm>
            <a:off x="-1" y="-1"/>
            <a:ext cx="12191999" cy="6845301"/>
          </a:xfrm>
          <a:prstGeom prst="rect">
            <a:avLst/>
          </a:prstGeom>
        </p:spPr>
      </p:pic>
      <p:sp>
        <p:nvSpPr>
          <p:cNvPr id="7" name="Rectángulo 6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tx1">
              <a:lumMod val="95000"/>
              <a:lumOff val="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774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0645-BBB2-1A4E-BD89-51875469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930C67-6D2F-9B4F-A31F-FF5CF9C7F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C26CB-FBE4-CB4E-BDFD-491E4020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94ADB-68F5-7C4E-A087-10EBB40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F27728-0610-1142-86F3-420D6B9E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4B188-078A-384F-AC4D-49E76614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B9B3C2-D3D8-1F4A-9E29-C37D69FE9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32908E-69D3-5540-BB89-456892524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E94424-CC94-184F-A986-74E06BB5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448B-FA71-D941-A8F0-0FA60170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9A703D-91D0-3944-9F18-27A12083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6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45B92-21B9-9243-9E37-C4BD589B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4F19BA-957D-2440-BEB6-F303366C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FEC927-7AD2-AD4D-A961-3C464A35D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FD7B2-A2FC-A141-99FA-7D28179DD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2ED03B-EC5B-0342-BDF9-CECE5598B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BC132C-1C84-5A44-9799-592714BD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F27ED-9F8D-4D46-95B2-501AFE9C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5CBAA8-F71A-7044-8232-DAD4CB44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247EE-34F5-3D4D-A6FD-7E2A35AC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015B53-2D7C-7C48-8B26-F837F93A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22B51C-9D13-DE4A-A650-9EBF82C8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CF20C4-FB13-FF4C-A31B-E697B695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53156C-445E-5542-BADF-04057C2A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F6B26C-0BF6-2443-A16E-C1668C95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38F2A3-F73B-454E-B070-88E11A16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38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48B62-8BB3-8C49-B340-59FE3D75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779C0-26AB-B44D-9150-439DF3714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F5FF42-50B5-FB40-8083-477B757C9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A44473-2A82-9E48-89FD-21CF91FFA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295FD-EBD7-0C4B-BD76-48C02A26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4E75-1B81-3248-AB0B-20B0E54A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20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32628-4A0D-C947-800F-44A5EA87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013F4B-1FCF-094A-AA90-6CF682FF3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DBFA2B-AA6D-9C4C-8B4A-1E2E78B69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5F85C9-FA5D-8A43-936C-96685406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D63E62-F8D4-E34F-9FF1-54B8C85B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D7001C-F236-F14D-998E-C785CEFE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01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079DA-578B-C342-B404-5F208F40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684535-CDDB-3049-AE5D-FAB245E88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38ADD-7DAF-7C48-AB96-D08326E1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3158F3-C521-2D41-BE29-55987AD9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5B468-ADA3-E14B-A95B-6C8B0D66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1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146EB4-7651-DB4C-9F7C-FE972ACE4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010C9A-E9B1-AA4A-8438-86E866148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DFF736-69A3-194C-A453-1274F702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9EF998-041A-C946-A6A3-431B0D8F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25C4FD-6948-7B4B-B2A2-5528F778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2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501B4D-B9D4-3449-9502-1D4931C5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120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CBDEE-D386-C141-88DE-683511975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9" y="2196792"/>
            <a:ext cx="11160124" cy="3879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DDDE3-436B-4F44-9A39-6F132CA74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29C80-6FBA-CD49-AA7B-B7D8986119E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29976-A570-A04D-95C3-D27CD3E5F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94C1A0-924A-094C-B79D-7438E179F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Conector recto 9"/>
          <p:cNvCxnSpPr/>
          <p:nvPr userDrawn="1"/>
        </p:nvCxnSpPr>
        <p:spPr>
          <a:xfrm>
            <a:off x="515936" y="535275"/>
            <a:ext cx="1116012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BCD8E388-65A8-C47C-E5A6-F4E59CE691A1}"/>
              </a:ext>
            </a:extLst>
          </p:cNvPr>
          <p:cNvSpPr/>
          <p:nvPr userDrawn="1"/>
        </p:nvSpPr>
        <p:spPr>
          <a:xfrm>
            <a:off x="515935" y="114300"/>
            <a:ext cx="3589340" cy="31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s-CO" noProof="0" dirty="0">
                <a:solidFill>
                  <a:schemeClr val="accent5">
                    <a:lumMod val="75000"/>
                    <a:lumOff val="25000"/>
                  </a:schemeClr>
                </a:solidFill>
              </a:rPr>
              <a:t>Cómo diseñar sistemas de trading, por Juan David Suarez</a:t>
            </a:r>
          </a:p>
        </p:txBody>
      </p:sp>
    </p:spTree>
    <p:extLst>
      <p:ext uri="{BB962C8B-B14F-4D97-AF65-F5344CB8AC3E}">
        <p14:creationId xmlns:p14="http://schemas.microsoft.com/office/powerpoint/2010/main" val="275731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6" r:id="rId3"/>
    <p:sldLayoutId id="2147483699" r:id="rId4"/>
    <p:sldLayoutId id="2147483697" r:id="rId5"/>
    <p:sldLayoutId id="2147483698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109030" y="2990593"/>
            <a:ext cx="60272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200" b="1" dirty="0"/>
              <a:t>Cómo diseñar sistemas de trading</a:t>
            </a:r>
          </a:p>
          <a:p>
            <a:pPr algn="ctr"/>
            <a:r>
              <a:rPr lang="es-CO" sz="1600" b="1" dirty="0"/>
              <a:t>Juan David Suarez</a:t>
            </a:r>
          </a:p>
          <a:p>
            <a:pPr algn="ctr"/>
            <a:r>
              <a:rPr lang="es-CO" dirty="0"/>
              <a:t>Septiembre 19</a:t>
            </a:r>
          </a:p>
        </p:txBody>
      </p:sp>
      <p:sp>
        <p:nvSpPr>
          <p:cNvPr id="2" name="Rectángulo 1"/>
          <p:cNvSpPr/>
          <p:nvPr/>
        </p:nvSpPr>
        <p:spPr>
          <a:xfrm>
            <a:off x="8656644" y="5154625"/>
            <a:ext cx="30194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200" dirty="0">
                <a:solidFill>
                  <a:schemeClr val="bg1">
                    <a:lumMod val="50000"/>
                  </a:schemeClr>
                </a:solidFill>
              </a:rPr>
              <a:t>El contenido del presente documento es de carácter confidencial y de propiedad intelectual de  Juan David Suarez. Ninguna de sus partes podrá divulgarse de manera alguna, sin previa autorización escrita.</a:t>
            </a:r>
          </a:p>
          <a:p>
            <a:pPr algn="r"/>
            <a:endParaRPr lang="es-CO" sz="120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s-CO" sz="1200" dirty="0">
                <a:solidFill>
                  <a:schemeClr val="bg1">
                    <a:lumMod val="50000"/>
                  </a:schemeClr>
                </a:solidFill>
              </a:rPr>
              <a:t>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31522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5B161-53BC-2355-760F-5BBFCF1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503644"/>
            <a:ext cx="11160125" cy="1200034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Disclaimer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E78DF-DB60-55D5-47D6-E25856631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805651"/>
            <a:ext cx="11160124" cy="4270953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El contenido de esta presentación es </a:t>
            </a:r>
            <a:r>
              <a:rPr lang="es-ES" b="1" dirty="0">
                <a:solidFill>
                  <a:schemeClr val="accent5"/>
                </a:solidFill>
              </a:rPr>
              <a:t>solo con fines informativos/ Educativo</a:t>
            </a:r>
            <a:r>
              <a:rPr lang="es-ES" dirty="0">
                <a:solidFill>
                  <a:schemeClr val="accent5"/>
                </a:solidFill>
              </a:rPr>
              <a:t>s y no debe interpretarse como una recomendación de inversión o asesoría financiera. </a:t>
            </a:r>
            <a:r>
              <a:rPr lang="es-ES" dirty="0"/>
              <a:t>El trading en mercados financieros, incluidos futuros, opciones, divisas (</a:t>
            </a:r>
            <a:r>
              <a:rPr lang="es-ES" dirty="0" err="1"/>
              <a:t>forex</a:t>
            </a:r>
            <a:r>
              <a:rPr lang="es-ES" dirty="0"/>
              <a:t>) y otros productos financieros, conlleva riesgos significativos de pérdida. No es adecuado para todos los inversores.</a:t>
            </a:r>
          </a:p>
          <a:p>
            <a:r>
              <a:rPr lang="es-ES" dirty="0"/>
              <a:t>Antes de participar en cualquier actividad de trading, </a:t>
            </a:r>
            <a:r>
              <a:rPr lang="es-ES" b="1" dirty="0">
                <a:solidFill>
                  <a:schemeClr val="accent5"/>
                </a:solidFill>
              </a:rPr>
              <a:t>debe considerar cuidadosamente sus objetivos de inversión, nivel de experiencia y tolerancia al riesgo</a:t>
            </a:r>
            <a:r>
              <a:rPr lang="es-ES" dirty="0"/>
              <a:t>. Existe la posibilidad de que pierda parte o la totalidad de su inversión inicial, por lo que no debe invertir dinero que no pueda permitirse perder.</a:t>
            </a:r>
          </a:p>
          <a:p>
            <a:r>
              <a:rPr lang="es-ES" dirty="0"/>
              <a:t>El trading con apalancamiento, en particular, aumenta tanto los riesgos como las posibles recompensas. Las condiciones del mercado, la volatilidad y otros factores pueden tener un impacto negativo significativo en los resultados de sus operaciones.</a:t>
            </a:r>
          </a:p>
          <a:p>
            <a:r>
              <a:rPr lang="es-ES" dirty="0"/>
              <a:t>El rendimiento pasado no es necesariamente indicativo de resultados futuros.</a:t>
            </a:r>
          </a:p>
          <a:p>
            <a:r>
              <a:rPr lang="es-ES" b="1" dirty="0"/>
              <a:t>Las opiniones del expositor son a nombre propio y no muestra ninguna opinión del fondo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821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5937" y="568717"/>
            <a:ext cx="11160125" cy="780581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¿Qué es un sistema de trading?</a:t>
            </a:r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F5A0A-8132-44E7-AF7B-DE10600263FA}"/>
              </a:ext>
            </a:extLst>
          </p:cNvPr>
          <p:cNvSpPr txBox="1"/>
          <p:nvPr/>
        </p:nvSpPr>
        <p:spPr>
          <a:xfrm>
            <a:off x="597273" y="1492876"/>
            <a:ext cx="1099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5"/>
                </a:solidFill>
              </a:rPr>
              <a:t>Un </a:t>
            </a:r>
            <a:r>
              <a:rPr lang="es-ES" b="1" dirty="0">
                <a:solidFill>
                  <a:schemeClr val="accent5"/>
                </a:solidFill>
              </a:rPr>
              <a:t>sistema de trading</a:t>
            </a:r>
            <a:r>
              <a:rPr lang="es-ES" dirty="0">
                <a:solidFill>
                  <a:schemeClr val="accent5"/>
                </a:solidFill>
              </a:rPr>
              <a:t> es un conjunto de reglas o métodos predefinidos que un inversor sigue para tomar decisiones de compra y venta de activos financieros, como acciones, divisas o materias primas.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7E1F4-0FB7-46C3-AD63-ECA2A570C6B9}"/>
              </a:ext>
            </a:extLst>
          </p:cNvPr>
          <p:cNvSpPr txBox="1"/>
          <p:nvPr/>
        </p:nvSpPr>
        <p:spPr>
          <a:xfrm>
            <a:off x="707365" y="2727336"/>
            <a:ext cx="400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/>
                </a:solidFill>
              </a:rPr>
              <a:t>Tipos de trading: </a:t>
            </a:r>
            <a:endParaRPr lang="en-US" b="1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58F7D0-D3D0-4E9E-AD64-015E22B5D927}"/>
              </a:ext>
            </a:extLst>
          </p:cNvPr>
          <p:cNvSpPr txBox="1"/>
          <p:nvPr/>
        </p:nvSpPr>
        <p:spPr>
          <a:xfrm>
            <a:off x="817457" y="3142819"/>
            <a:ext cx="75197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u="sng" dirty="0">
                <a:solidFill>
                  <a:schemeClr val="accent5"/>
                </a:solidFill>
              </a:rPr>
              <a:t>Trading discrecional:</a:t>
            </a:r>
            <a:r>
              <a:rPr lang="es-CO" dirty="0">
                <a:solidFill>
                  <a:schemeClr val="accent5"/>
                </a:solidFill>
              </a:rPr>
              <a:t> </a:t>
            </a:r>
            <a:r>
              <a:rPr lang="es-ES" b="0" i="0" dirty="0">
                <a:solidFill>
                  <a:srgbClr val="000000"/>
                </a:solidFill>
                <a:effectLst/>
                <a:latin typeface="Roboto Condensed" panose="02000000000000000000" pitchFamily="2" charset="0"/>
              </a:rPr>
              <a:t>confían en su intuición y comprensión de las condiciones actuales del mercado en lugar de reglas estrictas.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u="sng" dirty="0">
                <a:solidFill>
                  <a:schemeClr val="accent5"/>
                </a:solidFill>
              </a:rPr>
              <a:t>Trading sistemático o automatizado: </a:t>
            </a:r>
            <a:r>
              <a:rPr lang="es-ES" dirty="0">
                <a:solidFill>
                  <a:schemeClr val="accent5"/>
                </a:solidFill>
              </a:rPr>
              <a:t>Las decisiones se toman automáticamente mediante algoritmos y programas que ejecutan las reglas del sistema sin intervención humana. </a:t>
            </a:r>
            <a:endParaRPr lang="es-CO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6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5937" y="587845"/>
            <a:ext cx="11160125" cy="923949"/>
          </a:xfrm>
        </p:spPr>
        <p:txBody>
          <a:bodyPr>
            <a:normAutofit fontScale="90000"/>
          </a:bodyPr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Falencias de análisis técnico y la importancia de cuantificar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6AAE2F-43B1-C909-450F-20E6706F3D89}"/>
              </a:ext>
            </a:extLst>
          </p:cNvPr>
          <p:cNvSpPr/>
          <p:nvPr/>
        </p:nvSpPr>
        <p:spPr>
          <a:xfrm>
            <a:off x="2002420" y="1863525"/>
            <a:ext cx="7940233" cy="1282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tecnico</a:t>
            </a:r>
            <a:r>
              <a:rPr lang="en-US" dirty="0"/>
              <a:t> es </a:t>
            </a:r>
            <a:r>
              <a:rPr lang="en-US" dirty="0" err="1"/>
              <a:t>subjetivo</a:t>
            </a:r>
            <a:r>
              <a:rPr lang="en-US" dirty="0"/>
              <a:t> (</a:t>
            </a:r>
            <a:r>
              <a:rPr lang="en-US" dirty="0" err="1"/>
              <a:t>depende</a:t>
            </a:r>
            <a:r>
              <a:rPr lang="en-US" dirty="0"/>
              <a:t> de </a:t>
            </a:r>
            <a:r>
              <a:rPr lang="en-US" dirty="0" err="1"/>
              <a:t>como</a:t>
            </a:r>
            <a:r>
              <a:rPr lang="en-US" dirty="0"/>
              <a:t> lo </a:t>
            </a:r>
            <a:r>
              <a:rPr lang="en-US" dirty="0" err="1"/>
              <a:t>vea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analista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La </a:t>
            </a:r>
            <a:r>
              <a:rPr lang="en-US" dirty="0" err="1"/>
              <a:t>cuantificación</a:t>
            </a:r>
            <a:r>
              <a:rPr lang="en-US" dirty="0"/>
              <a:t> se </a:t>
            </a:r>
            <a:r>
              <a:rPr lang="en-US" dirty="0" err="1"/>
              <a:t>vuelve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cuantificar</a:t>
            </a:r>
            <a:r>
              <a:rPr lang="en-US" dirty="0"/>
              <a:t> y no </a:t>
            </a:r>
            <a:r>
              <a:rPr lang="en-US" dirty="0" err="1"/>
              <a:t>depende</a:t>
            </a:r>
            <a:r>
              <a:rPr lang="en-US" dirty="0"/>
              <a:t> del </a:t>
            </a:r>
            <a:r>
              <a:rPr lang="en-US" dirty="0" err="1"/>
              <a:t>analista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 </a:t>
            </a:r>
          </a:p>
        </p:txBody>
      </p:sp>
      <p:sp>
        <p:nvSpPr>
          <p:cNvPr id="4" name="Rectángulo 2">
            <a:extLst>
              <a:ext uri="{FF2B5EF4-FFF2-40B4-BE49-F238E27FC236}">
                <a16:creationId xmlns:a16="http://schemas.microsoft.com/office/drawing/2014/main" id="{B6508417-FF1E-4EC5-9B29-306D16ED8B16}"/>
              </a:ext>
            </a:extLst>
          </p:cNvPr>
          <p:cNvSpPr/>
          <p:nvPr/>
        </p:nvSpPr>
        <p:spPr>
          <a:xfrm>
            <a:off x="2002420" y="3497498"/>
            <a:ext cx="7940233" cy="1282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 riesgo de </a:t>
            </a:r>
            <a:r>
              <a:rPr lang="es-ES" dirty="0" err="1"/>
              <a:t>sobreanálisis</a:t>
            </a:r>
            <a:r>
              <a:rPr lang="es-ES" dirty="0"/>
              <a:t>. Si los </a:t>
            </a:r>
            <a:r>
              <a:rPr lang="es-ES" dirty="0" err="1"/>
              <a:t>traders</a:t>
            </a:r>
            <a:r>
              <a:rPr lang="es-ES" dirty="0"/>
              <a:t> utilizan demasiados indicadores, el </a:t>
            </a:r>
            <a:r>
              <a:rPr lang="es-ES" dirty="0" err="1"/>
              <a:t>sobreanálisis</a:t>
            </a:r>
            <a:r>
              <a:rPr lang="es-ES" dirty="0"/>
              <a:t> puede provocar una parálisis en la toma de decisiones.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34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5937" y="587845"/>
            <a:ext cx="11160125" cy="923949"/>
          </a:xfrm>
        </p:spPr>
        <p:txBody>
          <a:bodyPr>
            <a:normAutofit fontScale="90000"/>
          </a:bodyPr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Falencias de análisis técnico y la importancia de cuantificar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3B506-743C-4386-8E93-82396ACB1237}"/>
              </a:ext>
            </a:extLst>
          </p:cNvPr>
          <p:cNvSpPr txBox="1"/>
          <p:nvPr/>
        </p:nvSpPr>
        <p:spPr>
          <a:xfrm>
            <a:off x="515937" y="1809482"/>
            <a:ext cx="1133675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Error 1: </a:t>
            </a:r>
            <a:r>
              <a:rPr lang="es-CO" sz="2000" dirty="0">
                <a:solidFill>
                  <a:schemeClr val="accent5"/>
                </a:solidFill>
                <a:cs typeface="Times New Roman" panose="02020603050405020304" pitchFamily="18" charset="0"/>
              </a:rPr>
              <a:t>Utilizar los mismos indicadores para analizar mercados muy diferentes. </a:t>
            </a:r>
            <a:r>
              <a:rPr lang="es-CO" sz="2000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Ej</a:t>
            </a:r>
            <a:r>
              <a:rPr lang="es-CO" sz="2000" dirty="0">
                <a:solidFill>
                  <a:schemeClr val="accent5"/>
                </a:solidFill>
                <a:cs typeface="Times New Roman" panose="02020603050405020304" pitchFamily="18" charset="0"/>
              </a:rPr>
              <a:t>: la divisa EURUSD y la acción de </a:t>
            </a:r>
            <a:r>
              <a:rPr lang="es-CO" sz="2000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Nvidia</a:t>
            </a:r>
            <a:r>
              <a:rPr lang="es-CO" sz="2000" dirty="0">
                <a:solidFill>
                  <a:schemeClr val="accent5"/>
                </a:solidFill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accent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Error 2: </a:t>
            </a:r>
            <a:r>
              <a:rPr lang="es-CO" sz="2000" dirty="0">
                <a:solidFill>
                  <a:schemeClr val="accent5"/>
                </a:solidFill>
                <a:cs typeface="Times New Roman" panose="02020603050405020304" pitchFamily="18" charset="0"/>
              </a:rPr>
              <a:t>Activos en los que operar. Elección del marco temporal.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Error 3: </a:t>
            </a:r>
            <a:r>
              <a:rPr lang="es-ES" sz="2000" b="0" i="1" dirty="0">
                <a:solidFill>
                  <a:srgbClr val="404040"/>
                </a:solidFill>
                <a:effectLst/>
                <a:cs typeface="Times New Roman" panose="02020603050405020304" pitchFamily="18" charset="0"/>
              </a:rPr>
              <a:t>Tomar libertades excesivas con el tiempo.</a:t>
            </a:r>
            <a:endParaRPr lang="es-CO" sz="2000" b="0" i="1" dirty="0">
              <a:solidFill>
                <a:schemeClr val="accent5"/>
              </a:solidFill>
              <a:effectLst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>
                <a:solidFill>
                  <a:schemeClr val="accent5"/>
                </a:solidFill>
                <a:cs typeface="Times New Roman" panose="02020603050405020304" pitchFamily="18" charset="0"/>
              </a:rPr>
              <a:t>Error 4: </a:t>
            </a:r>
            <a:r>
              <a:rPr lang="es-ES" sz="2000" b="0" i="1" dirty="0">
                <a:solidFill>
                  <a:srgbClr val="404040"/>
                </a:solidFill>
                <a:effectLst/>
                <a:cs typeface="Times New Roman" panose="02020603050405020304" pitchFamily="18" charset="0"/>
              </a:rPr>
              <a:t>La consecuencia lógica del tema de cómo mostrar el tiempo en los gráficos, es cómo representar el precio y el volumen.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dirty="0">
                <a:solidFill>
                  <a:srgbClr val="404040"/>
                </a:solidFill>
                <a:cs typeface="Times New Roman" panose="02020603050405020304" pitchFamily="18" charset="0"/>
              </a:rPr>
              <a:t>Error 5: </a:t>
            </a:r>
            <a:r>
              <a:rPr lang="es-ES" sz="2000" i="1" dirty="0">
                <a:solidFill>
                  <a:srgbClr val="404040"/>
                </a:solidFill>
                <a:cs typeface="Times New Roman" panose="02020603050405020304" pitchFamily="18" charset="0"/>
              </a:rPr>
              <a:t>No todos construimos las mismas líneas de tendencias.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dirty="0">
                <a:solidFill>
                  <a:srgbClr val="404040"/>
                </a:solidFill>
                <a:cs typeface="Times New Roman" panose="02020603050405020304" pitchFamily="18" charset="0"/>
              </a:rPr>
              <a:t>Error 6: </a:t>
            </a:r>
            <a:r>
              <a:rPr lang="es-ES" sz="2000" b="0" i="0" dirty="0">
                <a:solidFill>
                  <a:srgbClr val="404040"/>
                </a:solidFill>
                <a:effectLst/>
                <a:cs typeface="Times New Roman" panose="02020603050405020304" pitchFamily="18" charset="0"/>
              </a:rPr>
              <a:t>Los </a:t>
            </a:r>
            <a:r>
              <a:rPr lang="es-ES" sz="2000" b="0" i="0" dirty="0" err="1">
                <a:solidFill>
                  <a:srgbClr val="404040"/>
                </a:solidFill>
                <a:effectLst/>
                <a:cs typeface="Times New Roman" panose="02020603050405020304" pitchFamily="18" charset="0"/>
              </a:rPr>
              <a:t>Trends</a:t>
            </a:r>
            <a:r>
              <a:rPr lang="es-ES" sz="2000" b="0" i="0" dirty="0">
                <a:solidFill>
                  <a:srgbClr val="404040"/>
                </a:solidFill>
                <a:effectLst/>
                <a:cs typeface="Times New Roman" panose="02020603050405020304" pitchFamily="18" charset="0"/>
              </a:rPr>
              <a:t> no se desarrollan en un día.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404040"/>
                </a:solidFill>
                <a:cs typeface="Times New Roman" panose="02020603050405020304" pitchFamily="18" charset="0"/>
              </a:rPr>
              <a:t>Error 7: </a:t>
            </a:r>
            <a:r>
              <a:rPr lang="es-ES" sz="2000" b="0" i="0" dirty="0">
                <a:solidFill>
                  <a:srgbClr val="404040"/>
                </a:solidFill>
                <a:effectLst/>
                <a:cs typeface="Times New Roman" panose="02020603050405020304" pitchFamily="18" charset="0"/>
              </a:rPr>
              <a:t>Las desviaciones pesimistas dan señales de venta.</a:t>
            </a:r>
            <a:endParaRPr lang="es-ES" sz="2000" b="1" i="1" dirty="0">
              <a:solidFill>
                <a:srgbClr val="404040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0" i="1" dirty="0">
              <a:solidFill>
                <a:srgbClr val="404040"/>
              </a:solidFill>
              <a:effectLst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000" dirty="0">
              <a:solidFill>
                <a:schemeClr val="accent5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40276-3608-5A36-E1AD-C23458F4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191564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D7FFF-0659-C1B9-74B5-969F58E8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619391"/>
            <a:ext cx="11160125" cy="734847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El libro de ordenes que es y cómo funciona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146846-DF4C-9C15-6255-73AF5CD77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165330"/>
            <a:ext cx="11160124" cy="571455"/>
          </a:xfrm>
        </p:spPr>
        <p:txBody>
          <a:bodyPr>
            <a:noAutofit/>
          </a:bodyPr>
          <a:lstStyle/>
          <a:p>
            <a:endParaRPr lang="es-E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accent5"/>
                </a:solidFill>
              </a:rPr>
              <a:t>El </a:t>
            </a:r>
            <a:r>
              <a:rPr lang="es-ES" b="1" dirty="0" err="1">
                <a:solidFill>
                  <a:schemeClr val="accent5"/>
                </a:solidFill>
              </a:rPr>
              <a:t>order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 err="1">
                <a:solidFill>
                  <a:schemeClr val="accent5"/>
                </a:solidFill>
              </a:rPr>
              <a:t>book</a:t>
            </a:r>
            <a:r>
              <a:rPr lang="es-ES" dirty="0">
                <a:solidFill>
                  <a:schemeClr val="accent5"/>
                </a:solidFill>
              </a:rPr>
              <a:t> o "libro de órdenes" es una lista electrónica que muestra las órdenes de compra y venta pendientes para un activo en los mercados financieros. 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9B10882-081E-4FB8-BE84-5665ABC53EA5}"/>
              </a:ext>
            </a:extLst>
          </p:cNvPr>
          <p:cNvSpPr txBox="1">
            <a:spLocks/>
          </p:cNvSpPr>
          <p:nvPr/>
        </p:nvSpPr>
        <p:spPr>
          <a:xfrm>
            <a:off x="559071" y="3107381"/>
            <a:ext cx="10132020" cy="26611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>
                <a:solidFill>
                  <a:schemeClr val="accent5"/>
                </a:solidFill>
              </a:rPr>
              <a:t>1. </a:t>
            </a:r>
            <a:r>
              <a:rPr lang="es-ES" b="1" dirty="0" err="1">
                <a:solidFill>
                  <a:schemeClr val="accent5"/>
                </a:solidFill>
              </a:rPr>
              <a:t>Order</a:t>
            </a:r>
            <a:r>
              <a:rPr lang="es-ES" b="1" dirty="0">
                <a:solidFill>
                  <a:schemeClr val="accent5"/>
                </a:solidFill>
              </a:rPr>
              <a:t> Book </a:t>
            </a:r>
            <a:r>
              <a:rPr lang="es-ES" b="1" dirty="0" err="1">
                <a:solidFill>
                  <a:schemeClr val="accent5"/>
                </a:solidFill>
              </a:rPr>
              <a:t>Level</a:t>
            </a:r>
            <a:r>
              <a:rPr lang="es-ES" b="1" dirty="0">
                <a:solidFill>
                  <a:schemeClr val="accent5"/>
                </a:solidFill>
              </a:rPr>
              <a:t> 1: </a:t>
            </a:r>
            <a:r>
              <a:rPr lang="es-ES" dirty="0">
                <a:solidFill>
                  <a:schemeClr val="accent5"/>
                </a:solidFill>
              </a:rPr>
              <a:t>El </a:t>
            </a:r>
            <a:r>
              <a:rPr lang="es-ES" b="1" dirty="0" err="1">
                <a:solidFill>
                  <a:schemeClr val="accent5"/>
                </a:solidFill>
              </a:rPr>
              <a:t>Level</a:t>
            </a:r>
            <a:r>
              <a:rPr lang="es-ES" b="1" dirty="0">
                <a:solidFill>
                  <a:schemeClr val="accent5"/>
                </a:solidFill>
              </a:rPr>
              <a:t> 1</a:t>
            </a:r>
            <a:r>
              <a:rPr lang="es-ES" dirty="0">
                <a:solidFill>
                  <a:schemeClr val="accent5"/>
                </a:solidFill>
              </a:rPr>
              <a:t> proporciona la información más básica del libro de órdenes. Incluye: </a:t>
            </a:r>
            <a:r>
              <a:rPr lang="es-ES" b="1" dirty="0" err="1">
                <a:solidFill>
                  <a:schemeClr val="accent5"/>
                </a:solidFill>
              </a:rPr>
              <a:t>Best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 err="1">
                <a:solidFill>
                  <a:schemeClr val="accent5"/>
                </a:solidFill>
              </a:rPr>
              <a:t>Bid</a:t>
            </a:r>
            <a:r>
              <a:rPr lang="es-ES" dirty="0">
                <a:solidFill>
                  <a:schemeClr val="accent5"/>
                </a:solidFill>
              </a:rPr>
              <a:t> (mejor oferta de compra, </a:t>
            </a:r>
            <a:r>
              <a:rPr lang="es-ES" b="1" dirty="0" err="1">
                <a:solidFill>
                  <a:schemeClr val="accent5"/>
                </a:solidFill>
              </a:rPr>
              <a:t>Best</a:t>
            </a:r>
            <a:r>
              <a:rPr lang="es-ES" b="1" dirty="0">
                <a:solidFill>
                  <a:schemeClr val="accent5"/>
                </a:solidFill>
              </a:rPr>
              <a:t> Ask</a:t>
            </a:r>
            <a:r>
              <a:rPr lang="es-ES" dirty="0">
                <a:solidFill>
                  <a:schemeClr val="accent5"/>
                </a:solidFill>
              </a:rPr>
              <a:t> (mejor oferta de venta, </a:t>
            </a:r>
            <a:r>
              <a:rPr lang="es-ES" b="1" dirty="0">
                <a:solidFill>
                  <a:schemeClr val="accent5"/>
                </a:solidFill>
              </a:rPr>
              <a:t>Último precio de transacción, Volumen de la última transacción2. </a:t>
            </a:r>
            <a:r>
              <a:rPr lang="es-ES" b="1" dirty="0" err="1">
                <a:solidFill>
                  <a:schemeClr val="accent5"/>
                </a:solidFill>
              </a:rPr>
              <a:t>Order</a:t>
            </a:r>
            <a:r>
              <a:rPr lang="es-ES" b="1" dirty="0">
                <a:solidFill>
                  <a:schemeClr val="accent5"/>
                </a:solidFill>
              </a:rPr>
              <a:t> Book </a:t>
            </a:r>
            <a:r>
              <a:rPr lang="es-ES" b="1" dirty="0" err="1">
                <a:solidFill>
                  <a:schemeClr val="accent5"/>
                </a:solidFill>
              </a:rPr>
              <a:t>Level</a:t>
            </a:r>
            <a:r>
              <a:rPr lang="es-ES" b="1" dirty="0">
                <a:solidFill>
                  <a:schemeClr val="accent5"/>
                </a:solidFill>
              </a:rPr>
              <a:t> 2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5"/>
                </a:solidFill>
              </a:rPr>
              <a:t>2. </a:t>
            </a:r>
            <a:r>
              <a:rPr lang="es-ES" b="1" dirty="0" err="1">
                <a:solidFill>
                  <a:schemeClr val="accent5"/>
                </a:solidFill>
              </a:rPr>
              <a:t>Order</a:t>
            </a:r>
            <a:r>
              <a:rPr lang="es-ES" b="1" dirty="0">
                <a:solidFill>
                  <a:schemeClr val="accent5"/>
                </a:solidFill>
              </a:rPr>
              <a:t> Book </a:t>
            </a:r>
            <a:r>
              <a:rPr lang="es-ES" b="1" dirty="0" err="1">
                <a:solidFill>
                  <a:schemeClr val="accent5"/>
                </a:solidFill>
              </a:rPr>
              <a:t>Level</a:t>
            </a:r>
            <a:r>
              <a:rPr lang="es-ES" b="1" dirty="0">
                <a:solidFill>
                  <a:schemeClr val="accent5"/>
                </a:solidFill>
              </a:rPr>
              <a:t> 2:</a:t>
            </a:r>
            <a:r>
              <a:rPr lang="es-ES" dirty="0">
                <a:solidFill>
                  <a:schemeClr val="accent5"/>
                </a:solidFill>
              </a:rPr>
              <a:t> Ofrece más profundidad que el </a:t>
            </a:r>
            <a:r>
              <a:rPr lang="es-ES" b="1" dirty="0" err="1">
                <a:solidFill>
                  <a:schemeClr val="accent5"/>
                </a:solidFill>
              </a:rPr>
              <a:t>Level</a:t>
            </a:r>
            <a:r>
              <a:rPr lang="es-ES" b="1" dirty="0">
                <a:solidFill>
                  <a:schemeClr val="accent5"/>
                </a:solidFill>
              </a:rPr>
              <a:t> 1</a:t>
            </a:r>
            <a:r>
              <a:rPr lang="es-ES" dirty="0">
                <a:solidFill>
                  <a:schemeClr val="accent5"/>
                </a:solidFill>
              </a:rPr>
              <a:t>, mostrando las órdenes de compra y venta pendientes a múltiples niveles de precio. Incluye: </a:t>
            </a:r>
            <a:r>
              <a:rPr lang="es-ES" b="1" dirty="0">
                <a:solidFill>
                  <a:schemeClr val="accent5"/>
                </a:solidFill>
              </a:rPr>
              <a:t>Precio y volumen</a:t>
            </a:r>
            <a:r>
              <a:rPr lang="es-ES" dirty="0">
                <a:solidFill>
                  <a:schemeClr val="accent5"/>
                </a:solidFill>
              </a:rPr>
              <a:t> de las órdenes en varios niveles (generalmente de 5 a 15 niveles) por ambos lados (</a:t>
            </a:r>
            <a:r>
              <a:rPr lang="es-ES" dirty="0" err="1">
                <a:solidFill>
                  <a:schemeClr val="accent5"/>
                </a:solidFill>
              </a:rPr>
              <a:t>bid</a:t>
            </a:r>
            <a:r>
              <a:rPr lang="es-ES" dirty="0">
                <a:solidFill>
                  <a:schemeClr val="accent5"/>
                </a:solidFill>
              </a:rPr>
              <a:t> y </a:t>
            </a:r>
            <a:r>
              <a:rPr lang="es-ES" dirty="0" err="1">
                <a:solidFill>
                  <a:schemeClr val="accent5"/>
                </a:solidFill>
              </a:rPr>
              <a:t>ask</a:t>
            </a:r>
            <a:r>
              <a:rPr lang="es-ES" dirty="0">
                <a:solidFill>
                  <a:schemeClr val="accent5"/>
                </a:solidFill>
              </a:rPr>
              <a:t>),</a:t>
            </a:r>
            <a:r>
              <a:rPr lang="es-ES" b="1" dirty="0">
                <a:solidFill>
                  <a:schemeClr val="accent5"/>
                </a:solidFill>
              </a:rPr>
              <a:t>Profundidad del mercado</a:t>
            </a:r>
            <a:endParaRPr lang="es-E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s-ES" b="1" dirty="0">
                <a:solidFill>
                  <a:schemeClr val="accent5"/>
                </a:solidFill>
              </a:rPr>
              <a:t>3. </a:t>
            </a:r>
            <a:r>
              <a:rPr lang="es-ES" b="1" dirty="0" err="1">
                <a:solidFill>
                  <a:schemeClr val="accent5"/>
                </a:solidFill>
              </a:rPr>
              <a:t>Order</a:t>
            </a:r>
            <a:r>
              <a:rPr lang="es-ES" b="1" dirty="0">
                <a:solidFill>
                  <a:schemeClr val="accent5"/>
                </a:solidFill>
              </a:rPr>
              <a:t> Book </a:t>
            </a:r>
            <a:r>
              <a:rPr lang="es-ES" b="1" dirty="0" err="1">
                <a:solidFill>
                  <a:schemeClr val="accent5"/>
                </a:solidFill>
              </a:rPr>
              <a:t>Level</a:t>
            </a:r>
            <a:r>
              <a:rPr lang="es-ES" b="1" dirty="0">
                <a:solidFill>
                  <a:schemeClr val="accent5"/>
                </a:solidFill>
              </a:rPr>
              <a:t> 3: </a:t>
            </a:r>
            <a:r>
              <a:rPr lang="es-ES" dirty="0">
                <a:solidFill>
                  <a:schemeClr val="accent5"/>
                </a:solidFill>
              </a:rPr>
              <a:t>Ofrece la información más detallada mostrando: </a:t>
            </a:r>
            <a:r>
              <a:rPr lang="es-ES" b="1" dirty="0">
                <a:solidFill>
                  <a:schemeClr val="accent5"/>
                </a:solidFill>
              </a:rPr>
              <a:t>Identificación de órdenes individuales, Modificaciones y cancelaciones</a:t>
            </a:r>
            <a:endParaRPr lang="es-ES" dirty="0">
              <a:solidFill>
                <a:schemeClr val="accent5"/>
              </a:solidFill>
            </a:endParaRPr>
          </a:p>
          <a:p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56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D7FFF-0659-C1B9-74B5-969F58E8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619391"/>
            <a:ext cx="11160125" cy="734847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El libro de ordenes que es y cómo funciona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61D6D-D5BA-4A65-87E7-EE3315408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526" y="2039766"/>
            <a:ext cx="4664307" cy="390225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ADD7AF4F-FB4B-46B4-81B9-F4E19E6517D1}"/>
              </a:ext>
            </a:extLst>
          </p:cNvPr>
          <p:cNvSpPr txBox="1">
            <a:spLocks/>
          </p:cNvSpPr>
          <p:nvPr/>
        </p:nvSpPr>
        <p:spPr>
          <a:xfrm>
            <a:off x="584947" y="1139214"/>
            <a:ext cx="11160125" cy="73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dirty="0">
                <a:solidFill>
                  <a:schemeClr val="tx2">
                    <a:lumMod val="75000"/>
                  </a:schemeClr>
                </a:solidFill>
              </a:rPr>
              <a:t>Líneas de profundidad de mercado</a:t>
            </a:r>
          </a:p>
        </p:txBody>
      </p:sp>
    </p:spTree>
    <p:extLst>
      <p:ext uri="{BB962C8B-B14F-4D97-AF65-F5344CB8AC3E}">
        <p14:creationId xmlns:p14="http://schemas.microsoft.com/office/powerpoint/2010/main" val="138286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D7FFF-0659-C1B9-74B5-969F58E8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607816"/>
            <a:ext cx="11160125" cy="734847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Tipo de ordenes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146846-DF4C-9C15-6255-73AF5CD77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42797"/>
            <a:ext cx="11112469" cy="339312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>
                <a:solidFill>
                  <a:schemeClr val="accent5"/>
                </a:solidFill>
              </a:rPr>
              <a:t>Una </a:t>
            </a:r>
            <a:r>
              <a:rPr lang="es-ES" b="1" dirty="0">
                <a:solidFill>
                  <a:schemeClr val="accent5"/>
                </a:solidFill>
              </a:rPr>
              <a:t>orden de mercado</a:t>
            </a:r>
            <a:r>
              <a:rPr lang="es-ES" dirty="0">
                <a:solidFill>
                  <a:schemeClr val="accent5"/>
                </a:solidFill>
              </a:rPr>
              <a:t> se ejecuta </a:t>
            </a:r>
            <a:r>
              <a:rPr lang="es-ES" b="1" dirty="0">
                <a:solidFill>
                  <a:schemeClr val="accent5"/>
                </a:solidFill>
              </a:rPr>
              <a:t>de inmediato</a:t>
            </a:r>
            <a:r>
              <a:rPr lang="es-ES" dirty="0">
                <a:solidFill>
                  <a:schemeClr val="accent5"/>
                </a:solidFill>
              </a:rPr>
              <a:t> al mejor precio disponible, pero sin control sobre el precio exacto. Es rápida pero puede ser impredecible en cuanto a precio.</a:t>
            </a:r>
          </a:p>
          <a:p>
            <a:pPr marL="514350" indent="-514350">
              <a:buFont typeface="+mj-lt"/>
              <a:buAutoNum type="arabicPeriod"/>
            </a:pPr>
            <a:endParaRPr lang="es-ES" dirty="0">
              <a:solidFill>
                <a:schemeClr val="accent5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ES" dirty="0">
              <a:solidFill>
                <a:schemeClr val="accent5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dirty="0">
                <a:solidFill>
                  <a:schemeClr val="accent5"/>
                </a:solidFill>
              </a:rPr>
              <a:t>Una </a:t>
            </a:r>
            <a:r>
              <a:rPr lang="es-ES" b="1" dirty="0">
                <a:solidFill>
                  <a:schemeClr val="accent5"/>
                </a:solidFill>
              </a:rPr>
              <a:t>orden límite</a:t>
            </a:r>
            <a:r>
              <a:rPr lang="es-ES" dirty="0">
                <a:solidFill>
                  <a:schemeClr val="accent5"/>
                </a:solidFill>
              </a:rPr>
              <a:t> solo se ejecuta cuando el precio alcanza o mejora el que tú especificas. Tienes </a:t>
            </a:r>
            <a:r>
              <a:rPr lang="es-ES" b="1" dirty="0">
                <a:solidFill>
                  <a:schemeClr val="accent5"/>
                </a:solidFill>
              </a:rPr>
              <a:t>control sobre el precio</a:t>
            </a:r>
            <a:r>
              <a:rPr lang="es-ES" dirty="0">
                <a:solidFill>
                  <a:schemeClr val="accent5"/>
                </a:solidFill>
              </a:rPr>
              <a:t>, pero la orden puede no ejecutarse si el mercado no llega a tu nivel </a:t>
            </a:r>
          </a:p>
          <a:p>
            <a:pPr marL="514350" indent="-514350">
              <a:buFont typeface="+mj-lt"/>
              <a:buAutoNum type="arabicPeriod"/>
            </a:pPr>
            <a:endParaRPr lang="es-ES" dirty="0">
              <a:solidFill>
                <a:schemeClr val="accent5"/>
              </a:solidFill>
            </a:endParaRPr>
          </a:p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AE796-7956-48BE-A0F9-67B006712895}"/>
              </a:ext>
            </a:extLst>
          </p:cNvPr>
          <p:cNvSpPr txBox="1"/>
          <p:nvPr/>
        </p:nvSpPr>
        <p:spPr>
          <a:xfrm rot="10960830">
            <a:off x="615351" y="6560908"/>
            <a:ext cx="7096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17229197-8353-4797-B486-A256612B18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10030" y="4997951"/>
            <a:ext cx="7550193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n-US" sz="9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Ventajas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Tienes control sobre el precio al que se ejecuta la transacción, lo que te permite establecer un precio más favorable para 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Ideal si no tienes prisa por que la transacción se realice y prefieres esperar a que el mercado alcance un nivel específico.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n-US" sz="9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No se garantiza que la orden se ejecute si el precio del mercado no llega al límite que has fijado.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En un mercado muy rápido, puede que no se ejecute incluso si el precio toca brevemente tu límite, si hay otras órdenes por delante.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n-US" sz="9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C7849DB3-63ED-42E3-B4AF-A81A60977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029" y="2923787"/>
            <a:ext cx="1056603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n-US" sz="9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Ventajas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Se ejecuta de inmediato, lo que es útil en mercados volátiles o cuando necesitas entrar o salir rápidamente de una posición.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Es ideal para activos con alta liquidez, donde la diferencia entre los precios de compra (</a:t>
            </a:r>
            <a:r>
              <a:rPr kumimoji="0" lang="es-CO" altLang="en-US" sz="900" b="0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bid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) y venta (</a:t>
            </a:r>
            <a:r>
              <a:rPr kumimoji="0" lang="es-CO" altLang="en-US" sz="900" b="0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ask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) es pequeña.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n-US" sz="9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No tienes control sobre el precio exacto al que se ejecutará la orden. En un mercado con alta volatilidad, podrías recibir un precio peor del que esperabas (fenómeno conocido como </a:t>
            </a:r>
            <a:r>
              <a:rPr kumimoji="0" lang="es-CO" altLang="en-US" sz="9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slippage</a:t>
            </a: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9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No es ideal para activos con baja liquidez, ya que podrías terminar pagando precios mucho más altos o vendiendo a precios mucho más bajos de lo esperado.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n-US" sz="9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70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D7FFF-0659-C1B9-74B5-969F58E8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607816"/>
            <a:ext cx="11160125" cy="734847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Tipo de ordenes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4677AA-A855-423A-9CF0-94604BD9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" y="1342663"/>
            <a:ext cx="11465529" cy="358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GTC (Good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Till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Cancelled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Orden que permanece activa hasta ejecutarse o cancelarse.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Orden Stop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Se activa a un precio específico. Puede ser 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a mercado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(ejecución rápida) o 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límite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(control del precio).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Fill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Kill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(FOK)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Debe ejecutarse completamente de inmediato o ser cancelada.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Iceberg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Orden grande dividida en partes pequeñas, con solo una porción visible.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OCO (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Cancels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n-US" sz="2200" b="1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Other</a:t>
            </a:r>
            <a:r>
              <a:rPr kumimoji="0" lang="es-CO" altLang="en-US" sz="2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CO" altLang="en-US" sz="2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Dos órdenes vinculadas; si una se ejecuta, la otra se cancela. </a:t>
            </a:r>
          </a:p>
        </p:txBody>
      </p:sp>
    </p:spTree>
    <p:extLst>
      <p:ext uri="{BB962C8B-B14F-4D97-AF65-F5344CB8AC3E}">
        <p14:creationId xmlns:p14="http://schemas.microsoft.com/office/powerpoint/2010/main" val="385184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Los datos en acciones y en futuros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90503A8-0E4D-4C6B-803F-2EFBB168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6" y="1533094"/>
            <a:ext cx="111601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Futuros en ticks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Los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ticks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representan el movimiento mínimo de precio permitido en los futuros, lo que ayuda a seguir con precisión los pequeños cambios de mercado.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Forex en pips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Los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pips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son la medida estándar de cambio en pares de divisas. Dado que las monedas suelen tener movimientos pequeños, los pips facilitan el seguimiento preciso de las fluctuaciones de precios.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Acciones en porcentajes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: Las acciones varían mucho en precios absolutos, por lo que los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porcentajes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permiten comparar el rendimiento relativo entre activos, sin importar su valor nominal.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FEE3-E0D0-41A3-9110-493161606E53}"/>
              </a:ext>
            </a:extLst>
          </p:cNvPr>
          <p:cNvSpPr txBox="1"/>
          <p:nvPr/>
        </p:nvSpPr>
        <p:spPr>
          <a:xfrm>
            <a:off x="515935" y="4741681"/>
            <a:ext cx="1126756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200" dirty="0">
              <a:solidFill>
                <a:schemeClr val="accent5"/>
              </a:solidFill>
            </a:endParaRPr>
          </a:p>
          <a:p>
            <a:r>
              <a:rPr lang="es-ES" sz="2200" dirty="0">
                <a:solidFill>
                  <a:schemeClr val="accent5"/>
                </a:solidFill>
              </a:rPr>
              <a:t>Futuros y Forex usan </a:t>
            </a:r>
            <a:r>
              <a:rPr lang="es-ES" sz="2200" b="1" dirty="0" err="1">
                <a:solidFill>
                  <a:schemeClr val="accent5"/>
                </a:solidFill>
              </a:rPr>
              <a:t>ticks</a:t>
            </a:r>
            <a:r>
              <a:rPr lang="es-ES" sz="2200" dirty="0">
                <a:solidFill>
                  <a:schemeClr val="accent5"/>
                </a:solidFill>
              </a:rPr>
              <a:t> y </a:t>
            </a:r>
            <a:r>
              <a:rPr lang="es-ES" sz="2200" b="1" dirty="0" err="1">
                <a:solidFill>
                  <a:schemeClr val="accent5"/>
                </a:solidFill>
              </a:rPr>
              <a:t>pips</a:t>
            </a:r>
            <a:r>
              <a:rPr lang="es-ES" sz="2200" dirty="0">
                <a:solidFill>
                  <a:schemeClr val="accent5"/>
                </a:solidFill>
              </a:rPr>
              <a:t> para precisión en pequeños movimientos, mientras que las acciones usan </a:t>
            </a:r>
            <a:r>
              <a:rPr lang="es-ES" sz="2200" b="1" dirty="0">
                <a:solidFill>
                  <a:schemeClr val="accent5"/>
                </a:solidFill>
              </a:rPr>
              <a:t>porcentajes</a:t>
            </a:r>
            <a:r>
              <a:rPr lang="es-ES" sz="2200" dirty="0">
                <a:solidFill>
                  <a:schemeClr val="accent5"/>
                </a:solidFill>
              </a:rPr>
              <a:t> para evaluar cambios relativos, independientemente del precio inicial.</a:t>
            </a:r>
          </a:p>
        </p:txBody>
      </p:sp>
    </p:spTree>
    <p:extLst>
      <p:ext uri="{BB962C8B-B14F-4D97-AF65-F5344CB8AC3E}">
        <p14:creationId xmlns:p14="http://schemas.microsoft.com/office/powerpoint/2010/main" val="329873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Herramientas para hacer </a:t>
            </a:r>
            <a:r>
              <a:rPr lang="es-CO" b="1" dirty="0" err="1">
                <a:solidFill>
                  <a:schemeClr val="tx2">
                    <a:lumMod val="75000"/>
                  </a:schemeClr>
                </a:solidFill>
              </a:rPr>
              <a:t>backtesting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374475"/>
            <a:ext cx="11348257" cy="43074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5"/>
                </a:solidFill>
              </a:rPr>
              <a:t>1. Python (robusto y personalizable):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5"/>
                </a:solidFill>
              </a:rPr>
              <a:t>Vector BT</a:t>
            </a:r>
            <a:r>
              <a:rPr lang="es-ES" dirty="0">
                <a:solidFill>
                  <a:schemeClr val="accent5"/>
                </a:solidFill>
              </a:rPr>
              <a:t>: Herramienta liviana para </a:t>
            </a:r>
            <a:r>
              <a:rPr lang="es-ES" dirty="0" err="1">
                <a:solidFill>
                  <a:schemeClr val="accent5"/>
                </a:solidFill>
              </a:rPr>
              <a:t>backtesting</a:t>
            </a:r>
            <a:r>
              <a:rPr lang="es-ES" dirty="0">
                <a:solidFill>
                  <a:schemeClr val="accent5"/>
                </a:solidFill>
              </a:rPr>
              <a:t> rápido de estrategias vectorizadas. Fácil de integrar con datos financieros.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5"/>
                </a:solidFill>
              </a:rPr>
              <a:t>Backtrader</a:t>
            </a:r>
            <a:r>
              <a:rPr lang="es-ES" dirty="0">
                <a:solidFill>
                  <a:schemeClr val="accent5"/>
                </a:solidFill>
              </a:rPr>
              <a:t>: Framework flexible y robusto para crear estrategias, hacer </a:t>
            </a:r>
            <a:r>
              <a:rPr lang="es-ES" dirty="0" err="1">
                <a:solidFill>
                  <a:schemeClr val="accent5"/>
                </a:solidFill>
              </a:rPr>
              <a:t>backtesting</a:t>
            </a:r>
            <a:r>
              <a:rPr lang="es-ES" dirty="0">
                <a:solidFill>
                  <a:schemeClr val="accent5"/>
                </a:solidFill>
              </a:rPr>
              <a:t> y optimización. Amplia comunidad de soporte.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5"/>
                </a:solidFill>
              </a:rPr>
              <a:t>Zipline</a:t>
            </a:r>
            <a:r>
              <a:rPr lang="es-ES" dirty="0">
                <a:solidFill>
                  <a:schemeClr val="accent5"/>
                </a:solidFill>
              </a:rPr>
              <a:t>: Framework utilizado por </a:t>
            </a:r>
            <a:r>
              <a:rPr lang="es-ES" dirty="0" err="1">
                <a:solidFill>
                  <a:schemeClr val="accent5"/>
                </a:solidFill>
              </a:rPr>
              <a:t>Quantopian</a:t>
            </a:r>
            <a:r>
              <a:rPr lang="es-ES" dirty="0">
                <a:solidFill>
                  <a:schemeClr val="accent5"/>
                </a:solidFill>
              </a:rPr>
              <a:t>. Soporta datos en tiempo real y permite crear y evaluar estrategias complejas.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5"/>
                </a:solidFill>
              </a:rPr>
              <a:t>PyAlgoTrade</a:t>
            </a:r>
            <a:r>
              <a:rPr lang="es-ES" dirty="0">
                <a:solidFill>
                  <a:schemeClr val="accent5"/>
                </a:solidFill>
              </a:rPr>
              <a:t>: Framework especializado en algoritmos de trading y </a:t>
            </a:r>
            <a:r>
              <a:rPr lang="es-ES" dirty="0" err="1">
                <a:solidFill>
                  <a:schemeClr val="accent5"/>
                </a:solidFill>
              </a:rPr>
              <a:t>backtesting</a:t>
            </a:r>
            <a:r>
              <a:rPr lang="es-ES" dirty="0">
                <a:solidFill>
                  <a:schemeClr val="accent5"/>
                </a:solidFill>
              </a:rPr>
              <a:t>, centrado en estrategias con datos históricos.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5"/>
                </a:solidFill>
              </a:rPr>
              <a:t>2. R (enfoque cuantitativo y técnico):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5"/>
                </a:solidFill>
              </a:rPr>
              <a:t>Quantstrat</a:t>
            </a:r>
            <a:r>
              <a:rPr lang="es-ES" dirty="0">
                <a:solidFill>
                  <a:schemeClr val="accent5"/>
                </a:solidFill>
              </a:rPr>
              <a:t>: Paquete poderoso para </a:t>
            </a:r>
            <a:r>
              <a:rPr lang="es-ES" dirty="0" err="1">
                <a:solidFill>
                  <a:schemeClr val="accent5"/>
                </a:solidFill>
              </a:rPr>
              <a:t>backtesting</a:t>
            </a:r>
            <a:r>
              <a:rPr lang="es-ES" dirty="0">
                <a:solidFill>
                  <a:schemeClr val="accent5"/>
                </a:solidFill>
              </a:rPr>
              <a:t> en R, enfocado en estrategias cuantitativas. Parte de la infraestructura de </a:t>
            </a:r>
            <a:r>
              <a:rPr lang="es-ES" dirty="0" err="1">
                <a:solidFill>
                  <a:schemeClr val="accent5"/>
                </a:solidFill>
              </a:rPr>
              <a:t>Finance</a:t>
            </a:r>
            <a:r>
              <a:rPr lang="es-ES" dirty="0">
                <a:solidFill>
                  <a:schemeClr val="accent5"/>
                </a:solidFill>
              </a:rPr>
              <a:t> en 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5"/>
                </a:solidFill>
              </a:rPr>
              <a:t>TTR (</a:t>
            </a:r>
            <a:r>
              <a:rPr lang="es-ES" b="1" dirty="0" err="1">
                <a:solidFill>
                  <a:schemeClr val="accent5"/>
                </a:solidFill>
              </a:rPr>
              <a:t>Technical</a:t>
            </a:r>
            <a:r>
              <a:rPr lang="es-ES" b="1" dirty="0">
                <a:solidFill>
                  <a:schemeClr val="accent5"/>
                </a:solidFill>
              </a:rPr>
              <a:t> Trading Rules)</a:t>
            </a:r>
            <a:r>
              <a:rPr lang="es-ES" dirty="0">
                <a:solidFill>
                  <a:schemeClr val="accent5"/>
                </a:solidFill>
              </a:rPr>
              <a:t>: Proporciona herramientas para análisis técnico y </a:t>
            </a:r>
            <a:r>
              <a:rPr lang="es-ES" dirty="0" err="1">
                <a:solidFill>
                  <a:schemeClr val="accent5"/>
                </a:solidFill>
              </a:rPr>
              <a:t>backtesting</a:t>
            </a:r>
            <a:r>
              <a:rPr lang="es-ES" dirty="0">
                <a:solidFill>
                  <a:schemeClr val="accent5"/>
                </a:solidFill>
              </a:rPr>
              <a:t> de estrategias basadas en indicadores.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5"/>
                </a:solidFill>
              </a:rPr>
              <a:t>Blotter</a:t>
            </a:r>
            <a:r>
              <a:rPr lang="es-ES" dirty="0">
                <a:solidFill>
                  <a:schemeClr val="accent5"/>
                </a:solidFill>
              </a:rPr>
              <a:t>: Complementario a </a:t>
            </a:r>
            <a:r>
              <a:rPr lang="es-ES" dirty="0" err="1">
                <a:solidFill>
                  <a:schemeClr val="accent5"/>
                </a:solidFill>
              </a:rPr>
              <a:t>Quantstrat</a:t>
            </a:r>
            <a:r>
              <a:rPr lang="es-ES" dirty="0">
                <a:solidFill>
                  <a:schemeClr val="accent5"/>
                </a:solidFill>
              </a:rPr>
              <a:t> para registrar transacciones y mantener un portafolio.</a:t>
            </a:r>
          </a:p>
          <a:p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466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Herramientas para hacer </a:t>
            </a:r>
            <a:r>
              <a:rPr lang="es-CO" b="1" dirty="0" err="1">
                <a:solidFill>
                  <a:schemeClr val="tx2">
                    <a:lumMod val="75000"/>
                  </a:schemeClr>
                </a:solidFill>
              </a:rPr>
              <a:t>backtesting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17208"/>
            <a:ext cx="11348257" cy="4914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b="1" dirty="0">
                <a:solidFill>
                  <a:schemeClr val="accent5"/>
                </a:solidFill>
              </a:rPr>
              <a:t>3. Excel (personalizable, pero limitado para grandes volúmenes de datos):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b="1" dirty="0" err="1">
                <a:solidFill>
                  <a:schemeClr val="accent5"/>
                </a:solidFill>
              </a:rPr>
              <a:t>Solver</a:t>
            </a:r>
            <a:r>
              <a:rPr lang="es-ES" sz="2200" b="1" dirty="0">
                <a:solidFill>
                  <a:schemeClr val="accent5"/>
                </a:solidFill>
              </a:rPr>
              <a:t> y VBA</a:t>
            </a:r>
            <a:r>
              <a:rPr lang="es-ES" sz="2200" dirty="0">
                <a:solidFill>
                  <a:schemeClr val="accent5"/>
                </a:solidFill>
              </a:rPr>
              <a:t>: Para realizar simulaciones básicas de </a:t>
            </a:r>
            <a:r>
              <a:rPr lang="es-ES" sz="2200" dirty="0" err="1">
                <a:solidFill>
                  <a:schemeClr val="accent5"/>
                </a:solidFill>
              </a:rPr>
              <a:t>backtesting</a:t>
            </a:r>
            <a:r>
              <a:rPr lang="es-ES" sz="2200" dirty="0">
                <a:solidFill>
                  <a:schemeClr val="accent5"/>
                </a:solidFill>
              </a:rPr>
              <a:t>, con capacidad de programación mediante macros en VBA.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b="1" dirty="0" err="1">
                <a:solidFill>
                  <a:schemeClr val="accent5"/>
                </a:solidFill>
              </a:rPr>
              <a:t>Add-ins</a:t>
            </a:r>
            <a:r>
              <a:rPr lang="es-ES" sz="2200" b="1" dirty="0">
                <a:solidFill>
                  <a:schemeClr val="accent5"/>
                </a:solidFill>
              </a:rPr>
              <a:t> específicos</a:t>
            </a:r>
            <a:r>
              <a:rPr lang="es-ES" sz="2200" dirty="0">
                <a:solidFill>
                  <a:schemeClr val="accent5"/>
                </a:solidFill>
              </a:rPr>
              <a:t>: Existen complementos comerciales como </a:t>
            </a:r>
            <a:r>
              <a:rPr lang="es-ES" sz="2200" b="1" dirty="0">
                <a:solidFill>
                  <a:schemeClr val="accent5"/>
                </a:solidFill>
              </a:rPr>
              <a:t>XLQ</a:t>
            </a:r>
            <a:r>
              <a:rPr lang="es-ES" sz="2200" dirty="0">
                <a:solidFill>
                  <a:schemeClr val="accent5"/>
                </a:solidFill>
              </a:rPr>
              <a:t> o </a:t>
            </a:r>
            <a:r>
              <a:rPr lang="es-ES" sz="2200" b="1" dirty="0" err="1">
                <a:solidFill>
                  <a:schemeClr val="accent5"/>
                </a:solidFill>
              </a:rPr>
              <a:t>Tradestation</a:t>
            </a:r>
            <a:r>
              <a:rPr lang="es-ES" sz="2200" b="1" dirty="0">
                <a:solidFill>
                  <a:schemeClr val="accent5"/>
                </a:solidFill>
              </a:rPr>
              <a:t> </a:t>
            </a:r>
            <a:r>
              <a:rPr lang="es-ES" sz="2200" b="1" dirty="0" err="1">
                <a:solidFill>
                  <a:schemeClr val="accent5"/>
                </a:solidFill>
              </a:rPr>
              <a:t>ExcelLink</a:t>
            </a:r>
            <a:r>
              <a:rPr lang="es-ES" sz="2200" dirty="0">
                <a:solidFill>
                  <a:schemeClr val="accent5"/>
                </a:solidFill>
              </a:rPr>
              <a:t> que permiten conectar datos de mercado y hacer simulaciones en tiempo real.</a:t>
            </a:r>
          </a:p>
          <a:p>
            <a:pPr marL="0" indent="0">
              <a:buNone/>
            </a:pPr>
            <a:r>
              <a:rPr lang="es-ES" sz="2200" b="1" dirty="0">
                <a:solidFill>
                  <a:schemeClr val="accent5"/>
                </a:solidFill>
              </a:rPr>
              <a:t>4. Zorro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chemeClr val="accent5"/>
                </a:solidFill>
              </a:rPr>
              <a:t>Zorro </a:t>
            </a:r>
            <a:r>
              <a:rPr lang="es-ES" sz="2200" b="1" dirty="0" err="1">
                <a:solidFill>
                  <a:schemeClr val="accent5"/>
                </a:solidFill>
              </a:rPr>
              <a:t>Trader</a:t>
            </a:r>
            <a:r>
              <a:rPr lang="es-ES" sz="2200" dirty="0">
                <a:solidFill>
                  <a:schemeClr val="accent5"/>
                </a:solidFill>
              </a:rPr>
              <a:t>: Software especializado para trading automatizado y </a:t>
            </a:r>
            <a:r>
              <a:rPr lang="es-ES" sz="2200" dirty="0" err="1">
                <a:solidFill>
                  <a:schemeClr val="accent5"/>
                </a:solidFill>
              </a:rPr>
              <a:t>backtesting</a:t>
            </a:r>
            <a:r>
              <a:rPr lang="es-ES" sz="2200" dirty="0">
                <a:solidFill>
                  <a:schemeClr val="accent5"/>
                </a:solidFill>
              </a:rPr>
              <a:t>. Permite el uso de lenguajes de scripting y modelos avanzados, con soporte para operaciones en alta frecuencia.</a:t>
            </a:r>
          </a:p>
          <a:p>
            <a:pPr marL="0" indent="0">
              <a:buNone/>
            </a:pPr>
            <a:r>
              <a:rPr lang="es-ES" sz="2200" b="1" dirty="0">
                <a:solidFill>
                  <a:schemeClr val="accent5"/>
                </a:solidFill>
              </a:rPr>
              <a:t>5. </a:t>
            </a:r>
            <a:r>
              <a:rPr lang="es-ES" sz="2200" b="1" dirty="0" err="1">
                <a:solidFill>
                  <a:schemeClr val="accent5"/>
                </a:solidFill>
              </a:rPr>
              <a:t>Tradestation</a:t>
            </a:r>
            <a:r>
              <a:rPr lang="es-ES" sz="2200" b="1" dirty="0">
                <a:solidFill>
                  <a:schemeClr val="accent5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b="1" dirty="0" err="1">
                <a:solidFill>
                  <a:schemeClr val="accent5"/>
                </a:solidFill>
              </a:rPr>
              <a:t>Tradestation</a:t>
            </a:r>
            <a:r>
              <a:rPr lang="es-ES" sz="2200" dirty="0">
                <a:solidFill>
                  <a:schemeClr val="accent5"/>
                </a:solidFill>
              </a:rPr>
              <a:t>: Plataforma comercial muy conocida que ofrece herramientas de </a:t>
            </a:r>
            <a:r>
              <a:rPr lang="es-ES" sz="2200" dirty="0" err="1">
                <a:solidFill>
                  <a:schemeClr val="accent5"/>
                </a:solidFill>
              </a:rPr>
              <a:t>backtesting</a:t>
            </a:r>
            <a:r>
              <a:rPr lang="es-ES" sz="2200" dirty="0">
                <a:solidFill>
                  <a:schemeClr val="accent5"/>
                </a:solidFill>
              </a:rPr>
              <a:t> integradas, con soporte para indicadores personalizados y scripting en </a:t>
            </a:r>
            <a:r>
              <a:rPr lang="es-ES" sz="2200" b="1" dirty="0" err="1">
                <a:solidFill>
                  <a:schemeClr val="accent5"/>
                </a:solidFill>
              </a:rPr>
              <a:t>EasyLanguage</a:t>
            </a:r>
            <a:r>
              <a:rPr lang="es-ES" sz="2200" dirty="0">
                <a:solidFill>
                  <a:schemeClr val="accent5"/>
                </a:solidFill>
              </a:rPr>
              <a:t>.</a:t>
            </a:r>
          </a:p>
          <a:p>
            <a:endParaRPr lang="en-US" sz="2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313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A82E0-DEAE-BD25-3B5A-F4B24C08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Empecemos…</a:t>
            </a:r>
          </a:p>
        </p:txBody>
      </p:sp>
    </p:spTree>
    <p:extLst>
      <p:ext uri="{BB962C8B-B14F-4D97-AF65-F5344CB8AC3E}">
        <p14:creationId xmlns:p14="http://schemas.microsoft.com/office/powerpoint/2010/main" val="84048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El trading algorítmico es ciencia y arte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533849"/>
            <a:ext cx="4744550" cy="4768665"/>
          </a:xfrm>
        </p:spPr>
        <p:txBody>
          <a:bodyPr/>
          <a:lstStyle/>
          <a:p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Es ciencia: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Necesita un proceso claro 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Debe ser capaz de probar hipótesis con método cuantitativos</a:t>
            </a:r>
          </a:p>
        </p:txBody>
      </p:sp>
      <p:pic>
        <p:nvPicPr>
          <p:cNvPr id="2050" name="Picture 2" descr="Market veterans mourn slow death of historic trading pits">
            <a:extLst>
              <a:ext uri="{FF2B5EF4-FFF2-40B4-BE49-F238E27FC236}">
                <a16:creationId xmlns:a16="http://schemas.microsoft.com/office/drawing/2014/main" id="{2B6AFCA7-1A47-3CBA-FE25-91B0ABB4B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680" y="3706056"/>
            <a:ext cx="3491529" cy="243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quantitative trading? | IMC">
            <a:extLst>
              <a:ext uri="{FF2B5EF4-FFF2-40B4-BE49-F238E27FC236}">
                <a16:creationId xmlns:a16="http://schemas.microsoft.com/office/drawing/2014/main" id="{8E2ADF1A-3C69-B8D6-ECE7-574024E3F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46" y="4019363"/>
            <a:ext cx="4057343" cy="19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2003425-C0EB-AC5D-72B0-ADBED6802A78}"/>
              </a:ext>
            </a:extLst>
          </p:cNvPr>
          <p:cNvSpPr txBox="1">
            <a:spLocks/>
          </p:cNvSpPr>
          <p:nvPr/>
        </p:nvSpPr>
        <p:spPr>
          <a:xfrm>
            <a:off x="6862950" y="899148"/>
            <a:ext cx="4895158" cy="4768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CO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Es arte: 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Debe haber creatividad en la creación de estrategias 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Su operatividad requiere gestión (no es solo dejarlo y ya)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Se debe tener experiencia</a:t>
            </a:r>
          </a:p>
          <a:p>
            <a:endParaRPr lang="es-CO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261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3417931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626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769719E-8120-F1BF-E620-61B241B1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6"/>
            <a:ext cx="11160125" cy="932161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Entre comillas nos vamos a poner en los pies de un científico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076" name="Picture 4" descr="Traders Work On The Floor Of The Chicago Board Options Exchange, As Federal Reserve Prepares To Make Interest Rate Announcement">
            <a:extLst>
              <a:ext uri="{FF2B5EF4-FFF2-40B4-BE49-F238E27FC236}">
                <a16:creationId xmlns:a16="http://schemas.microsoft.com/office/drawing/2014/main" id="{E0FE8C86-6E69-65D1-8E78-F7617C5CF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850" y="2086983"/>
            <a:ext cx="5824355" cy="388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184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21CAB-AAEB-D01D-1D9E-574BB1FD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Decidir el mercado y marco de tiempo</a:t>
            </a:r>
          </a:p>
        </p:txBody>
      </p:sp>
    </p:spTree>
    <p:extLst>
      <p:ext uri="{BB962C8B-B14F-4D97-AF65-F5344CB8AC3E}">
        <p14:creationId xmlns:p14="http://schemas.microsoft.com/office/powerpoint/2010/main" val="3712483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Mercados y marcos de tiempo: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07939"/>
            <a:ext cx="11160124" cy="4768665"/>
          </a:xfrm>
        </p:spPr>
        <p:txBody>
          <a:bodyPr>
            <a:normAutofit/>
          </a:bodyPr>
          <a:lstStyle/>
          <a:p>
            <a:endParaRPr lang="es-CO" dirty="0"/>
          </a:p>
          <a:p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6933A82-227F-A6EB-BA0B-4E5083E6D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690586"/>
              </p:ext>
            </p:extLst>
          </p:nvPr>
        </p:nvGraphicFramePr>
        <p:xfrm>
          <a:off x="1323191" y="1307939"/>
          <a:ext cx="9854004" cy="253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Closure of futures trading pits will render a language extinct - MarketWatch">
            <a:extLst>
              <a:ext uri="{FF2B5EF4-FFF2-40B4-BE49-F238E27FC236}">
                <a16:creationId xmlns:a16="http://schemas.microsoft.com/office/drawing/2014/main" id="{64592A83-F8EE-6BA2-069A-08436450A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633" y="3935361"/>
            <a:ext cx="4077148" cy="229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219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Selección de mercado y marco de tiempo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A160444-9A34-875D-7E31-C64BDB853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818161"/>
              </p:ext>
            </p:extLst>
          </p:nvPr>
        </p:nvGraphicFramePr>
        <p:xfrm>
          <a:off x="376088" y="1957892"/>
          <a:ext cx="11160125" cy="3453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2565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2771268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8834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Premisa</a:t>
            </a:r>
            <a:r>
              <a:rPr lang="en-US" dirty="0"/>
              <a:t> del </a:t>
            </a:r>
            <a:r>
              <a:rPr lang="en-US" dirty="0" err="1"/>
              <a:t>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90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Definir la premisa/ teoría del sistema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0B164FD-D43E-1EFD-E5BF-124515F3C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808987"/>
              </p:ext>
            </p:extLst>
          </p:nvPr>
        </p:nvGraphicFramePr>
        <p:xfrm>
          <a:off x="2549135" y="1699708"/>
          <a:ext cx="7283356" cy="1807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57325946-99A9-AF17-7931-EB9ABE7E3410}"/>
              </a:ext>
            </a:extLst>
          </p:cNvPr>
          <p:cNvSpPr/>
          <p:nvPr/>
        </p:nvSpPr>
        <p:spPr>
          <a:xfrm>
            <a:off x="677732" y="3743661"/>
            <a:ext cx="11112649" cy="2259106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Algunos ejemplos:</a:t>
            </a:r>
          </a:p>
          <a:p>
            <a:pPr algn="ctr"/>
            <a:r>
              <a:rPr lang="es-CO" sz="2000" b="1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El S&amp;P suele subir más tiempo de lo que cae</a:t>
            </a:r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 </a:t>
            </a:r>
          </a:p>
          <a:p>
            <a:pPr algn="ctr"/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El mercado colombiano se mueve en rangos (reversión)</a:t>
            </a:r>
          </a:p>
          <a:p>
            <a:pPr algn="ctr"/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El USDCOP tiene periodos de fuerte devaluación (tendencia)</a:t>
            </a:r>
          </a:p>
          <a:p>
            <a:pPr algn="ctr"/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Las acciones que suben más tienen un mejor rendimiento que el resto, mantienen esta tendencia (</a:t>
            </a:r>
            <a:r>
              <a:rPr lang="es-CO" sz="2000" dirty="0" err="1">
                <a:solidFill>
                  <a:schemeClr val="accent5">
                    <a:lumMod val="95000"/>
                    <a:lumOff val="5000"/>
                  </a:schemeClr>
                </a:solidFill>
              </a:rPr>
              <a:t>Out</a:t>
            </a:r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 performance le ganan a los </a:t>
            </a:r>
            <a:r>
              <a:rPr lang="es-CO" sz="2000" dirty="0" err="1">
                <a:solidFill>
                  <a:schemeClr val="accent5">
                    <a:lumMod val="95000"/>
                    <a:lumOff val="5000"/>
                  </a:schemeClr>
                </a:solidFill>
              </a:rPr>
              <a:t>under</a:t>
            </a:r>
            <a:r>
              <a:rPr lang="es-CO" sz="2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 performance) </a:t>
            </a:r>
          </a:p>
        </p:txBody>
      </p:sp>
    </p:spTree>
    <p:extLst>
      <p:ext uri="{BB962C8B-B14F-4D97-AF65-F5344CB8AC3E}">
        <p14:creationId xmlns:p14="http://schemas.microsoft.com/office/powerpoint/2010/main" val="3461452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293440D-191B-442C-A118-D39F1DC9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Algunas fuentes: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905263-5FED-9D8F-61B2-220A58F66607}"/>
              </a:ext>
            </a:extLst>
          </p:cNvPr>
          <p:cNvSpPr/>
          <p:nvPr/>
        </p:nvSpPr>
        <p:spPr>
          <a:xfrm>
            <a:off x="1668379" y="1841085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Análisis Inter mercado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ED4FE9-98C8-F937-E308-4365D7D6A73C}"/>
              </a:ext>
            </a:extLst>
          </p:cNvPr>
          <p:cNvSpPr/>
          <p:nvPr/>
        </p:nvSpPr>
        <p:spPr>
          <a:xfrm>
            <a:off x="4879390" y="1841085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Market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Internals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869135-7A00-7A86-4D21-76A37CC840E9}"/>
              </a:ext>
            </a:extLst>
          </p:cNvPr>
          <p:cNvSpPr/>
          <p:nvPr/>
        </p:nvSpPr>
        <p:spPr>
          <a:xfrm>
            <a:off x="4879390" y="3204665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Trends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0E5686-0627-8B03-1030-1ECE97DCD598}"/>
              </a:ext>
            </a:extLst>
          </p:cNvPr>
          <p:cNvSpPr/>
          <p:nvPr/>
        </p:nvSpPr>
        <p:spPr>
          <a:xfrm>
            <a:off x="1668379" y="3204665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Estacionalidades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BBD275F-23D6-C54D-49E6-4654899C43E5}"/>
              </a:ext>
            </a:extLst>
          </p:cNvPr>
          <p:cNvSpPr/>
          <p:nvPr/>
        </p:nvSpPr>
        <p:spPr>
          <a:xfrm>
            <a:off x="4879390" y="4575758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Price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based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patterns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D39225-2F42-AE45-924E-509DBE796BFA}"/>
              </a:ext>
            </a:extLst>
          </p:cNvPr>
          <p:cNvSpPr/>
          <p:nvPr/>
        </p:nvSpPr>
        <p:spPr>
          <a:xfrm>
            <a:off x="8200106" y="3204665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Countertrends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B67A30-5350-749F-8180-8609B72EBC24}"/>
              </a:ext>
            </a:extLst>
          </p:cNvPr>
          <p:cNvSpPr/>
          <p:nvPr/>
        </p:nvSpPr>
        <p:spPr>
          <a:xfrm>
            <a:off x="8135937" y="1873170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Ineficiencias de mercados</a:t>
            </a:r>
          </a:p>
        </p:txBody>
      </p:sp>
    </p:spTree>
    <p:extLst>
      <p:ext uri="{BB962C8B-B14F-4D97-AF65-F5344CB8AC3E}">
        <p14:creationId xmlns:p14="http://schemas.microsoft.com/office/powerpoint/2010/main" val="2311329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49EC57C-333C-E3DB-1CE2-8296B281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Nuestra premisa en el SPY – sube más de lo que cae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A44F68-B2DD-4B3A-FA1A-E59283C3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407" y="1288761"/>
            <a:ext cx="8530814" cy="495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4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3271782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6523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Datos</a:t>
            </a:r>
          </a:p>
        </p:txBody>
      </p:sp>
    </p:spTree>
    <p:extLst>
      <p:ext uri="{BB962C8B-B14F-4D97-AF65-F5344CB8AC3E}">
        <p14:creationId xmlns:p14="http://schemas.microsoft.com/office/powerpoint/2010/main" val="3140512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Verificación de datos: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07939"/>
            <a:ext cx="11160124" cy="4768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Les recomiendo tener cuidado con los datos. Este es nuestro santo grial. Los datos toca verificarlos y arreglarlos antes de usarlos: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C0CEDC7-C263-406D-9544-FD1173F89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719123"/>
              </p:ext>
            </p:extLst>
          </p:nvPr>
        </p:nvGraphicFramePr>
        <p:xfrm>
          <a:off x="633507" y="2366682"/>
          <a:ext cx="10920206" cy="3596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3366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692243"/>
            <a:ext cx="11160125" cy="723272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Se deben dividir los datos para realizar las pruebas y sobre todo las optimizaciones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575999"/>
            <a:ext cx="11160124" cy="4549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Hay dos formas de hacer este proceso: 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C9B414-6B98-E905-ACF2-7309DDABA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42" y="2514939"/>
            <a:ext cx="4778484" cy="37122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D8A2036-B877-ABE2-E90B-65810027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198" y="2514939"/>
            <a:ext cx="4778484" cy="371227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54AA7EF-DA2A-D0AB-0254-6287CD804294}"/>
              </a:ext>
            </a:extLst>
          </p:cNvPr>
          <p:cNvSpPr/>
          <p:nvPr/>
        </p:nvSpPr>
        <p:spPr>
          <a:xfrm>
            <a:off x="955342" y="1979410"/>
            <a:ext cx="4886060" cy="451821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sample, test y out of sample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A08356F-E702-B726-09AB-437B49727FC7}"/>
              </a:ext>
            </a:extLst>
          </p:cNvPr>
          <p:cNvSpPr/>
          <p:nvPr/>
        </p:nvSpPr>
        <p:spPr>
          <a:xfrm>
            <a:off x="6732198" y="1979410"/>
            <a:ext cx="4778484" cy="451821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Walk forward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F96FCA-DA5C-0659-558F-9060F902D7F8}"/>
              </a:ext>
            </a:extLst>
          </p:cNvPr>
          <p:cNvSpPr/>
          <p:nvPr/>
        </p:nvSpPr>
        <p:spPr>
          <a:xfrm>
            <a:off x="955342" y="2514939"/>
            <a:ext cx="4886060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809869-910B-C153-6A10-6EA55EA40DCF}"/>
              </a:ext>
            </a:extLst>
          </p:cNvPr>
          <p:cNvSpPr/>
          <p:nvPr/>
        </p:nvSpPr>
        <p:spPr>
          <a:xfrm>
            <a:off x="955342" y="4378365"/>
            <a:ext cx="4886060" cy="88212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699139D-D71D-CEA8-D6ED-0E0ABBC7C837}"/>
              </a:ext>
            </a:extLst>
          </p:cNvPr>
          <p:cNvSpPr/>
          <p:nvPr/>
        </p:nvSpPr>
        <p:spPr>
          <a:xfrm>
            <a:off x="955342" y="5312813"/>
            <a:ext cx="4886060" cy="88212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F856004-EC9D-D236-C0A2-AEA0DE9FEAC6}"/>
              </a:ext>
            </a:extLst>
          </p:cNvPr>
          <p:cNvSpPr/>
          <p:nvPr/>
        </p:nvSpPr>
        <p:spPr>
          <a:xfrm>
            <a:off x="6721440" y="2514939"/>
            <a:ext cx="1002551" cy="1863426"/>
          </a:xfrm>
          <a:prstGeom prst="rect">
            <a:avLst/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1259B4-14A1-884E-5657-FCE820DDE37B}"/>
              </a:ext>
            </a:extLst>
          </p:cNvPr>
          <p:cNvSpPr/>
          <p:nvPr/>
        </p:nvSpPr>
        <p:spPr>
          <a:xfrm>
            <a:off x="6710682" y="4378365"/>
            <a:ext cx="1013309" cy="527125"/>
          </a:xfrm>
          <a:prstGeom prst="rect">
            <a:avLst/>
          </a:prstGeom>
          <a:solidFill>
            <a:srgbClr val="00B050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8773EC-979D-FD05-DB08-A38DEC470A01}"/>
              </a:ext>
            </a:extLst>
          </p:cNvPr>
          <p:cNvSpPr/>
          <p:nvPr/>
        </p:nvSpPr>
        <p:spPr>
          <a:xfrm>
            <a:off x="7736839" y="3042064"/>
            <a:ext cx="1002551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F8C1F7C-92B5-A578-ABB4-05CAC2794B28}"/>
              </a:ext>
            </a:extLst>
          </p:cNvPr>
          <p:cNvSpPr/>
          <p:nvPr/>
        </p:nvSpPr>
        <p:spPr>
          <a:xfrm>
            <a:off x="7723991" y="4905490"/>
            <a:ext cx="1013309" cy="527125"/>
          </a:xfrm>
          <a:prstGeom prst="rect">
            <a:avLst/>
          </a:prstGeom>
          <a:solidFill>
            <a:srgbClr val="00B050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86636ED-4519-9BED-769D-65EF782DE051}"/>
              </a:ext>
            </a:extLst>
          </p:cNvPr>
          <p:cNvSpPr/>
          <p:nvPr/>
        </p:nvSpPr>
        <p:spPr>
          <a:xfrm>
            <a:off x="8739390" y="3569189"/>
            <a:ext cx="1002551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3C40C80-800A-5BB3-22E3-865DD2D29644}"/>
              </a:ext>
            </a:extLst>
          </p:cNvPr>
          <p:cNvSpPr/>
          <p:nvPr/>
        </p:nvSpPr>
        <p:spPr>
          <a:xfrm>
            <a:off x="8739390" y="5432615"/>
            <a:ext cx="1013309" cy="527125"/>
          </a:xfrm>
          <a:prstGeom prst="rect">
            <a:avLst/>
          </a:prstGeom>
          <a:solidFill>
            <a:srgbClr val="00B050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38FE74C-ACA0-401B-52C1-C6D6144FC173}"/>
              </a:ext>
            </a:extLst>
          </p:cNvPr>
          <p:cNvSpPr/>
          <p:nvPr/>
        </p:nvSpPr>
        <p:spPr>
          <a:xfrm>
            <a:off x="2786230" y="2624868"/>
            <a:ext cx="2721685" cy="16674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sample:</a:t>
            </a:r>
          </a:p>
          <a:p>
            <a:pPr algn="ctr"/>
            <a:r>
              <a:rPr lang="en-US" dirty="0"/>
              <a:t>Se </a:t>
            </a:r>
            <a:r>
              <a:rPr lang="en-US" dirty="0" err="1"/>
              <a:t>calibra</a:t>
            </a:r>
            <a:r>
              <a:rPr lang="en-US" dirty="0"/>
              <a:t> y </a:t>
            </a:r>
            <a:r>
              <a:rPr lang="en-US" dirty="0" err="1"/>
              <a:t>optimiza</a:t>
            </a:r>
            <a:endParaRPr lang="en-U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82A5A3-A330-5BF6-E071-5E37CC24C634}"/>
              </a:ext>
            </a:extLst>
          </p:cNvPr>
          <p:cNvSpPr/>
          <p:nvPr/>
        </p:nvSpPr>
        <p:spPr>
          <a:xfrm>
            <a:off x="2786230" y="4426774"/>
            <a:ext cx="2721685" cy="747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Test:</a:t>
            </a:r>
          </a:p>
          <a:p>
            <a:pPr algn="ctr"/>
            <a:r>
              <a:rPr lang="en-US" dirty="0"/>
              <a:t>Se </a:t>
            </a:r>
            <a:r>
              <a:rPr lang="en-US" dirty="0" err="1"/>
              <a:t>analizan</a:t>
            </a:r>
            <a:r>
              <a:rPr lang="en-US" dirty="0"/>
              <a:t> </a:t>
            </a:r>
            <a:r>
              <a:rPr lang="en-US" dirty="0" err="1"/>
              <a:t>resultados</a:t>
            </a:r>
            <a:endParaRPr lang="en-US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4292441-93BB-0081-1048-FF43E4C2BB82}"/>
              </a:ext>
            </a:extLst>
          </p:cNvPr>
          <p:cNvSpPr/>
          <p:nvPr/>
        </p:nvSpPr>
        <p:spPr>
          <a:xfrm>
            <a:off x="2786230" y="5377360"/>
            <a:ext cx="2721685" cy="747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 of sample:</a:t>
            </a:r>
          </a:p>
          <a:p>
            <a:pPr algn="ctr"/>
            <a:r>
              <a:rPr lang="en-US" dirty="0"/>
              <a:t>Se </a:t>
            </a:r>
            <a:r>
              <a:rPr lang="en-US" dirty="0" err="1"/>
              <a:t>validan</a:t>
            </a:r>
            <a:endParaRPr lang="en-U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1A758A-E89D-CFC3-BA6F-13E7D81F3B98}"/>
              </a:ext>
            </a:extLst>
          </p:cNvPr>
          <p:cNvSpPr/>
          <p:nvPr/>
        </p:nvSpPr>
        <p:spPr>
          <a:xfrm>
            <a:off x="7723991" y="3042064"/>
            <a:ext cx="1002551" cy="1863426"/>
          </a:xfrm>
          <a:prstGeom prst="rect">
            <a:avLst/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F9262AF-46C5-0B40-F0B2-D4498965DBF8}"/>
              </a:ext>
            </a:extLst>
          </p:cNvPr>
          <p:cNvSpPr/>
          <p:nvPr/>
        </p:nvSpPr>
        <p:spPr>
          <a:xfrm>
            <a:off x="8726542" y="3569189"/>
            <a:ext cx="1002551" cy="1863426"/>
          </a:xfrm>
          <a:prstGeom prst="rect">
            <a:avLst/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A7AFF15-469E-CFDE-DC7A-243A1DC1AF83}"/>
              </a:ext>
            </a:extLst>
          </p:cNvPr>
          <p:cNvSpPr/>
          <p:nvPr/>
        </p:nvSpPr>
        <p:spPr>
          <a:xfrm>
            <a:off x="7736839" y="2514939"/>
            <a:ext cx="1032734" cy="5271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1DDD9EE-BF30-FA95-1F89-07A04FFACC29}"/>
              </a:ext>
            </a:extLst>
          </p:cNvPr>
          <p:cNvSpPr/>
          <p:nvPr/>
        </p:nvSpPr>
        <p:spPr>
          <a:xfrm>
            <a:off x="8769573" y="2514939"/>
            <a:ext cx="1032734" cy="105425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04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Hay formas más complejas: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07939"/>
            <a:ext cx="11160124" cy="4768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Como se darán cuenta más adelante, primero se puede hacer un análisis simple con un in </a:t>
            </a:r>
            <a:r>
              <a:rPr lang="es-CO" sz="2000" dirty="0" err="1"/>
              <a:t>sample</a:t>
            </a:r>
            <a:r>
              <a:rPr lang="es-CO" sz="2000" dirty="0"/>
              <a:t> y </a:t>
            </a:r>
            <a:r>
              <a:rPr lang="es-CO" sz="2000" dirty="0" err="1"/>
              <a:t>out</a:t>
            </a:r>
            <a:r>
              <a:rPr lang="es-CO" sz="2000" dirty="0"/>
              <a:t> </a:t>
            </a:r>
            <a:r>
              <a:rPr lang="es-CO" sz="2000" dirty="0" err="1"/>
              <a:t>of</a:t>
            </a:r>
            <a:r>
              <a:rPr lang="es-CO" sz="2000" dirty="0"/>
              <a:t> </a:t>
            </a:r>
            <a:r>
              <a:rPr lang="es-CO" sz="2000" dirty="0" err="1"/>
              <a:t>sample</a:t>
            </a:r>
            <a:r>
              <a:rPr lang="es-CO" sz="2000" dirty="0"/>
              <a:t>, y luego pasar a hacer la optimización en un </a:t>
            </a:r>
            <a:r>
              <a:rPr lang="es-CO" sz="2000" dirty="0" err="1"/>
              <a:t>walk</a:t>
            </a:r>
            <a:r>
              <a:rPr lang="es-CO" sz="2000" dirty="0"/>
              <a:t> forward. También hay otras metodologías más complejas como: </a:t>
            </a:r>
          </a:p>
          <a:p>
            <a:endParaRPr lang="es-CO" sz="2000" dirty="0"/>
          </a:p>
          <a:p>
            <a:endParaRPr lang="es-CO" sz="2000" dirty="0"/>
          </a:p>
          <a:p>
            <a:endParaRPr lang="es-CO" sz="2000" dirty="0"/>
          </a:p>
          <a:p>
            <a:pPr marL="0" indent="0">
              <a:buNone/>
            </a:pP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B823A49-2A8D-C78B-547A-F8472E1C8590}"/>
              </a:ext>
            </a:extLst>
          </p:cNvPr>
          <p:cNvSpPr txBox="1"/>
          <p:nvPr/>
        </p:nvSpPr>
        <p:spPr>
          <a:xfrm>
            <a:off x="515937" y="5801752"/>
            <a:ext cx="1133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Fuente:</a:t>
            </a:r>
            <a:r>
              <a:rPr lang="en-US" dirty="0"/>
              <a:t> https://towardsai.net/p/l/the-combinatorial-purged-cross-validation-method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20F2A71-72E5-E66E-F5C6-8EFB49462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428" y="2169202"/>
            <a:ext cx="6062239" cy="373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03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Ejemplo: datos extraños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4606619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D5C77C-9C2A-2BA0-0D2C-1D84A5CB5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2125946"/>
            <a:ext cx="10693101" cy="3756636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8526C13-9C8E-26F2-6225-F3EE292A6EB9}"/>
              </a:ext>
            </a:extLst>
          </p:cNvPr>
          <p:cNvSpPr/>
          <p:nvPr/>
        </p:nvSpPr>
        <p:spPr>
          <a:xfrm>
            <a:off x="3775934" y="3496235"/>
            <a:ext cx="419548" cy="3227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B2298E-C387-3C93-3963-A3511125161A}"/>
              </a:ext>
            </a:extLst>
          </p:cNvPr>
          <p:cNvSpPr/>
          <p:nvPr/>
        </p:nvSpPr>
        <p:spPr>
          <a:xfrm>
            <a:off x="7089288" y="3087445"/>
            <a:ext cx="419548" cy="3227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44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Ejemplo: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Rollovers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460661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8526C13-9C8E-26F2-6225-F3EE292A6EB9}"/>
              </a:ext>
            </a:extLst>
          </p:cNvPr>
          <p:cNvSpPr/>
          <p:nvPr/>
        </p:nvSpPr>
        <p:spPr>
          <a:xfrm>
            <a:off x="3775934" y="3496235"/>
            <a:ext cx="419548" cy="3227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B2298E-C387-3C93-3963-A3511125161A}"/>
              </a:ext>
            </a:extLst>
          </p:cNvPr>
          <p:cNvSpPr/>
          <p:nvPr/>
        </p:nvSpPr>
        <p:spPr>
          <a:xfrm>
            <a:off x="7089288" y="3087445"/>
            <a:ext cx="419548" cy="3227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CA3BCB-4E1C-F929-B142-079D0777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1" y="1348672"/>
            <a:ext cx="9954409" cy="5367091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B94EB27B-F0EF-B8B4-476C-B8279A7EE74A}"/>
              </a:ext>
            </a:extLst>
          </p:cNvPr>
          <p:cNvSpPr/>
          <p:nvPr/>
        </p:nvSpPr>
        <p:spPr>
          <a:xfrm>
            <a:off x="3614569" y="5690795"/>
            <a:ext cx="247426" cy="2366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4D462C6-7AE6-08DB-32DA-449A7DF82FD5}"/>
              </a:ext>
            </a:extLst>
          </p:cNvPr>
          <p:cNvSpPr/>
          <p:nvPr/>
        </p:nvSpPr>
        <p:spPr>
          <a:xfrm>
            <a:off x="1613647" y="5454126"/>
            <a:ext cx="247426" cy="2366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CA7C66F-D82B-459A-6896-4F58C25CA379}"/>
              </a:ext>
            </a:extLst>
          </p:cNvPr>
          <p:cNvSpPr/>
          <p:nvPr/>
        </p:nvSpPr>
        <p:spPr>
          <a:xfrm>
            <a:off x="4781774" y="5572460"/>
            <a:ext cx="247426" cy="2366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62FFF45-6592-1C07-1D2C-E8A0C3282CE3}"/>
              </a:ext>
            </a:extLst>
          </p:cNvPr>
          <p:cNvSpPr/>
          <p:nvPr/>
        </p:nvSpPr>
        <p:spPr>
          <a:xfrm>
            <a:off x="7498074" y="5690795"/>
            <a:ext cx="247426" cy="2366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FF7AA6-ABC9-5764-E18E-D3E20721F6CD}"/>
              </a:ext>
            </a:extLst>
          </p:cNvPr>
          <p:cNvSpPr/>
          <p:nvPr/>
        </p:nvSpPr>
        <p:spPr>
          <a:xfrm>
            <a:off x="8148910" y="5690795"/>
            <a:ext cx="247426" cy="2366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83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5991075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9459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Método de trading</a:t>
            </a:r>
          </a:p>
        </p:txBody>
      </p:sp>
    </p:spTree>
    <p:extLst>
      <p:ext uri="{BB962C8B-B14F-4D97-AF65-F5344CB8AC3E}">
        <p14:creationId xmlns:p14="http://schemas.microsoft.com/office/powerpoint/2010/main" val="266800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Selección del método de trading: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23981"/>
            <a:ext cx="11160124" cy="4768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Dependiendo de la premisa se debe seleccionar el método de trading:</a:t>
            </a:r>
            <a:endParaRPr lang="es-CO" b="1" dirty="0"/>
          </a:p>
          <a:p>
            <a:endParaRPr lang="es-CO" b="1" dirty="0"/>
          </a:p>
          <a:p>
            <a:pPr lvl="1"/>
            <a:endParaRPr lang="es-CO" dirty="0"/>
          </a:p>
          <a:p>
            <a:pPr marL="457200" lvl="1" indent="0">
              <a:buNone/>
            </a:pPr>
            <a:endParaRPr lang="es-CO" dirty="0"/>
          </a:p>
          <a:p>
            <a:pPr marL="457200" lvl="1" indent="0">
              <a:buNone/>
            </a:pPr>
            <a:endParaRPr lang="es-CO" dirty="0"/>
          </a:p>
          <a:p>
            <a:pPr lvl="1"/>
            <a:endParaRPr lang="es-CO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C1A972C-C243-940E-C19E-221D2D8980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398725"/>
              </p:ext>
            </p:extLst>
          </p:nvPr>
        </p:nvGraphicFramePr>
        <p:xfrm>
          <a:off x="515937" y="1796527"/>
          <a:ext cx="11284771" cy="3485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1441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49EC57C-333C-E3DB-1CE2-8296B281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Vamos a usar un patrón técnico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132C8FD-2E3D-7E86-885F-8CE6AC9A281F}"/>
              </a:ext>
            </a:extLst>
          </p:cNvPr>
          <p:cNvGrpSpPr/>
          <p:nvPr/>
        </p:nvGrpSpPr>
        <p:grpSpPr>
          <a:xfrm>
            <a:off x="4610113" y="1297182"/>
            <a:ext cx="7186109" cy="5148667"/>
            <a:chOff x="4378362" y="1090768"/>
            <a:chExt cx="7720850" cy="5736092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6244025-465F-6D4C-F9A1-3AC1780E4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8362" y="1090768"/>
              <a:ext cx="7720850" cy="5736092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333F88E3-12CA-352F-44A7-A84871D01108}"/>
                </a:ext>
              </a:extLst>
            </p:cNvPr>
            <p:cNvSpPr/>
            <p:nvPr/>
          </p:nvSpPr>
          <p:spPr>
            <a:xfrm>
              <a:off x="9445214" y="3927674"/>
              <a:ext cx="484094" cy="104349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696A294-CA83-0C62-9783-E1A247E7727F}"/>
                </a:ext>
              </a:extLst>
            </p:cNvPr>
            <p:cNvSpPr/>
            <p:nvPr/>
          </p:nvSpPr>
          <p:spPr>
            <a:xfrm>
              <a:off x="8003690" y="2927212"/>
              <a:ext cx="484094" cy="112955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0CB5D575-3E09-2A49-261A-68743B4FCD3B}"/>
                </a:ext>
              </a:extLst>
            </p:cNvPr>
            <p:cNvSpPr/>
            <p:nvPr/>
          </p:nvSpPr>
          <p:spPr>
            <a:xfrm>
              <a:off x="6200617" y="3105285"/>
              <a:ext cx="484094" cy="112955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ángulo 7">
            <a:extLst>
              <a:ext uri="{FF2B5EF4-FFF2-40B4-BE49-F238E27FC236}">
                <a16:creationId xmlns:a16="http://schemas.microsoft.com/office/drawing/2014/main" id="{2F71E4B4-8784-9B10-78F0-2992999E45BA}"/>
              </a:ext>
            </a:extLst>
          </p:cNvPr>
          <p:cNvSpPr/>
          <p:nvPr/>
        </p:nvSpPr>
        <p:spPr>
          <a:xfrm>
            <a:off x="710005" y="2237591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E1115D-FD32-9A69-0B6B-A0A9D1E826B4}"/>
              </a:ext>
            </a:extLst>
          </p:cNvPr>
          <p:cNvSpPr/>
          <p:nvPr/>
        </p:nvSpPr>
        <p:spPr>
          <a:xfrm>
            <a:off x="1065008" y="3012142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BCF5CE-7348-AE96-2A8E-61935933C373}"/>
              </a:ext>
            </a:extLst>
          </p:cNvPr>
          <p:cNvSpPr/>
          <p:nvPr/>
        </p:nvSpPr>
        <p:spPr>
          <a:xfrm>
            <a:off x="1506071" y="3453205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A02FC39-F0FC-392B-8AC0-998E4CC1A077}"/>
              </a:ext>
            </a:extLst>
          </p:cNvPr>
          <p:cNvCxnSpPr/>
          <p:nvPr/>
        </p:nvCxnSpPr>
        <p:spPr>
          <a:xfrm>
            <a:off x="806824" y="2033195"/>
            <a:ext cx="0" cy="10972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A96A96C-0DC5-95CE-0F41-348AB493949C}"/>
              </a:ext>
            </a:extLst>
          </p:cNvPr>
          <p:cNvCxnSpPr>
            <a:stCxn id="9" idx="0"/>
          </p:cNvCxnSpPr>
          <p:nvPr/>
        </p:nvCxnSpPr>
        <p:spPr>
          <a:xfrm flipV="1">
            <a:off x="1167206" y="2474259"/>
            <a:ext cx="5378" cy="5378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366E0AC-3BE9-489A-4CF1-F9A7DD07D9C6}"/>
              </a:ext>
            </a:extLst>
          </p:cNvPr>
          <p:cNvCxnSpPr/>
          <p:nvPr/>
        </p:nvCxnSpPr>
        <p:spPr>
          <a:xfrm>
            <a:off x="1592132" y="3367144"/>
            <a:ext cx="0" cy="12156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61E2934-E423-DD93-AC20-ACBA7EC1ED04}"/>
              </a:ext>
            </a:extLst>
          </p:cNvPr>
          <p:cNvCxnSpPr/>
          <p:nvPr/>
        </p:nvCxnSpPr>
        <p:spPr>
          <a:xfrm>
            <a:off x="710005" y="2033195"/>
            <a:ext cx="882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0CEB31F-58BC-90A2-571D-60CAE4B34647}"/>
              </a:ext>
            </a:extLst>
          </p:cNvPr>
          <p:cNvCxnSpPr/>
          <p:nvPr/>
        </p:nvCxnSpPr>
        <p:spPr>
          <a:xfrm>
            <a:off x="1065008" y="2474259"/>
            <a:ext cx="882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0D4FB42-1157-5CF2-CD04-95784664FC40}"/>
              </a:ext>
            </a:extLst>
          </p:cNvPr>
          <p:cNvCxnSpPr/>
          <p:nvPr/>
        </p:nvCxnSpPr>
        <p:spPr>
          <a:xfrm>
            <a:off x="1506071" y="3367144"/>
            <a:ext cx="882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26CC2A7-8FFE-BFE7-0C18-06483ADEC6A8}"/>
              </a:ext>
            </a:extLst>
          </p:cNvPr>
          <p:cNvSpPr/>
          <p:nvPr/>
        </p:nvSpPr>
        <p:spPr>
          <a:xfrm>
            <a:off x="1710466" y="1850315"/>
            <a:ext cx="1204856" cy="268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ED0F9B5-1D36-47C2-E55C-E335BD81ADB8}"/>
              </a:ext>
            </a:extLst>
          </p:cNvPr>
          <p:cNvSpPr/>
          <p:nvPr/>
        </p:nvSpPr>
        <p:spPr>
          <a:xfrm>
            <a:off x="2130014" y="2339788"/>
            <a:ext cx="1204856" cy="268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2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EDF52D9-8942-D14F-8B34-F8CFCDDC501F}"/>
              </a:ext>
            </a:extLst>
          </p:cNvPr>
          <p:cNvSpPr/>
          <p:nvPr/>
        </p:nvSpPr>
        <p:spPr>
          <a:xfrm>
            <a:off x="2506532" y="3232673"/>
            <a:ext cx="1204856" cy="268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3</a:t>
            </a:r>
          </a:p>
        </p:txBody>
      </p:sp>
    </p:spTree>
    <p:extLst>
      <p:ext uri="{BB962C8B-B14F-4D97-AF65-F5344CB8AC3E}">
        <p14:creationId xmlns:p14="http://schemas.microsoft.com/office/powerpoint/2010/main" val="1628889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677863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8135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de entrada</a:t>
            </a:r>
          </a:p>
        </p:txBody>
      </p:sp>
    </p:spTree>
    <p:extLst>
      <p:ext uri="{BB962C8B-B14F-4D97-AF65-F5344CB8AC3E}">
        <p14:creationId xmlns:p14="http://schemas.microsoft.com/office/powerpoint/2010/main" val="2085074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 txBox="1">
            <a:spLocks/>
          </p:cNvSpPr>
          <p:nvPr/>
        </p:nvSpPr>
        <p:spPr>
          <a:xfrm>
            <a:off x="515939" y="1303787"/>
            <a:ext cx="11160124" cy="4456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dirty="0"/>
              <a:t>Con la premisa y el método de trading podemos definir el tipo de entrada. Hay dos tipos de entradas: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</a:rPr>
              <a:t>Primero se diseñan las entradas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460661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CO" dirty="0"/>
          </a:p>
          <a:p>
            <a:pPr lvl="1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F7A6833-5A23-1B38-06C6-81324E8D3963}"/>
              </a:ext>
            </a:extLst>
          </p:cNvPr>
          <p:cNvSpPr/>
          <p:nvPr/>
        </p:nvSpPr>
        <p:spPr>
          <a:xfrm>
            <a:off x="515939" y="2205314"/>
            <a:ext cx="5271675" cy="8292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ysClr val="windowText" lastClr="000000"/>
                </a:solidFill>
              </a:rPr>
              <a:t>Simples: </a:t>
            </a:r>
          </a:p>
          <a:p>
            <a:r>
              <a:rPr lang="es-ES" sz="1600" dirty="0">
                <a:solidFill>
                  <a:sysClr val="windowText" lastClr="000000"/>
                </a:solidFill>
              </a:rPr>
              <a:t>es una condición especifica de entrada</a:t>
            </a:r>
          </a:p>
          <a:p>
            <a:r>
              <a:rPr lang="es-ES" sz="1600" b="1" dirty="0">
                <a:solidFill>
                  <a:sysClr val="windowText" lastClr="000000"/>
                </a:solidFill>
              </a:rPr>
              <a:t>Ejemplo: luego de 3 HL comprar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4A1B73E-0C14-9BAA-2F9E-1F851ED9B4EE}"/>
              </a:ext>
            </a:extLst>
          </p:cNvPr>
          <p:cNvSpPr/>
          <p:nvPr/>
        </p:nvSpPr>
        <p:spPr>
          <a:xfrm>
            <a:off x="6347011" y="2205314"/>
            <a:ext cx="5432613" cy="11833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ysClr val="windowText" lastClr="000000"/>
                </a:solidFill>
              </a:rPr>
              <a:t>Complejas:</a:t>
            </a:r>
          </a:p>
          <a:p>
            <a:r>
              <a:rPr lang="es-ES" sz="1600" dirty="0">
                <a:solidFill>
                  <a:sysClr val="windowText" lastClr="000000"/>
                </a:solidFill>
              </a:rPr>
              <a:t>adicionalmente a la condición de entrada, tienen un </a:t>
            </a:r>
            <a:r>
              <a:rPr lang="es-ES" sz="1600" dirty="0" err="1">
                <a:solidFill>
                  <a:sysClr val="windowText" lastClr="000000"/>
                </a:solidFill>
              </a:rPr>
              <a:t>trigger</a:t>
            </a:r>
            <a:r>
              <a:rPr lang="es-ES" sz="1600" dirty="0">
                <a:solidFill>
                  <a:sysClr val="windowText" lastClr="000000"/>
                </a:solidFill>
              </a:rPr>
              <a:t> que debe ocurrir para que se ejecute la orden. Estos </a:t>
            </a:r>
            <a:r>
              <a:rPr lang="es-ES" sz="1600" dirty="0" err="1">
                <a:solidFill>
                  <a:sysClr val="windowText" lastClr="000000"/>
                </a:solidFill>
              </a:rPr>
              <a:t>triggers</a:t>
            </a:r>
            <a:r>
              <a:rPr lang="es-ES" sz="1600" dirty="0">
                <a:solidFill>
                  <a:sysClr val="windowText" lastClr="000000"/>
                </a:solidFill>
              </a:rPr>
              <a:t> funcionan como un tipo de filtro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B9D2C6B-7DF6-6533-1DBD-3E473607B7E4}"/>
              </a:ext>
            </a:extLst>
          </p:cNvPr>
          <p:cNvSpPr/>
          <p:nvPr/>
        </p:nvSpPr>
        <p:spPr>
          <a:xfrm>
            <a:off x="796066" y="3854903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9136B13-EA6B-4D63-2FC6-F1D0732D8DE9}"/>
              </a:ext>
            </a:extLst>
          </p:cNvPr>
          <p:cNvSpPr/>
          <p:nvPr/>
        </p:nvSpPr>
        <p:spPr>
          <a:xfrm>
            <a:off x="1151069" y="4629454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ADFFB00-D203-778A-56A1-AA4911230034}"/>
              </a:ext>
            </a:extLst>
          </p:cNvPr>
          <p:cNvSpPr/>
          <p:nvPr/>
        </p:nvSpPr>
        <p:spPr>
          <a:xfrm>
            <a:off x="1592132" y="5070517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8C7C445-90D6-EB36-7645-0EEFD9295C21}"/>
              </a:ext>
            </a:extLst>
          </p:cNvPr>
          <p:cNvCxnSpPr/>
          <p:nvPr/>
        </p:nvCxnSpPr>
        <p:spPr>
          <a:xfrm>
            <a:off x="892885" y="3650507"/>
            <a:ext cx="0" cy="10972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7BF73A0-096C-026B-2A7A-7A9795B80A76}"/>
              </a:ext>
            </a:extLst>
          </p:cNvPr>
          <p:cNvCxnSpPr>
            <a:stCxn id="10" idx="0"/>
          </p:cNvCxnSpPr>
          <p:nvPr/>
        </p:nvCxnSpPr>
        <p:spPr>
          <a:xfrm flipV="1">
            <a:off x="1253267" y="4091571"/>
            <a:ext cx="5378" cy="5378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E833BBF-E8E3-BF1F-749F-4C2F9FBE5A92}"/>
              </a:ext>
            </a:extLst>
          </p:cNvPr>
          <p:cNvCxnSpPr/>
          <p:nvPr/>
        </p:nvCxnSpPr>
        <p:spPr>
          <a:xfrm>
            <a:off x="1678193" y="4984456"/>
            <a:ext cx="0" cy="12156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489C3AA-4E30-3621-6B69-4AA4ACD63D20}"/>
              </a:ext>
            </a:extLst>
          </p:cNvPr>
          <p:cNvSpPr/>
          <p:nvPr/>
        </p:nvSpPr>
        <p:spPr>
          <a:xfrm>
            <a:off x="1957892" y="4984456"/>
            <a:ext cx="247426" cy="77568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5F2FAB4-719E-1C81-B671-D180A52D354D}"/>
              </a:ext>
            </a:extLst>
          </p:cNvPr>
          <p:cNvCxnSpPr/>
          <p:nvPr/>
        </p:nvCxnSpPr>
        <p:spPr>
          <a:xfrm>
            <a:off x="2086986" y="4707721"/>
            <a:ext cx="0" cy="122270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2DD8403-2885-4964-C40B-2ED66DF09D2E}"/>
              </a:ext>
            </a:extLst>
          </p:cNvPr>
          <p:cNvSpPr/>
          <p:nvPr/>
        </p:nvSpPr>
        <p:spPr>
          <a:xfrm>
            <a:off x="1592132" y="3308829"/>
            <a:ext cx="2431228" cy="5460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Simple:</a:t>
            </a:r>
            <a:r>
              <a:rPr lang="en-US" dirty="0">
                <a:solidFill>
                  <a:sysClr val="windowText" lastClr="000000"/>
                </a:solidFill>
              </a:rPr>
              <a:t> al </a:t>
            </a:r>
            <a:r>
              <a:rPr lang="en-US" dirty="0" err="1">
                <a:solidFill>
                  <a:sysClr val="windowText" lastClr="000000"/>
                </a:solidFill>
              </a:rPr>
              <a:t>cierre</a:t>
            </a:r>
            <a:r>
              <a:rPr lang="en-US" dirty="0">
                <a:solidFill>
                  <a:sysClr val="windowText" lastClr="000000"/>
                </a:solidFill>
              </a:rPr>
              <a:t> de la </a:t>
            </a:r>
            <a:r>
              <a:rPr lang="en-US" dirty="0" err="1">
                <a:solidFill>
                  <a:sysClr val="windowText" lastClr="000000"/>
                </a:solidFill>
              </a:rPr>
              <a:t>siguiente</a:t>
            </a:r>
            <a:r>
              <a:rPr lang="en-US" dirty="0">
                <a:solidFill>
                  <a:sysClr val="windowText" lastClr="000000"/>
                </a:solidFill>
              </a:rPr>
              <a:t> vela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C4CBB33-0694-69D5-4CAB-E81BF9363F0D}"/>
              </a:ext>
            </a:extLst>
          </p:cNvPr>
          <p:cNvSpPr/>
          <p:nvPr/>
        </p:nvSpPr>
        <p:spPr>
          <a:xfrm>
            <a:off x="6691257" y="3854903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4FA4FEE-7E67-1997-7404-EB4BDE6FF6E6}"/>
              </a:ext>
            </a:extLst>
          </p:cNvPr>
          <p:cNvSpPr/>
          <p:nvPr/>
        </p:nvSpPr>
        <p:spPr>
          <a:xfrm>
            <a:off x="7046260" y="4629454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1F764DE-E28B-5214-513B-6133CFF43266}"/>
              </a:ext>
            </a:extLst>
          </p:cNvPr>
          <p:cNvSpPr/>
          <p:nvPr/>
        </p:nvSpPr>
        <p:spPr>
          <a:xfrm>
            <a:off x="7487323" y="5070517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0F0490D-A29F-B79D-A7B5-AD8FB3897B83}"/>
              </a:ext>
            </a:extLst>
          </p:cNvPr>
          <p:cNvCxnSpPr/>
          <p:nvPr/>
        </p:nvCxnSpPr>
        <p:spPr>
          <a:xfrm>
            <a:off x="6788076" y="3650507"/>
            <a:ext cx="0" cy="10972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40EB5926-595F-F2DF-26E8-157931E97766}"/>
              </a:ext>
            </a:extLst>
          </p:cNvPr>
          <p:cNvCxnSpPr>
            <a:stCxn id="29" idx="0"/>
          </p:cNvCxnSpPr>
          <p:nvPr/>
        </p:nvCxnSpPr>
        <p:spPr>
          <a:xfrm flipV="1">
            <a:off x="7148458" y="4091571"/>
            <a:ext cx="5378" cy="5378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F1EB312-3A06-8BF2-A3DC-211F0CB9C8AA}"/>
              </a:ext>
            </a:extLst>
          </p:cNvPr>
          <p:cNvCxnSpPr/>
          <p:nvPr/>
        </p:nvCxnSpPr>
        <p:spPr>
          <a:xfrm>
            <a:off x="7573384" y="4984456"/>
            <a:ext cx="0" cy="12156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1AAB07F-5739-7070-CC80-0F506423DB6F}"/>
              </a:ext>
            </a:extLst>
          </p:cNvPr>
          <p:cNvSpPr/>
          <p:nvPr/>
        </p:nvSpPr>
        <p:spPr>
          <a:xfrm>
            <a:off x="7853083" y="4984456"/>
            <a:ext cx="247426" cy="77568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F2650677-F974-3E84-41F9-3BCD671EEBDA}"/>
              </a:ext>
            </a:extLst>
          </p:cNvPr>
          <p:cNvCxnSpPr/>
          <p:nvPr/>
        </p:nvCxnSpPr>
        <p:spPr>
          <a:xfrm>
            <a:off x="7982177" y="4707721"/>
            <a:ext cx="0" cy="122270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errar llave 38">
            <a:extLst>
              <a:ext uri="{FF2B5EF4-FFF2-40B4-BE49-F238E27FC236}">
                <a16:creationId xmlns:a16="http://schemas.microsoft.com/office/drawing/2014/main" id="{CE2BADFB-C513-14DF-BE4E-623067F490F7}"/>
              </a:ext>
            </a:extLst>
          </p:cNvPr>
          <p:cNvSpPr/>
          <p:nvPr/>
        </p:nvSpPr>
        <p:spPr>
          <a:xfrm>
            <a:off x="8315662" y="5734893"/>
            <a:ext cx="215152" cy="3346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errar llave 39">
            <a:extLst>
              <a:ext uri="{FF2B5EF4-FFF2-40B4-BE49-F238E27FC236}">
                <a16:creationId xmlns:a16="http://schemas.microsoft.com/office/drawing/2014/main" id="{CBB19085-BAB4-FD87-E10B-C4A9BBABD522}"/>
              </a:ext>
            </a:extLst>
          </p:cNvPr>
          <p:cNvSpPr/>
          <p:nvPr/>
        </p:nvSpPr>
        <p:spPr>
          <a:xfrm>
            <a:off x="8358692" y="5070517"/>
            <a:ext cx="172122" cy="5975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FFFB2F3-661B-89A0-97A2-6B93BB32DAE4}"/>
              </a:ext>
            </a:extLst>
          </p:cNvPr>
          <p:cNvSpPr/>
          <p:nvPr/>
        </p:nvSpPr>
        <p:spPr>
          <a:xfrm>
            <a:off x="8641977" y="4958460"/>
            <a:ext cx="3385071" cy="5387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Se </a:t>
            </a:r>
            <a:r>
              <a:rPr lang="en-US" dirty="0" err="1">
                <a:solidFill>
                  <a:sysClr val="windowText" lastClr="000000"/>
                </a:solidFill>
              </a:rPr>
              <a:t>envia</a:t>
            </a:r>
            <a:r>
              <a:rPr lang="en-US" dirty="0">
                <a:solidFill>
                  <a:sysClr val="windowText" lastClr="000000"/>
                </a:solidFill>
              </a:rPr>
              <a:t> stop de </a:t>
            </a:r>
            <a:r>
              <a:rPr lang="en-US" dirty="0" err="1">
                <a:solidFill>
                  <a:sysClr val="windowText" lastClr="000000"/>
                </a:solidFill>
              </a:rPr>
              <a:t>compra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open +0.7*range vela anterior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9B88CD6-5D40-690E-9C6D-F355D75D2F52}"/>
              </a:ext>
            </a:extLst>
          </p:cNvPr>
          <p:cNvSpPr/>
          <p:nvPr/>
        </p:nvSpPr>
        <p:spPr>
          <a:xfrm>
            <a:off x="8641977" y="5593976"/>
            <a:ext cx="3385071" cy="6060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Se </a:t>
            </a:r>
            <a:r>
              <a:rPr lang="en-US" dirty="0" err="1">
                <a:solidFill>
                  <a:sysClr val="windowText" lastClr="000000"/>
                </a:solidFill>
              </a:rPr>
              <a:t>envia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orden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limite</a:t>
            </a:r>
            <a:r>
              <a:rPr lang="en-US" dirty="0">
                <a:solidFill>
                  <a:sysClr val="windowText" lastClr="000000"/>
                </a:solidFill>
              </a:rPr>
              <a:t> de </a:t>
            </a:r>
            <a:r>
              <a:rPr lang="en-US" dirty="0" err="1">
                <a:solidFill>
                  <a:sysClr val="windowText" lastClr="000000"/>
                </a:solidFill>
              </a:rPr>
              <a:t>compra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Open - 0.3*range vela anterior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411F778-EF05-F64E-0B1E-B5B319AED1D4}"/>
              </a:ext>
            </a:extLst>
          </p:cNvPr>
          <p:cNvCxnSpPr/>
          <p:nvPr/>
        </p:nvCxnSpPr>
        <p:spPr>
          <a:xfrm>
            <a:off x="7799296" y="5070517"/>
            <a:ext cx="50560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4A8952B-5BDD-BED2-2E85-C26AB2394420}"/>
              </a:ext>
            </a:extLst>
          </p:cNvPr>
          <p:cNvCxnSpPr/>
          <p:nvPr/>
        </p:nvCxnSpPr>
        <p:spPr>
          <a:xfrm>
            <a:off x="7853083" y="6105451"/>
            <a:ext cx="50560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D6AC285-68C0-FC21-8C93-4C05E5B4D0E9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086986" y="3854903"/>
            <a:ext cx="720760" cy="852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382E1EA-04DA-FB37-73F9-3B15CF98C174}"/>
              </a:ext>
            </a:extLst>
          </p:cNvPr>
          <p:cNvSpPr/>
          <p:nvPr/>
        </p:nvSpPr>
        <p:spPr>
          <a:xfrm>
            <a:off x="3829723" y="4558305"/>
            <a:ext cx="1818042" cy="7607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Compleja</a:t>
            </a:r>
            <a:r>
              <a:rPr lang="en-US" b="1" dirty="0">
                <a:solidFill>
                  <a:sysClr val="windowText" lastClr="000000"/>
                </a:solidFill>
              </a:rPr>
              <a:t>:</a:t>
            </a:r>
            <a:r>
              <a:rPr lang="en-US" dirty="0">
                <a:solidFill>
                  <a:sysClr val="windowText" lastClr="000000"/>
                </a:solidFill>
              </a:rPr>
              <a:t> Se </a:t>
            </a:r>
            <a:r>
              <a:rPr lang="en-US" dirty="0" err="1">
                <a:solidFill>
                  <a:sysClr val="windowText" lastClr="000000"/>
                </a:solidFill>
              </a:rPr>
              <a:t>espera</a:t>
            </a:r>
            <a:r>
              <a:rPr lang="en-US" dirty="0">
                <a:solidFill>
                  <a:sysClr val="windowText" lastClr="000000"/>
                </a:solidFill>
              </a:rPr>
              <a:t> 4 </a:t>
            </a:r>
            <a:r>
              <a:rPr lang="en-US" dirty="0" err="1">
                <a:solidFill>
                  <a:sysClr val="windowText" lastClr="000000"/>
                </a:solidFill>
              </a:rPr>
              <a:t>dias</a:t>
            </a:r>
            <a:r>
              <a:rPr lang="en-US" dirty="0">
                <a:solidFill>
                  <a:sysClr val="windowText" lastClr="000000"/>
                </a:solidFill>
              </a:rPr>
              <a:t> para </a:t>
            </a:r>
            <a:r>
              <a:rPr lang="en-US" dirty="0" err="1">
                <a:solidFill>
                  <a:sysClr val="windowText" lastClr="000000"/>
                </a:solidFill>
              </a:rPr>
              <a:t>comprar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DE0D4CF-DC3A-E2D0-DA76-56B5AA886056}"/>
              </a:ext>
            </a:extLst>
          </p:cNvPr>
          <p:cNvSpPr/>
          <p:nvPr/>
        </p:nvSpPr>
        <p:spPr>
          <a:xfrm>
            <a:off x="2312895" y="5070517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9CAE6B31-D08A-28A8-BC73-DD17C1BB998B}"/>
              </a:ext>
            </a:extLst>
          </p:cNvPr>
          <p:cNvCxnSpPr/>
          <p:nvPr/>
        </p:nvCxnSpPr>
        <p:spPr>
          <a:xfrm>
            <a:off x="2398956" y="4984456"/>
            <a:ext cx="0" cy="12156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AC08176-8909-7CC6-C19E-752337FED3D9}"/>
              </a:ext>
            </a:extLst>
          </p:cNvPr>
          <p:cNvSpPr/>
          <p:nvPr/>
        </p:nvSpPr>
        <p:spPr>
          <a:xfrm>
            <a:off x="2619488" y="5668116"/>
            <a:ext cx="204395" cy="2629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D4580E4-2C7D-5E24-3498-1C7B88814FE3}"/>
              </a:ext>
            </a:extLst>
          </p:cNvPr>
          <p:cNvCxnSpPr>
            <a:cxnSpLocks/>
          </p:cNvCxnSpPr>
          <p:nvPr/>
        </p:nvCxnSpPr>
        <p:spPr>
          <a:xfrm>
            <a:off x="2705549" y="5907475"/>
            <a:ext cx="0" cy="4635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94BE46B-68E7-6581-AAE6-59EDDF23B592}"/>
              </a:ext>
            </a:extLst>
          </p:cNvPr>
          <p:cNvCxnSpPr>
            <a:cxnSpLocks/>
            <a:stCxn id="48" idx="1"/>
            <a:endCxn id="60" idx="0"/>
          </p:cNvCxnSpPr>
          <p:nvPr/>
        </p:nvCxnSpPr>
        <p:spPr>
          <a:xfrm flipH="1">
            <a:off x="3157367" y="4938690"/>
            <a:ext cx="672356" cy="7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0E89B07-E00D-3425-4F78-119B7F2421BB}"/>
              </a:ext>
            </a:extLst>
          </p:cNvPr>
          <p:cNvSpPr/>
          <p:nvPr/>
        </p:nvSpPr>
        <p:spPr>
          <a:xfrm>
            <a:off x="3033654" y="5016728"/>
            <a:ext cx="247426" cy="77568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AE894414-4891-62F9-81C2-85448D0358FC}"/>
              </a:ext>
            </a:extLst>
          </p:cNvPr>
          <p:cNvCxnSpPr/>
          <p:nvPr/>
        </p:nvCxnSpPr>
        <p:spPr>
          <a:xfrm>
            <a:off x="3162748" y="4739993"/>
            <a:ext cx="0" cy="122270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118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571674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7353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Backtest</a:t>
            </a:r>
            <a:r>
              <a:rPr lang="es-CO" dirty="0"/>
              <a:t> inicial de entradas vs salidas simples</a:t>
            </a:r>
          </a:p>
        </p:txBody>
      </p:sp>
    </p:spTree>
    <p:extLst>
      <p:ext uri="{BB962C8B-B14F-4D97-AF65-F5344CB8AC3E}">
        <p14:creationId xmlns:p14="http://schemas.microsoft.com/office/powerpoint/2010/main" val="1243111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ángulo 51">
            <a:extLst>
              <a:ext uri="{FF2B5EF4-FFF2-40B4-BE49-F238E27FC236}">
                <a16:creationId xmlns:a16="http://schemas.microsoft.com/office/drawing/2014/main" id="{365D20D6-4E02-EE1A-1948-3D6E91472F54}"/>
              </a:ext>
            </a:extLst>
          </p:cNvPr>
          <p:cNvSpPr/>
          <p:nvPr/>
        </p:nvSpPr>
        <p:spPr>
          <a:xfrm>
            <a:off x="5314278" y="4103873"/>
            <a:ext cx="1764254" cy="502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90513" algn="ctr"/>
            <a:r>
              <a:rPr lang="en-US" dirty="0">
                <a:solidFill>
                  <a:sysClr val="windowText" lastClr="000000"/>
                </a:solidFill>
              </a:rPr>
              <a:t>Primer vela rentable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Las entradas se prueban con salidas simples: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8536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En el back test vamos a empezar probando </a:t>
            </a:r>
            <a:r>
              <a:rPr lang="es-ES" dirty="0"/>
              <a:t>la entrada con diferentes tipos de </a:t>
            </a:r>
            <a:r>
              <a:rPr lang="es-ES" b="1" dirty="0"/>
              <a:t>salidas simples:</a:t>
            </a:r>
            <a:r>
              <a:rPr lang="es-ES" dirty="0"/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7B9AB2-7B5C-BF72-7642-4B0A1C52E848}"/>
              </a:ext>
            </a:extLst>
          </p:cNvPr>
          <p:cNvSpPr/>
          <p:nvPr/>
        </p:nvSpPr>
        <p:spPr>
          <a:xfrm>
            <a:off x="882127" y="3403082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3EE434-BDDA-4CF3-7116-B572C6E47124}"/>
              </a:ext>
            </a:extLst>
          </p:cNvPr>
          <p:cNvSpPr/>
          <p:nvPr/>
        </p:nvSpPr>
        <p:spPr>
          <a:xfrm>
            <a:off x="1237130" y="4177633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C8D318-DBAC-FFD3-84F5-2158ED0720C2}"/>
              </a:ext>
            </a:extLst>
          </p:cNvPr>
          <p:cNvSpPr/>
          <p:nvPr/>
        </p:nvSpPr>
        <p:spPr>
          <a:xfrm>
            <a:off x="1678193" y="4618696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4E5759C-718D-E534-4D8F-91FA914B5880}"/>
              </a:ext>
            </a:extLst>
          </p:cNvPr>
          <p:cNvCxnSpPr/>
          <p:nvPr/>
        </p:nvCxnSpPr>
        <p:spPr>
          <a:xfrm>
            <a:off x="978946" y="3198686"/>
            <a:ext cx="0" cy="10972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FA92FBD-0791-C5D1-D80D-7043CF7E01C5}"/>
              </a:ext>
            </a:extLst>
          </p:cNvPr>
          <p:cNvCxnSpPr>
            <a:stCxn id="4" idx="0"/>
          </p:cNvCxnSpPr>
          <p:nvPr/>
        </p:nvCxnSpPr>
        <p:spPr>
          <a:xfrm flipV="1">
            <a:off x="1339328" y="3639750"/>
            <a:ext cx="5378" cy="5378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1F31A73-800D-62B6-188E-F867F63177D1}"/>
              </a:ext>
            </a:extLst>
          </p:cNvPr>
          <p:cNvCxnSpPr/>
          <p:nvPr/>
        </p:nvCxnSpPr>
        <p:spPr>
          <a:xfrm>
            <a:off x="1764254" y="4532635"/>
            <a:ext cx="0" cy="12156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EDD6087D-7728-3E0F-069E-5C2F592AE113}"/>
              </a:ext>
            </a:extLst>
          </p:cNvPr>
          <p:cNvSpPr/>
          <p:nvPr/>
        </p:nvSpPr>
        <p:spPr>
          <a:xfrm>
            <a:off x="2043953" y="4532635"/>
            <a:ext cx="247426" cy="77568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C96193A-1D19-DB5E-6C21-389C54DC4028}"/>
              </a:ext>
            </a:extLst>
          </p:cNvPr>
          <p:cNvCxnSpPr/>
          <p:nvPr/>
        </p:nvCxnSpPr>
        <p:spPr>
          <a:xfrm>
            <a:off x="2173047" y="4255900"/>
            <a:ext cx="0" cy="122270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61E53B1-0712-BD9C-ED53-701A401E2A5C}"/>
              </a:ext>
            </a:extLst>
          </p:cNvPr>
          <p:cNvSpPr/>
          <p:nvPr/>
        </p:nvSpPr>
        <p:spPr>
          <a:xfrm>
            <a:off x="1678193" y="2646381"/>
            <a:ext cx="2431228" cy="756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Entrada Simple:</a:t>
            </a:r>
            <a:r>
              <a:rPr lang="en-US" dirty="0">
                <a:solidFill>
                  <a:sysClr val="windowText" lastClr="000000"/>
                </a:solidFill>
              </a:rPr>
              <a:t> al </a:t>
            </a:r>
            <a:r>
              <a:rPr lang="en-US" dirty="0" err="1">
                <a:solidFill>
                  <a:sysClr val="windowText" lastClr="000000"/>
                </a:solidFill>
              </a:rPr>
              <a:t>cierre</a:t>
            </a:r>
            <a:r>
              <a:rPr lang="en-US" dirty="0">
                <a:solidFill>
                  <a:sysClr val="windowText" lastClr="000000"/>
                </a:solidFill>
              </a:rPr>
              <a:t> de la </a:t>
            </a:r>
            <a:r>
              <a:rPr lang="en-US" dirty="0" err="1">
                <a:solidFill>
                  <a:sysClr val="windowText" lastClr="000000"/>
                </a:solidFill>
              </a:rPr>
              <a:t>siguiente</a:t>
            </a:r>
            <a:r>
              <a:rPr lang="en-US" dirty="0">
                <a:solidFill>
                  <a:sysClr val="windowText" lastClr="000000"/>
                </a:solidFill>
              </a:rPr>
              <a:t> vela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94021F1-97AE-5DC1-7D2C-9BCA4BED6BC9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173047" y="3403082"/>
            <a:ext cx="720760" cy="852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1C93A3B-74EB-C231-15F0-9884AF2BEE43}"/>
              </a:ext>
            </a:extLst>
          </p:cNvPr>
          <p:cNvSpPr/>
          <p:nvPr/>
        </p:nvSpPr>
        <p:spPr>
          <a:xfrm>
            <a:off x="2398956" y="4618696"/>
            <a:ext cx="204395" cy="6896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0324C32-6543-97E0-4265-4254A4BA875D}"/>
              </a:ext>
            </a:extLst>
          </p:cNvPr>
          <p:cNvCxnSpPr>
            <a:cxnSpLocks/>
          </p:cNvCxnSpPr>
          <p:nvPr/>
        </p:nvCxnSpPr>
        <p:spPr>
          <a:xfrm>
            <a:off x="3603812" y="4532635"/>
            <a:ext cx="0" cy="4696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F047817-25EE-E244-11BA-A6199BEBA985}"/>
              </a:ext>
            </a:extLst>
          </p:cNvPr>
          <p:cNvSpPr/>
          <p:nvPr/>
        </p:nvSpPr>
        <p:spPr>
          <a:xfrm>
            <a:off x="2705549" y="5216295"/>
            <a:ext cx="204395" cy="2629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6774704-4154-7A59-4E46-E59FF6ADD04A}"/>
              </a:ext>
            </a:extLst>
          </p:cNvPr>
          <p:cNvSpPr/>
          <p:nvPr/>
        </p:nvSpPr>
        <p:spPr>
          <a:xfrm>
            <a:off x="3119715" y="4564907"/>
            <a:ext cx="247426" cy="77568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503B591-BB3E-6CCF-A7D3-9CC11AE8DA9E}"/>
              </a:ext>
            </a:extLst>
          </p:cNvPr>
          <p:cNvCxnSpPr/>
          <p:nvPr/>
        </p:nvCxnSpPr>
        <p:spPr>
          <a:xfrm>
            <a:off x="3248809" y="4288172"/>
            <a:ext cx="0" cy="122270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Diagrama 20">
            <a:extLst>
              <a:ext uri="{FF2B5EF4-FFF2-40B4-BE49-F238E27FC236}">
                <a16:creationId xmlns:a16="http://schemas.microsoft.com/office/drawing/2014/main" id="{69734B50-DFD8-F928-1707-7A1B7FFFF5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416502"/>
              </p:ext>
            </p:extLst>
          </p:nvPr>
        </p:nvGraphicFramePr>
        <p:xfrm>
          <a:off x="8573844" y="2646381"/>
          <a:ext cx="3334869" cy="3324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" name="Rectángulo 21">
            <a:extLst>
              <a:ext uri="{FF2B5EF4-FFF2-40B4-BE49-F238E27FC236}">
                <a16:creationId xmlns:a16="http://schemas.microsoft.com/office/drawing/2014/main" id="{DB4F3A8E-C0C1-EB31-DB19-CCAA732FCA76}"/>
              </a:ext>
            </a:extLst>
          </p:cNvPr>
          <p:cNvSpPr/>
          <p:nvPr/>
        </p:nvSpPr>
        <p:spPr>
          <a:xfrm>
            <a:off x="3512371" y="4592365"/>
            <a:ext cx="204395" cy="2629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0F3AE38-BB54-AAA2-797D-EF4660B11625}"/>
              </a:ext>
            </a:extLst>
          </p:cNvPr>
          <p:cNvSpPr/>
          <p:nvPr/>
        </p:nvSpPr>
        <p:spPr>
          <a:xfrm>
            <a:off x="3840480" y="4532635"/>
            <a:ext cx="247426" cy="15117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4AC576-300E-BA3A-F71C-718C8ADDC517}"/>
              </a:ext>
            </a:extLst>
          </p:cNvPr>
          <p:cNvCxnSpPr>
            <a:cxnSpLocks/>
          </p:cNvCxnSpPr>
          <p:nvPr/>
        </p:nvCxnSpPr>
        <p:spPr>
          <a:xfrm>
            <a:off x="3969574" y="4560312"/>
            <a:ext cx="0" cy="2937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1CA651E9-D87F-84CF-0AED-C61B3884E67D}"/>
              </a:ext>
            </a:extLst>
          </p:cNvPr>
          <p:cNvSpPr/>
          <p:nvPr/>
        </p:nvSpPr>
        <p:spPr>
          <a:xfrm>
            <a:off x="8853543" y="3123380"/>
            <a:ext cx="344245" cy="35866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0476D52-A0EF-923F-FD84-50741CAC3B7A}"/>
              </a:ext>
            </a:extLst>
          </p:cNvPr>
          <p:cNvSpPr/>
          <p:nvPr/>
        </p:nvSpPr>
        <p:spPr>
          <a:xfrm>
            <a:off x="8853544" y="3639750"/>
            <a:ext cx="839098" cy="56660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2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CA55109A-1B56-608E-6B84-686E8ED9EB89}"/>
              </a:ext>
            </a:extLst>
          </p:cNvPr>
          <p:cNvSpPr/>
          <p:nvPr/>
        </p:nvSpPr>
        <p:spPr>
          <a:xfrm>
            <a:off x="8853544" y="4435698"/>
            <a:ext cx="839098" cy="56660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8ED5E803-E0FE-0570-7643-5A6C7E2CFCC5}"/>
              </a:ext>
            </a:extLst>
          </p:cNvPr>
          <p:cNvSpPr/>
          <p:nvPr/>
        </p:nvSpPr>
        <p:spPr>
          <a:xfrm>
            <a:off x="4109421" y="5111401"/>
            <a:ext cx="419549" cy="36157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1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8CE28C-3FC7-F874-142D-DB72543A7F6C}"/>
              </a:ext>
            </a:extLst>
          </p:cNvPr>
          <p:cNvCxnSpPr/>
          <p:nvPr/>
        </p:nvCxnSpPr>
        <p:spPr>
          <a:xfrm>
            <a:off x="3248809" y="3797449"/>
            <a:ext cx="164592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E7D32AB-C866-A697-EB9A-B5B20ADD8D46}"/>
              </a:ext>
            </a:extLst>
          </p:cNvPr>
          <p:cNvCxnSpPr/>
          <p:nvPr/>
        </p:nvCxnSpPr>
        <p:spPr>
          <a:xfrm>
            <a:off x="3248809" y="5970494"/>
            <a:ext cx="16459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297A5F4-E08A-476D-F094-13353391B3DE}"/>
              </a:ext>
            </a:extLst>
          </p:cNvPr>
          <p:cNvSpPr/>
          <p:nvPr/>
        </p:nvSpPr>
        <p:spPr>
          <a:xfrm>
            <a:off x="4216998" y="4092704"/>
            <a:ext cx="247426" cy="4722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1F8BE04-378D-A875-CA5E-27AE5E2D662B}"/>
              </a:ext>
            </a:extLst>
          </p:cNvPr>
          <p:cNvCxnSpPr>
            <a:cxnSpLocks/>
          </p:cNvCxnSpPr>
          <p:nvPr/>
        </p:nvCxnSpPr>
        <p:spPr>
          <a:xfrm>
            <a:off x="4346092" y="3817519"/>
            <a:ext cx="0" cy="91767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AEDA3617-4E13-1C9F-C326-390EB7610E33}"/>
              </a:ext>
            </a:extLst>
          </p:cNvPr>
          <p:cNvSpPr/>
          <p:nvPr/>
        </p:nvSpPr>
        <p:spPr>
          <a:xfrm>
            <a:off x="5244352" y="4165429"/>
            <a:ext cx="419549" cy="36157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A19B247E-FEF0-6744-7F86-359CADA391E9}"/>
              </a:ext>
            </a:extLst>
          </p:cNvPr>
          <p:cNvSpPr/>
          <p:nvPr/>
        </p:nvSpPr>
        <p:spPr>
          <a:xfrm>
            <a:off x="5034578" y="3497823"/>
            <a:ext cx="419549" cy="36157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2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0527191-719D-2F6E-7A65-3EA009C3816C}"/>
              </a:ext>
            </a:extLst>
          </p:cNvPr>
          <p:cNvSpPr/>
          <p:nvPr/>
        </p:nvSpPr>
        <p:spPr>
          <a:xfrm>
            <a:off x="5034578" y="5748249"/>
            <a:ext cx="419549" cy="36157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2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3F8BF38-8100-7063-E96F-ABC9726DCA47}"/>
              </a:ext>
            </a:extLst>
          </p:cNvPr>
          <p:cNvCxnSpPr>
            <a:cxnSpLocks/>
          </p:cNvCxnSpPr>
          <p:nvPr/>
        </p:nvCxnSpPr>
        <p:spPr>
          <a:xfrm flipH="1" flipV="1">
            <a:off x="4023360" y="4728893"/>
            <a:ext cx="172122" cy="57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E2FF2F32-55C4-71A4-8AEE-75741473F188}"/>
              </a:ext>
            </a:extLst>
          </p:cNvPr>
          <p:cNvCxnSpPr>
            <a:cxnSpLocks/>
          </p:cNvCxnSpPr>
          <p:nvPr/>
        </p:nvCxnSpPr>
        <p:spPr>
          <a:xfrm flipH="1">
            <a:off x="4512832" y="4355134"/>
            <a:ext cx="801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2988AE3A-3472-FC59-1654-E480A6429678}"/>
              </a:ext>
            </a:extLst>
          </p:cNvPr>
          <p:cNvSpPr/>
          <p:nvPr/>
        </p:nvSpPr>
        <p:spPr>
          <a:xfrm>
            <a:off x="5454127" y="5748249"/>
            <a:ext cx="785308" cy="3615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SL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6161AB1-7D73-73AC-BF18-9CDA3EBFA9ED}"/>
              </a:ext>
            </a:extLst>
          </p:cNvPr>
          <p:cNvSpPr/>
          <p:nvPr/>
        </p:nvSpPr>
        <p:spPr>
          <a:xfrm>
            <a:off x="5454127" y="3482047"/>
            <a:ext cx="785308" cy="3615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TP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6C0B861-8CC6-96D1-7310-F433623970EF}"/>
              </a:ext>
            </a:extLst>
          </p:cNvPr>
          <p:cNvSpPr/>
          <p:nvPr/>
        </p:nvSpPr>
        <p:spPr>
          <a:xfrm>
            <a:off x="4206240" y="5117035"/>
            <a:ext cx="1882588" cy="3615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Cierre</a:t>
            </a:r>
            <a:r>
              <a:rPr lang="en-US" dirty="0">
                <a:solidFill>
                  <a:schemeClr val="accent5"/>
                </a:solidFill>
              </a:rPr>
              <a:t> al 4 </a:t>
            </a:r>
            <a:r>
              <a:rPr lang="en-US" dirty="0" err="1">
                <a:solidFill>
                  <a:schemeClr val="accent5"/>
                </a:solidFill>
              </a:rPr>
              <a:t>dia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0F41A9A-CB51-05FB-306E-B74D83201C33}"/>
              </a:ext>
            </a:extLst>
          </p:cNvPr>
          <p:cNvSpPr/>
          <p:nvPr/>
        </p:nvSpPr>
        <p:spPr>
          <a:xfrm>
            <a:off x="8573844" y="5195302"/>
            <a:ext cx="839098" cy="56660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399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45088"/>
            <a:ext cx="11160125" cy="723272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Vamos a probar (testear) la estrategia con la información histórica (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backtest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2086A9F1-00BD-B9C4-1B97-2854D7641E8C}"/>
              </a:ext>
            </a:extLst>
          </p:cNvPr>
          <p:cNvSpPr txBox="1">
            <a:spLocks/>
          </p:cNvSpPr>
          <p:nvPr/>
        </p:nvSpPr>
        <p:spPr>
          <a:xfrm>
            <a:off x="668339" y="1764632"/>
            <a:ext cx="11160124" cy="4464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s-CO" b="1" dirty="0"/>
              <a:t>Que es un </a:t>
            </a:r>
            <a:r>
              <a:rPr lang="es-CO" b="1" dirty="0" err="1"/>
              <a:t>backtest</a:t>
            </a:r>
            <a:r>
              <a:rPr lang="es-CO" b="1" dirty="0"/>
              <a:t>: </a:t>
            </a:r>
          </a:p>
          <a:p>
            <a:pPr marL="342900" lvl="1" indent="-342900"/>
            <a:r>
              <a:rPr lang="es-CO" dirty="0"/>
              <a:t>Con datos históricos se va a ver el comportamiento del sistema</a:t>
            </a:r>
          </a:p>
          <a:p>
            <a:pPr marL="342900" lvl="1" indent="-342900"/>
            <a:r>
              <a:rPr lang="es-CO" dirty="0"/>
              <a:t>Se busca ver indicadores que permitan ver que tan bueno/malo es el sistema </a:t>
            </a:r>
          </a:p>
          <a:p>
            <a:pPr marL="342900" lvl="1" indent="-342900"/>
            <a:endParaRPr lang="es-CO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CO" b="1" dirty="0"/>
              <a:t>Metodologías:</a:t>
            </a:r>
            <a:r>
              <a:rPr lang="es-CO" dirty="0"/>
              <a:t> </a:t>
            </a:r>
          </a:p>
          <a:p>
            <a:pPr marL="342900" lvl="1" indent="-342900"/>
            <a:r>
              <a:rPr lang="es-CO" dirty="0" err="1"/>
              <a:t>Event</a:t>
            </a:r>
            <a:r>
              <a:rPr lang="es-CO" dirty="0"/>
              <a:t> </a:t>
            </a:r>
            <a:r>
              <a:rPr lang="es-CO" dirty="0" err="1"/>
              <a:t>driven</a:t>
            </a:r>
            <a:r>
              <a:rPr lang="es-CO" dirty="0"/>
              <a:t> </a:t>
            </a:r>
            <a:r>
              <a:rPr lang="es-CO" dirty="0" err="1"/>
              <a:t>backtest</a:t>
            </a:r>
            <a:r>
              <a:rPr lang="es-CO" dirty="0"/>
              <a:t>: </a:t>
            </a:r>
          </a:p>
          <a:p>
            <a:pPr marL="800100" lvl="2" indent="-342900"/>
            <a:r>
              <a:rPr lang="es-CO" dirty="0"/>
              <a:t>Puede evitar errores como disponibilidad de los datos </a:t>
            </a:r>
          </a:p>
          <a:p>
            <a:pPr marL="800100" lvl="2" indent="-342900"/>
            <a:r>
              <a:rPr lang="es-CO" dirty="0"/>
              <a:t>Cálculo de retornos </a:t>
            </a:r>
          </a:p>
          <a:p>
            <a:pPr marL="342900" lvl="1" indent="-342900"/>
            <a:r>
              <a:rPr lang="es-CO" dirty="0" err="1"/>
              <a:t>Vectorized</a:t>
            </a:r>
            <a:r>
              <a:rPr lang="es-CO" dirty="0"/>
              <a:t> </a:t>
            </a:r>
            <a:r>
              <a:rPr lang="es-CO" dirty="0" err="1"/>
              <a:t>backtest</a:t>
            </a:r>
            <a:r>
              <a:rPr lang="es-CO" dirty="0"/>
              <a:t>:</a:t>
            </a:r>
          </a:p>
          <a:p>
            <a:pPr marL="800100" lvl="2" indent="-342900"/>
            <a:r>
              <a:rPr lang="es-CO" dirty="0"/>
              <a:t>Mas simple </a:t>
            </a:r>
          </a:p>
          <a:p>
            <a:pPr marL="800100" lvl="2" indent="-342900"/>
            <a:r>
              <a:rPr lang="es-CO" dirty="0"/>
              <a:t>Rapidez </a:t>
            </a:r>
            <a:r>
              <a:rPr lang="es-CO" dirty="0" err="1"/>
              <a:t>computcional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630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45088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Event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Driven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00A530B-59E2-4C7C-1FF8-8BEA52E6F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81" y="1433381"/>
            <a:ext cx="8860659" cy="526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3875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45088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Vectorized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backtest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FA4AD47-BDC2-7D58-7C97-991A2E455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156" y="1538288"/>
            <a:ext cx="7138555" cy="466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A69FC74-34DB-A264-9230-D39DD62E0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270" y="1253044"/>
            <a:ext cx="2095792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46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095843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95155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de filtros para entradas</a:t>
            </a:r>
          </a:p>
        </p:txBody>
      </p:sp>
    </p:spTree>
    <p:extLst>
      <p:ext uri="{BB962C8B-B14F-4D97-AF65-F5344CB8AC3E}">
        <p14:creationId xmlns:p14="http://schemas.microsoft.com/office/powerpoint/2010/main" val="26478562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El diseño de filtros es todo un arte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4606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Se busca es poder encontrar un filtro que permita mejorar el comportamiento de Sistema y que aporte valor: </a:t>
            </a:r>
          </a:p>
          <a:p>
            <a:pPr marL="0" indent="0">
              <a:buNone/>
            </a:pPr>
            <a:endParaRPr lang="es-ES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5E3FC29-A3AC-3B03-F0AE-D22597229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747018"/>
              </p:ext>
            </p:extLst>
          </p:nvPr>
        </p:nvGraphicFramePr>
        <p:xfrm>
          <a:off x="634701" y="2216076"/>
          <a:ext cx="10955301" cy="3033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009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Feedback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del sistema para mejorar los retornos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C5915D50-C8DE-6DA6-02CC-FB96E82C3D02}"/>
              </a:ext>
            </a:extLst>
          </p:cNvPr>
          <p:cNvSpPr txBox="1">
            <a:spLocks/>
          </p:cNvSpPr>
          <p:nvPr/>
        </p:nvSpPr>
        <p:spPr>
          <a:xfrm>
            <a:off x="515939" y="1307939"/>
            <a:ext cx="11160124" cy="111253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/>
              <a:t>Se puede usar el </a:t>
            </a:r>
            <a:r>
              <a:rPr lang="es-CO" dirty="0" err="1"/>
              <a:t>equity</a:t>
            </a:r>
            <a:r>
              <a:rPr lang="es-CO" dirty="0"/>
              <a:t> curve para mejorar los sistemas. </a:t>
            </a:r>
          </a:p>
          <a:p>
            <a:r>
              <a:rPr lang="es-CO" dirty="0"/>
              <a:t>Ejemplo ver efectos de la volatilidad del mercado </a:t>
            </a:r>
          </a:p>
          <a:p>
            <a:r>
              <a:rPr lang="es-CO" dirty="0"/>
              <a:t>Se puede dividir el </a:t>
            </a:r>
            <a:r>
              <a:rPr lang="es-CO" dirty="0" err="1"/>
              <a:t>equity</a:t>
            </a:r>
            <a:r>
              <a:rPr lang="es-CO" dirty="0"/>
              <a:t> curve en </a:t>
            </a:r>
            <a:r>
              <a:rPr lang="es-CO" dirty="0" err="1"/>
              <a:t>longs</a:t>
            </a:r>
            <a:r>
              <a:rPr lang="es-CO" dirty="0"/>
              <a:t> y shorts, se le aplica un promedio móvil rápido y otro lento y se filtran las operaciones</a:t>
            </a:r>
          </a:p>
          <a:p>
            <a:endParaRPr lang="es-CO" dirty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67340B5B-8B0C-EA0B-A2B2-EAB02C7A082A}"/>
              </a:ext>
            </a:extLst>
          </p:cNvPr>
          <p:cNvGraphicFramePr>
            <a:graphicFrameLocks/>
          </p:cNvGraphicFramePr>
          <p:nvPr/>
        </p:nvGraphicFramePr>
        <p:xfrm>
          <a:off x="6601143" y="2811220"/>
          <a:ext cx="5074920" cy="3021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56E1B3A0-298F-4B15-96BA-A88CAB7F07A5}"/>
              </a:ext>
            </a:extLst>
          </p:cNvPr>
          <p:cNvGraphicFramePr>
            <a:graphicFrameLocks/>
          </p:cNvGraphicFramePr>
          <p:nvPr/>
        </p:nvGraphicFramePr>
        <p:xfrm>
          <a:off x="395792" y="2319393"/>
          <a:ext cx="6005008" cy="3832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95368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514361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20886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de salidas</a:t>
            </a:r>
          </a:p>
        </p:txBody>
      </p:sp>
    </p:spTree>
    <p:extLst>
      <p:ext uri="{BB962C8B-B14F-4D97-AF65-F5344CB8AC3E}">
        <p14:creationId xmlns:p14="http://schemas.microsoft.com/office/powerpoint/2010/main" val="32084532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Definida la entrada ¿cómo podemos mejorar la salida?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07939"/>
            <a:ext cx="11160124" cy="4606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Hay tres tipos de salidas que se pueden usar para mejorar los sistemas: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EB44857-DAFC-9623-21FE-31DB460D5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065383"/>
              </p:ext>
            </p:extLst>
          </p:nvPr>
        </p:nvGraphicFramePr>
        <p:xfrm>
          <a:off x="515939" y="2151530"/>
          <a:ext cx="11221421" cy="3763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65823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10DD56D-64AB-2232-7B37-B155BFB2E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568" y="2180889"/>
            <a:ext cx="5415365" cy="346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Como definir los stop-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loss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en $ o %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07939"/>
            <a:ext cx="11160124" cy="4606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Toca calcular el adverse </a:t>
            </a:r>
            <a:r>
              <a:rPr lang="es-CO" dirty="0" err="1"/>
              <a:t>movement</a:t>
            </a:r>
            <a:r>
              <a:rPr lang="es-CO" dirty="0"/>
              <a:t> vs el trading </a:t>
            </a:r>
            <a:r>
              <a:rPr lang="es-CO" dirty="0" err="1"/>
              <a:t>profit</a:t>
            </a:r>
            <a:endParaRPr lang="es-CO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67EE1FA-2024-287D-5C2E-EC6B1D591807}"/>
              </a:ext>
            </a:extLst>
          </p:cNvPr>
          <p:cNvCxnSpPr/>
          <p:nvPr/>
        </p:nvCxnSpPr>
        <p:spPr>
          <a:xfrm flipV="1">
            <a:off x="5142156" y="2398955"/>
            <a:ext cx="0" cy="3248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C1E069-9385-F343-824E-89B8B39DC77D}"/>
              </a:ext>
            </a:extLst>
          </p:cNvPr>
          <p:cNvSpPr/>
          <p:nvPr/>
        </p:nvSpPr>
        <p:spPr>
          <a:xfrm>
            <a:off x="4668819" y="5733826"/>
            <a:ext cx="3657600" cy="387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Adverse move in 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CE7B165-6266-0075-E702-93D12612A7B7}"/>
              </a:ext>
            </a:extLst>
          </p:cNvPr>
          <p:cNvSpPr/>
          <p:nvPr/>
        </p:nvSpPr>
        <p:spPr>
          <a:xfrm rot="16200000">
            <a:off x="1271131" y="3625327"/>
            <a:ext cx="3657600" cy="387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Final </a:t>
            </a:r>
            <a:r>
              <a:rPr lang="en-US" dirty="0" err="1">
                <a:solidFill>
                  <a:schemeClr val="accent5"/>
                </a:solidFill>
              </a:rPr>
              <a:t>PnL</a:t>
            </a:r>
            <a:r>
              <a:rPr lang="en-US" dirty="0">
                <a:solidFill>
                  <a:schemeClr val="accent5"/>
                </a:solidFill>
              </a:rPr>
              <a:t> in %</a:t>
            </a:r>
          </a:p>
        </p:txBody>
      </p:sp>
    </p:spTree>
    <p:extLst>
      <p:ext uri="{BB962C8B-B14F-4D97-AF65-F5344CB8AC3E}">
        <p14:creationId xmlns:p14="http://schemas.microsoft.com/office/powerpoint/2010/main" val="3955724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Como definir los stop-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loss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en $ o %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07939"/>
            <a:ext cx="11160124" cy="4606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El ATR es otra forma que puede ayudar a definir el stop </a:t>
            </a:r>
            <a:r>
              <a:rPr lang="es-CO" dirty="0" err="1"/>
              <a:t>loss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145885-1FC0-98C8-FC1D-F810018B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795" y="1791546"/>
            <a:ext cx="7932998" cy="506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008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827561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80989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Estrategias de Money Management</a:t>
            </a:r>
          </a:p>
        </p:txBody>
      </p:sp>
    </p:spTree>
    <p:extLst>
      <p:ext uri="{BB962C8B-B14F-4D97-AF65-F5344CB8AC3E}">
        <p14:creationId xmlns:p14="http://schemas.microsoft.com/office/powerpoint/2010/main" val="1720569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Estrategias de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money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management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460661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s-CO" dirty="0"/>
              <a:t>La gestión del riesgo depende delos que se va a probar. Puede que el sistema se desarrolle para un activo o para varios activos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AD7913-2596-1908-5443-C986D9F9DA75}"/>
              </a:ext>
            </a:extLst>
          </p:cNvPr>
          <p:cNvSpPr/>
          <p:nvPr/>
        </p:nvSpPr>
        <p:spPr>
          <a:xfrm>
            <a:off x="816083" y="3206324"/>
            <a:ext cx="2835797" cy="520861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Sizing de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acuerdo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volatilidad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170566-4AFE-F544-3DED-44919FA38408}"/>
              </a:ext>
            </a:extLst>
          </p:cNvPr>
          <p:cNvSpPr/>
          <p:nvPr/>
        </p:nvSpPr>
        <p:spPr>
          <a:xfrm>
            <a:off x="816083" y="3952891"/>
            <a:ext cx="2835797" cy="405114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%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fijo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 capital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E3C0044-352F-D1C6-18C0-5EE9207B77A6}"/>
              </a:ext>
            </a:extLst>
          </p:cNvPr>
          <p:cNvSpPr/>
          <p:nvPr/>
        </p:nvSpPr>
        <p:spPr>
          <a:xfrm>
            <a:off x="816083" y="4548987"/>
            <a:ext cx="2835797" cy="474562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#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fijo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contratos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922762-06AE-258C-F882-DD63722A4301}"/>
              </a:ext>
            </a:extLst>
          </p:cNvPr>
          <p:cNvSpPr/>
          <p:nvPr/>
        </p:nvSpPr>
        <p:spPr>
          <a:xfrm>
            <a:off x="816083" y="5220318"/>
            <a:ext cx="2835797" cy="590309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Kelly and F –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optimo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(Ralph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vince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0B8008-460F-6480-C190-BF93B8D8B642}"/>
              </a:ext>
            </a:extLst>
          </p:cNvPr>
          <p:cNvSpPr/>
          <p:nvPr/>
        </p:nvSpPr>
        <p:spPr>
          <a:xfrm>
            <a:off x="6225388" y="3304847"/>
            <a:ext cx="2835797" cy="520861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Portafolio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con target de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volatilidad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CD27CD-1372-85B0-DF64-834E5F644521}"/>
              </a:ext>
            </a:extLst>
          </p:cNvPr>
          <p:cNvSpPr/>
          <p:nvPr/>
        </p:nvSpPr>
        <p:spPr>
          <a:xfrm>
            <a:off x="6225388" y="4051414"/>
            <a:ext cx="2835797" cy="405114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Risk parity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BCF047-FA3D-A7CC-0FDB-2C45AB91143E}"/>
              </a:ext>
            </a:extLst>
          </p:cNvPr>
          <p:cNvSpPr/>
          <p:nvPr/>
        </p:nvSpPr>
        <p:spPr>
          <a:xfrm>
            <a:off x="6225388" y="4624360"/>
            <a:ext cx="2835797" cy="474562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Portfolio Optimization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02F286-E6E9-A954-B832-74AB4DD7195F}"/>
              </a:ext>
            </a:extLst>
          </p:cNvPr>
          <p:cNvSpPr/>
          <p:nvPr/>
        </p:nvSpPr>
        <p:spPr>
          <a:xfrm>
            <a:off x="6225388" y="5214669"/>
            <a:ext cx="2835797" cy="439837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Equally Weighted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A0804F7-9EEB-D77C-B6E0-A8172FEDA391}"/>
              </a:ext>
            </a:extLst>
          </p:cNvPr>
          <p:cNvSpPr/>
          <p:nvPr/>
        </p:nvSpPr>
        <p:spPr>
          <a:xfrm>
            <a:off x="816083" y="2465544"/>
            <a:ext cx="2835797" cy="59031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Estrategia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activo</a:t>
            </a:r>
            <a:endParaRPr lang="en-U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A99021C-DF12-06C8-BE27-BD864299C4E8}"/>
              </a:ext>
            </a:extLst>
          </p:cNvPr>
          <p:cNvSpPr/>
          <p:nvPr/>
        </p:nvSpPr>
        <p:spPr>
          <a:xfrm>
            <a:off x="6213813" y="2564067"/>
            <a:ext cx="2835797" cy="59031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Estrategia</a:t>
            </a:r>
            <a:r>
              <a:rPr lang="en-US" dirty="0"/>
              <a:t> para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activos</a:t>
            </a:r>
            <a:endParaRPr lang="en-US" dirty="0"/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8E3A568F-1502-5EB0-D953-6C1B1D029899}"/>
              </a:ext>
            </a:extLst>
          </p:cNvPr>
          <p:cNvSpPr/>
          <p:nvPr/>
        </p:nvSpPr>
        <p:spPr>
          <a:xfrm rot="10800000">
            <a:off x="9200217" y="2708615"/>
            <a:ext cx="656216" cy="29361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7E62A79-F739-5F3B-594D-D0ADEA26CEE8}"/>
              </a:ext>
            </a:extLst>
          </p:cNvPr>
          <p:cNvSpPr/>
          <p:nvPr/>
        </p:nvSpPr>
        <p:spPr>
          <a:xfrm>
            <a:off x="10119655" y="3605652"/>
            <a:ext cx="2072345" cy="1047508"/>
          </a:xfrm>
          <a:prstGeom prst="rect">
            <a:avLst/>
          </a:prstGeom>
          <a:noFill/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Ojo </a:t>
            </a:r>
            <a:r>
              <a:rPr lang="en-US" dirty="0" err="1">
                <a:solidFill>
                  <a:schemeClr val="accent5"/>
                </a:solidFill>
              </a:rPr>
              <a:t>este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necesita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rebalanceo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C9E20589-7ED0-4743-B9AC-3B6811877D41}"/>
              </a:ext>
            </a:extLst>
          </p:cNvPr>
          <p:cNvSpPr/>
          <p:nvPr/>
        </p:nvSpPr>
        <p:spPr>
          <a:xfrm>
            <a:off x="4260028" y="3952891"/>
            <a:ext cx="1473797" cy="5960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38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Hay varias formas de hacerle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sizing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a la posición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840DD18B-E4A7-41C7-B1A5-94349E9645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222645"/>
              </p:ext>
            </p:extLst>
          </p:nvPr>
        </p:nvGraphicFramePr>
        <p:xfrm>
          <a:off x="515937" y="2216075"/>
          <a:ext cx="11160125" cy="2721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339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% de capital fijo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1B71391A-332E-D001-A4FE-C3C57ED54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23CC9D-61CE-B363-66AE-29BE9F128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195" y="1214194"/>
            <a:ext cx="9656212" cy="561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201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8199975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50617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Que ver para saber que el sistema es bueno</a:t>
            </a:r>
          </a:p>
        </p:txBody>
      </p:sp>
    </p:spTree>
    <p:extLst>
      <p:ext uri="{BB962C8B-B14F-4D97-AF65-F5344CB8AC3E}">
        <p14:creationId xmlns:p14="http://schemas.microsoft.com/office/powerpoint/2010/main" val="1372543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737812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55203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6"/>
            <a:ext cx="11160125" cy="93933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Como ver los resultados de un sistema: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24E4F34-D5E7-4696-ED9A-FA470BFE7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5301"/>
              </p:ext>
            </p:extLst>
          </p:nvPr>
        </p:nvGraphicFramePr>
        <p:xfrm>
          <a:off x="515937" y="2872292"/>
          <a:ext cx="11160125" cy="2892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E89C6DE2-AB5C-7691-BD4E-3730C96FBB77}"/>
              </a:ext>
            </a:extLst>
          </p:cNvPr>
          <p:cNvSpPr/>
          <p:nvPr/>
        </p:nvSpPr>
        <p:spPr>
          <a:xfrm>
            <a:off x="515938" y="1323190"/>
            <a:ext cx="10983988" cy="1269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s-CO" b="1">
                <a:solidFill>
                  <a:schemeClr val="accent5"/>
                </a:solidFill>
              </a:rPr>
              <a:t>Los resultados de trading se pueden analizar en tres cosas: </a:t>
            </a:r>
          </a:p>
          <a:p>
            <a:pPr marL="514350" indent="-514350">
              <a:buFont typeface="+mj-lt"/>
              <a:buAutoNum type="arabicPeriod"/>
            </a:pPr>
            <a:r>
              <a:rPr lang="es-CO">
                <a:solidFill>
                  <a:schemeClr val="accent5"/>
                </a:solidFill>
              </a:rPr>
              <a:t>Riesgo</a:t>
            </a:r>
          </a:p>
          <a:p>
            <a:pPr marL="514350" indent="-514350">
              <a:buFont typeface="+mj-lt"/>
              <a:buAutoNum type="arabicPeriod"/>
            </a:pPr>
            <a:r>
              <a:rPr lang="es-CO">
                <a:solidFill>
                  <a:schemeClr val="accent5"/>
                </a:solidFill>
              </a:rPr>
              <a:t>Margen </a:t>
            </a:r>
          </a:p>
          <a:p>
            <a:pPr marL="514350" indent="-514350">
              <a:buFont typeface="+mj-lt"/>
              <a:buAutoNum type="arabicPeriod"/>
            </a:pPr>
            <a:r>
              <a:rPr lang="es-CO">
                <a:solidFill>
                  <a:schemeClr val="accent5"/>
                </a:solidFill>
              </a:rPr>
              <a:t>Ganancias</a:t>
            </a:r>
            <a:endParaRPr lang="es-CO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5178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6"/>
            <a:ext cx="11160125" cy="93933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Métodos sofisticados para análisis de sistemas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1B71391A-332E-D001-A4FE-C3C57ED5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875099"/>
            <a:ext cx="11160124" cy="4201505"/>
          </a:xfrm>
        </p:spPr>
        <p:txBody>
          <a:bodyPr/>
          <a:lstStyle/>
          <a:p>
            <a:r>
              <a:rPr lang="es-CO" dirty="0"/>
              <a:t> Kelly </a:t>
            </a:r>
            <a:r>
              <a:rPr lang="es-CO" dirty="0" err="1"/>
              <a:t>criteria</a:t>
            </a:r>
            <a:r>
              <a:rPr lang="es-CO" dirty="0"/>
              <a:t> y </a:t>
            </a:r>
            <a:r>
              <a:rPr lang="es-CO" dirty="0" err="1"/>
              <a:t>Optimal</a:t>
            </a:r>
            <a:r>
              <a:rPr lang="es-CO" dirty="0"/>
              <a:t> F</a:t>
            </a:r>
          </a:p>
          <a:p>
            <a:endParaRPr lang="es-CO" dirty="0"/>
          </a:p>
          <a:p>
            <a:r>
              <a:rPr lang="es-CO" dirty="0"/>
              <a:t>Simulación de Montecarlo con correlación seria/ sin correlación:</a:t>
            </a:r>
          </a:p>
          <a:p>
            <a:pPr lvl="1"/>
            <a:r>
              <a:rPr lang="es-CO" dirty="0"/>
              <a:t>Permite ver distribución de posibles escenarios del sistema</a:t>
            </a:r>
          </a:p>
          <a:p>
            <a:pPr lvl="1"/>
            <a:r>
              <a:rPr lang="es-CO" dirty="0"/>
              <a:t>Permite ver la probabilidad de quiebra</a:t>
            </a:r>
          </a:p>
          <a:p>
            <a:pPr lvl="1"/>
            <a:r>
              <a:rPr lang="es-CO" dirty="0"/>
              <a:t>Permite definir la posición optima</a:t>
            </a:r>
          </a:p>
          <a:p>
            <a:pPr marL="457200" lvl="1" indent="0">
              <a:buNone/>
            </a:pP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428084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Optimización de los parámetros del sistema</a:t>
            </a:r>
          </a:p>
        </p:txBody>
      </p:sp>
    </p:spTree>
    <p:extLst>
      <p:ext uri="{BB962C8B-B14F-4D97-AF65-F5344CB8AC3E}">
        <p14:creationId xmlns:p14="http://schemas.microsoft.com/office/powerpoint/2010/main" val="14902826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Optimización  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1ADF057-A0BC-6407-0FD3-00397177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69985"/>
            <a:ext cx="11160124" cy="4606619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s-CO" b="1" dirty="0"/>
              <a:t>Con un sistema bien diseñado se puede pasar a optimizar: </a:t>
            </a:r>
          </a:p>
          <a:p>
            <a:pPr marL="457200" lvl="1" indent="0">
              <a:buNone/>
            </a:pPr>
            <a:endParaRPr lang="es-CO" b="1" dirty="0"/>
          </a:p>
          <a:p>
            <a:pPr marL="457200" lvl="1" indent="0">
              <a:buNone/>
            </a:pPr>
            <a:r>
              <a:rPr lang="es-CO" b="1" dirty="0"/>
              <a:t>Antes de optimizar por optimizar es muy importante tener en cuenta: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CO" dirty="0"/>
              <a:t>Definir la función de optimización cada función tiene unos pros y contras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CO" dirty="0"/>
              <a:t>Definir el método de optimización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CO" dirty="0"/>
              <a:t>Definir la forma en que se va a testear la optimización fuera de muestra</a:t>
            </a:r>
          </a:p>
          <a:p>
            <a:pPr lvl="1"/>
            <a:endParaRPr lang="es-CO" dirty="0"/>
          </a:p>
          <a:p>
            <a:pPr marL="457200" lvl="1" indent="0">
              <a:buNone/>
            </a:pPr>
            <a:r>
              <a:rPr lang="es-CO" b="1" dirty="0"/>
              <a:t>Formas de calibrar un sistema y testearlo: </a:t>
            </a:r>
          </a:p>
          <a:p>
            <a:pPr lvl="2"/>
            <a:r>
              <a:rPr lang="es-CO" dirty="0"/>
              <a:t>In </a:t>
            </a:r>
            <a:r>
              <a:rPr lang="es-CO" dirty="0" err="1"/>
              <a:t>sample</a:t>
            </a:r>
            <a:r>
              <a:rPr lang="es-CO" dirty="0"/>
              <a:t> </a:t>
            </a:r>
            <a:r>
              <a:rPr lang="es-CO" dirty="0" err="1"/>
              <a:t>out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sample</a:t>
            </a:r>
            <a:r>
              <a:rPr lang="es-CO" dirty="0"/>
              <a:t> </a:t>
            </a:r>
          </a:p>
          <a:p>
            <a:pPr lvl="2"/>
            <a:r>
              <a:rPr lang="es-CO" dirty="0" err="1"/>
              <a:t>Walk</a:t>
            </a:r>
            <a:r>
              <a:rPr lang="es-CO" dirty="0"/>
              <a:t> forward </a:t>
            </a:r>
          </a:p>
          <a:p>
            <a:pPr lvl="2"/>
            <a:r>
              <a:rPr lang="es-CO" dirty="0" err="1"/>
              <a:t>Combinatiorial</a:t>
            </a:r>
            <a:r>
              <a:rPr lang="es-CO" dirty="0"/>
              <a:t>  </a:t>
            </a:r>
            <a:r>
              <a:rPr lang="es-CO" dirty="0" err="1"/>
              <a:t>Purge</a:t>
            </a:r>
            <a:r>
              <a:rPr lang="es-CO" dirty="0"/>
              <a:t> Cross </a:t>
            </a:r>
            <a:r>
              <a:rPr lang="es-CO" dirty="0" err="1"/>
              <a:t>Validation</a:t>
            </a:r>
            <a:r>
              <a:rPr lang="es-CO" dirty="0"/>
              <a:t>  </a:t>
            </a:r>
          </a:p>
          <a:p>
            <a:pPr marL="457200" lvl="1" indent="0">
              <a:buNone/>
            </a:pPr>
            <a:endParaRPr lang="es-CO" dirty="0"/>
          </a:p>
          <a:p>
            <a:pPr marL="457200" lvl="1" indent="0">
              <a:buNone/>
            </a:pPr>
            <a:r>
              <a:rPr lang="es-CO" b="1" dirty="0"/>
              <a:t>Métodos de optimización: </a:t>
            </a:r>
          </a:p>
          <a:p>
            <a:pPr lvl="2"/>
            <a:r>
              <a:rPr lang="es-CO" dirty="0" err="1"/>
              <a:t>Grid</a:t>
            </a:r>
            <a:r>
              <a:rPr lang="es-CO" dirty="0"/>
              <a:t> </a:t>
            </a:r>
            <a:r>
              <a:rPr lang="es-CO" dirty="0" err="1"/>
              <a:t>Search</a:t>
            </a:r>
            <a:r>
              <a:rPr lang="es-CO" dirty="0"/>
              <a:t> (Sirve muy bien con do variables)</a:t>
            </a:r>
          </a:p>
          <a:p>
            <a:pPr lvl="2"/>
            <a:r>
              <a:rPr lang="es-CO" dirty="0"/>
              <a:t>Algoritmos </a:t>
            </a:r>
            <a:r>
              <a:rPr lang="es-CO" dirty="0" err="1"/>
              <a:t>evolucionales</a:t>
            </a:r>
            <a:r>
              <a:rPr lang="es-CO" dirty="0"/>
              <a:t> (Algoritmos genéticos)</a:t>
            </a:r>
          </a:p>
          <a:p>
            <a:pPr lvl="2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040511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Ejemplo de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grid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search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F32E86A-4A33-9EFE-32A9-A8C5A307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824" y="2269864"/>
            <a:ext cx="7881868" cy="249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668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692243"/>
            <a:ext cx="11160125" cy="723272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División de datos para resultados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575999"/>
            <a:ext cx="11160124" cy="4549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Hay dos formas de hacer este proceso: 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C9B414-6B98-E905-ACF2-7309DDABA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42" y="2514939"/>
            <a:ext cx="4778484" cy="37122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D8A2036-B877-ABE2-E90B-65810027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198" y="2514939"/>
            <a:ext cx="4778484" cy="371227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54AA7EF-DA2A-D0AB-0254-6287CD804294}"/>
              </a:ext>
            </a:extLst>
          </p:cNvPr>
          <p:cNvSpPr/>
          <p:nvPr/>
        </p:nvSpPr>
        <p:spPr>
          <a:xfrm>
            <a:off x="955342" y="1979410"/>
            <a:ext cx="4886060" cy="451821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sample, test y out of sample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A08356F-E702-B726-09AB-437B49727FC7}"/>
              </a:ext>
            </a:extLst>
          </p:cNvPr>
          <p:cNvSpPr/>
          <p:nvPr/>
        </p:nvSpPr>
        <p:spPr>
          <a:xfrm>
            <a:off x="6732198" y="1979410"/>
            <a:ext cx="4778484" cy="451821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Walk forward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F96FCA-DA5C-0659-558F-9060F902D7F8}"/>
              </a:ext>
            </a:extLst>
          </p:cNvPr>
          <p:cNvSpPr/>
          <p:nvPr/>
        </p:nvSpPr>
        <p:spPr>
          <a:xfrm>
            <a:off x="955342" y="2514939"/>
            <a:ext cx="4886060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809869-910B-C153-6A10-6EA55EA40DCF}"/>
              </a:ext>
            </a:extLst>
          </p:cNvPr>
          <p:cNvSpPr/>
          <p:nvPr/>
        </p:nvSpPr>
        <p:spPr>
          <a:xfrm>
            <a:off x="955342" y="4378365"/>
            <a:ext cx="4886060" cy="88212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699139D-D71D-CEA8-D6ED-0E0ABBC7C837}"/>
              </a:ext>
            </a:extLst>
          </p:cNvPr>
          <p:cNvSpPr/>
          <p:nvPr/>
        </p:nvSpPr>
        <p:spPr>
          <a:xfrm>
            <a:off x="955342" y="5312813"/>
            <a:ext cx="4886060" cy="88212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F856004-EC9D-D236-C0A2-AEA0DE9FEAC6}"/>
              </a:ext>
            </a:extLst>
          </p:cNvPr>
          <p:cNvSpPr/>
          <p:nvPr/>
        </p:nvSpPr>
        <p:spPr>
          <a:xfrm>
            <a:off x="6721440" y="2514939"/>
            <a:ext cx="1002551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1259B4-14A1-884E-5657-FCE820DDE37B}"/>
              </a:ext>
            </a:extLst>
          </p:cNvPr>
          <p:cNvSpPr/>
          <p:nvPr/>
        </p:nvSpPr>
        <p:spPr>
          <a:xfrm>
            <a:off x="6710682" y="4378365"/>
            <a:ext cx="1013309" cy="5271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8773EC-979D-FD05-DB08-A38DEC470A01}"/>
              </a:ext>
            </a:extLst>
          </p:cNvPr>
          <p:cNvSpPr/>
          <p:nvPr/>
        </p:nvSpPr>
        <p:spPr>
          <a:xfrm>
            <a:off x="7736839" y="3042064"/>
            <a:ext cx="1002551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F8C1F7C-92B5-A578-ABB4-05CAC2794B28}"/>
              </a:ext>
            </a:extLst>
          </p:cNvPr>
          <p:cNvSpPr/>
          <p:nvPr/>
        </p:nvSpPr>
        <p:spPr>
          <a:xfrm>
            <a:off x="7723991" y="4905490"/>
            <a:ext cx="1013309" cy="5271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86636ED-4519-9BED-769D-65EF782DE051}"/>
              </a:ext>
            </a:extLst>
          </p:cNvPr>
          <p:cNvSpPr/>
          <p:nvPr/>
        </p:nvSpPr>
        <p:spPr>
          <a:xfrm>
            <a:off x="8739390" y="3569189"/>
            <a:ext cx="1002551" cy="18634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3C40C80-800A-5BB3-22E3-865DD2D29644}"/>
              </a:ext>
            </a:extLst>
          </p:cNvPr>
          <p:cNvSpPr/>
          <p:nvPr/>
        </p:nvSpPr>
        <p:spPr>
          <a:xfrm>
            <a:off x="8739390" y="5432615"/>
            <a:ext cx="1013309" cy="5271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38FE74C-ACA0-401B-52C1-C6D6144FC173}"/>
              </a:ext>
            </a:extLst>
          </p:cNvPr>
          <p:cNvSpPr/>
          <p:nvPr/>
        </p:nvSpPr>
        <p:spPr>
          <a:xfrm>
            <a:off x="2786230" y="2624868"/>
            <a:ext cx="2721685" cy="1667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sample:</a:t>
            </a:r>
          </a:p>
          <a:p>
            <a:pPr algn="ctr"/>
            <a:r>
              <a:rPr lang="en-US" dirty="0"/>
              <a:t>Se </a:t>
            </a:r>
            <a:r>
              <a:rPr lang="en-US" dirty="0" err="1"/>
              <a:t>calibra</a:t>
            </a:r>
            <a:r>
              <a:rPr lang="en-US" dirty="0"/>
              <a:t> y </a:t>
            </a:r>
            <a:r>
              <a:rPr lang="en-US" dirty="0" err="1"/>
              <a:t>optimiza</a:t>
            </a:r>
            <a:endParaRPr lang="en-U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82A5A3-A330-5BF6-E071-5E37CC24C634}"/>
              </a:ext>
            </a:extLst>
          </p:cNvPr>
          <p:cNvSpPr/>
          <p:nvPr/>
        </p:nvSpPr>
        <p:spPr>
          <a:xfrm>
            <a:off x="2786230" y="4426774"/>
            <a:ext cx="2721685" cy="747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Test:</a:t>
            </a:r>
          </a:p>
          <a:p>
            <a:pPr algn="ctr"/>
            <a:r>
              <a:rPr lang="en-US" dirty="0"/>
              <a:t>Se </a:t>
            </a:r>
            <a:r>
              <a:rPr lang="en-US" dirty="0" err="1"/>
              <a:t>analizan</a:t>
            </a:r>
            <a:r>
              <a:rPr lang="en-US" dirty="0"/>
              <a:t> </a:t>
            </a:r>
            <a:r>
              <a:rPr lang="en-US" dirty="0" err="1"/>
              <a:t>resultados</a:t>
            </a:r>
            <a:endParaRPr lang="en-US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4292441-93BB-0081-1048-FF43E4C2BB82}"/>
              </a:ext>
            </a:extLst>
          </p:cNvPr>
          <p:cNvSpPr/>
          <p:nvPr/>
        </p:nvSpPr>
        <p:spPr>
          <a:xfrm>
            <a:off x="2786230" y="5377360"/>
            <a:ext cx="2721685" cy="747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 of sample:</a:t>
            </a:r>
          </a:p>
          <a:p>
            <a:pPr algn="ctr"/>
            <a:r>
              <a:rPr lang="en-US" dirty="0"/>
              <a:t>Se </a:t>
            </a:r>
            <a:r>
              <a:rPr lang="en-US" dirty="0" err="1"/>
              <a:t>validan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3568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¿Que buscamos con todo esto?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FB749BE-1C0D-C7DF-EBAC-6E28BB47038C}"/>
              </a:ext>
            </a:extLst>
          </p:cNvPr>
          <p:cNvSpPr/>
          <p:nvPr/>
        </p:nvSpPr>
        <p:spPr>
          <a:xfrm>
            <a:off x="515937" y="2601906"/>
            <a:ext cx="2824223" cy="1252464"/>
          </a:xfrm>
          <a:prstGeom prst="rect">
            <a:avLst/>
          </a:prstGeom>
          <a:noFill/>
          <a:ln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Dentro</a:t>
            </a:r>
            <a:r>
              <a:rPr lang="en-US" dirty="0">
                <a:solidFill>
                  <a:schemeClr val="accent5"/>
                </a:solidFill>
              </a:rPr>
              <a:t> de </a:t>
            </a:r>
            <a:r>
              <a:rPr lang="en-US" dirty="0" err="1">
                <a:solidFill>
                  <a:schemeClr val="accent5"/>
                </a:solidFill>
              </a:rPr>
              <a:t>muestra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C7A135-538C-AC07-0F85-28352D09558F}"/>
              </a:ext>
            </a:extLst>
          </p:cNvPr>
          <p:cNvSpPr/>
          <p:nvPr/>
        </p:nvSpPr>
        <p:spPr>
          <a:xfrm>
            <a:off x="4606724" y="2601906"/>
            <a:ext cx="2824223" cy="1252464"/>
          </a:xfrm>
          <a:prstGeom prst="rect">
            <a:avLst/>
          </a:prstGeom>
          <a:noFill/>
          <a:ln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Fuera</a:t>
            </a:r>
            <a:r>
              <a:rPr lang="en-US" dirty="0">
                <a:solidFill>
                  <a:schemeClr val="accent5"/>
                </a:solidFill>
              </a:rPr>
              <a:t> de </a:t>
            </a:r>
            <a:r>
              <a:rPr lang="en-US" dirty="0" err="1">
                <a:solidFill>
                  <a:schemeClr val="accent5"/>
                </a:solidFill>
              </a:rPr>
              <a:t>muestra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DA4EF43-5D8E-42DA-75E0-2EEADF860969}"/>
              </a:ext>
            </a:extLst>
          </p:cNvPr>
          <p:cNvSpPr/>
          <p:nvPr/>
        </p:nvSpPr>
        <p:spPr>
          <a:xfrm>
            <a:off x="9016678" y="2601906"/>
            <a:ext cx="2824223" cy="1252464"/>
          </a:xfrm>
          <a:prstGeom prst="rect">
            <a:avLst/>
          </a:prstGeom>
          <a:noFill/>
          <a:ln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Operativa</a:t>
            </a:r>
            <a:r>
              <a:rPr lang="en-US" dirty="0">
                <a:solidFill>
                  <a:schemeClr val="accent5"/>
                </a:solidFill>
              </a:rPr>
              <a:t> real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5A37D35-05DE-1DAE-24BB-3467CF4D1F9E}"/>
              </a:ext>
            </a:extLst>
          </p:cNvPr>
          <p:cNvCxnSpPr/>
          <p:nvPr/>
        </p:nvCxnSpPr>
        <p:spPr>
          <a:xfrm>
            <a:off x="3646842" y="3022899"/>
            <a:ext cx="505610" cy="0"/>
          </a:xfrm>
          <a:prstGeom prst="line">
            <a:avLst/>
          </a:prstGeom>
          <a:ln w="285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A9BF98B-D42E-62D4-C356-678AA7F895DD}"/>
              </a:ext>
            </a:extLst>
          </p:cNvPr>
          <p:cNvCxnSpPr/>
          <p:nvPr/>
        </p:nvCxnSpPr>
        <p:spPr>
          <a:xfrm>
            <a:off x="3646842" y="3195021"/>
            <a:ext cx="505610" cy="0"/>
          </a:xfrm>
          <a:prstGeom prst="line">
            <a:avLst/>
          </a:prstGeom>
          <a:ln w="285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124FA50-7301-E079-BA7F-975A4ADD885A}"/>
              </a:ext>
            </a:extLst>
          </p:cNvPr>
          <p:cNvCxnSpPr/>
          <p:nvPr/>
        </p:nvCxnSpPr>
        <p:spPr>
          <a:xfrm>
            <a:off x="8111266" y="3022899"/>
            <a:ext cx="505610" cy="0"/>
          </a:xfrm>
          <a:prstGeom prst="line">
            <a:avLst/>
          </a:prstGeom>
          <a:ln w="285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7DAA77F-D17D-0998-93AB-3C7277F4508C}"/>
              </a:ext>
            </a:extLst>
          </p:cNvPr>
          <p:cNvCxnSpPr/>
          <p:nvPr/>
        </p:nvCxnSpPr>
        <p:spPr>
          <a:xfrm>
            <a:off x="8111266" y="3195021"/>
            <a:ext cx="505610" cy="0"/>
          </a:xfrm>
          <a:prstGeom prst="line">
            <a:avLst/>
          </a:prstGeom>
          <a:ln w="285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2045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Ejemplo de robustez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EA2FA37-6F51-A052-639E-AAD52DDC7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0136" y="1955688"/>
            <a:ext cx="5325926" cy="3907230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90F4D62-26EA-8786-6E3A-190A47713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2062780"/>
            <a:ext cx="5518673" cy="3800138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3449642-6B70-4884-5288-3AB39A94749D}"/>
              </a:ext>
            </a:extLst>
          </p:cNvPr>
          <p:cNvSpPr/>
          <p:nvPr/>
        </p:nvSpPr>
        <p:spPr>
          <a:xfrm>
            <a:off x="6572922" y="1410537"/>
            <a:ext cx="4862457" cy="6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Resultados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robustos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993096-D110-4277-6E40-8832D08A9161}"/>
              </a:ext>
            </a:extLst>
          </p:cNvPr>
          <p:cNvSpPr/>
          <p:nvPr/>
        </p:nvSpPr>
        <p:spPr>
          <a:xfrm>
            <a:off x="655786" y="1427074"/>
            <a:ext cx="4862457" cy="6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Menor </a:t>
            </a:r>
            <a:r>
              <a:rPr lang="en-US" dirty="0" err="1">
                <a:solidFill>
                  <a:schemeClr val="accent5"/>
                </a:solidFill>
              </a:rPr>
              <a:t>robustez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en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el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resultado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9967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951283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62274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Comportamiento fuera de muestra</a:t>
            </a:r>
          </a:p>
        </p:txBody>
      </p:sp>
    </p:spTree>
    <p:extLst>
      <p:ext uri="{BB962C8B-B14F-4D97-AF65-F5344CB8AC3E}">
        <p14:creationId xmlns:p14="http://schemas.microsoft.com/office/powerpoint/2010/main" val="23815380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¿Ahora si podemos empezar a probarlo?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610615-28F9-C9D0-70B8-73C1BE237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87736"/>
            <a:ext cx="11160124" cy="468886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¿Qué errores cometimos en el </a:t>
            </a:r>
            <a:r>
              <a:rPr lang="es-ES" dirty="0" err="1"/>
              <a:t>backtest</a:t>
            </a:r>
            <a:r>
              <a:rPr lang="es-ES" dirty="0"/>
              <a:t>?</a:t>
            </a:r>
          </a:p>
          <a:p>
            <a:pPr marL="0" indent="0">
              <a:buNone/>
            </a:pPr>
            <a:r>
              <a:rPr lang="es-ES" dirty="0"/>
              <a:t>¿ Que otros filtros proponen? </a:t>
            </a:r>
          </a:p>
        </p:txBody>
      </p:sp>
    </p:spTree>
    <p:extLst>
      <p:ext uri="{BB962C8B-B14F-4D97-AF65-F5344CB8AC3E}">
        <p14:creationId xmlns:p14="http://schemas.microsoft.com/office/powerpoint/2010/main" val="35663500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1971349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95125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Monitoreo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E709E4-04F4-CC5C-4E6F-D12358839D60}"/>
              </a:ext>
            </a:extLst>
          </p:cNvPr>
          <p:cNvSpPr/>
          <p:nvPr/>
        </p:nvSpPr>
        <p:spPr>
          <a:xfrm>
            <a:off x="236238" y="5895191"/>
            <a:ext cx="80148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Fuente: BUILDING WINNING ALGORITHMIC TRADING SYSTEMS, Kevin J. Davey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340069C-E311-4E84-733D-C0E05C792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22" y="810578"/>
            <a:ext cx="4561672" cy="2805921"/>
          </a:xfrm>
          <a:prstGeom prst="rect">
            <a:avLst/>
          </a:prstGeom>
        </p:spPr>
      </p:pic>
      <p:graphicFrame>
        <p:nvGraphicFramePr>
          <p:cNvPr id="11" name="Marcador de contenido 4">
            <a:extLst>
              <a:ext uri="{FF2B5EF4-FFF2-40B4-BE49-F238E27FC236}">
                <a16:creationId xmlns:a16="http://schemas.microsoft.com/office/drawing/2014/main" id="{3390C8D3-5464-58D0-995F-A60EDF24F6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328043"/>
              </p:ext>
            </p:extLst>
          </p:nvPr>
        </p:nvGraphicFramePr>
        <p:xfrm>
          <a:off x="1075335" y="3765175"/>
          <a:ext cx="10467620" cy="192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84523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CF40-722A-AC2F-1C95-C72765A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Como funciona un fondo de trading algorítmico</a:t>
            </a:r>
          </a:p>
        </p:txBody>
      </p:sp>
    </p:spTree>
    <p:extLst>
      <p:ext uri="{BB962C8B-B14F-4D97-AF65-F5344CB8AC3E}">
        <p14:creationId xmlns:p14="http://schemas.microsoft.com/office/powerpoint/2010/main" val="5302037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un conjunto de muchos programas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4509C0-C76B-0B82-5B9F-275C5EB54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33" y="1530007"/>
            <a:ext cx="8250673" cy="46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98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donto Express">
      <a:dk1>
        <a:srgbClr val="7F7F7F"/>
      </a:dk1>
      <a:lt1>
        <a:sysClr val="window" lastClr="FFFFFF"/>
      </a:lt1>
      <a:dk2>
        <a:srgbClr val="323F4F"/>
      </a:dk2>
      <a:lt2>
        <a:srgbClr val="E7E6E6"/>
      </a:lt2>
      <a:accent1>
        <a:srgbClr val="1073BA"/>
      </a:accent1>
      <a:accent2>
        <a:srgbClr val="B3B3B3"/>
      </a:accent2>
      <a:accent3>
        <a:srgbClr val="0563C1"/>
      </a:accent3>
      <a:accent4>
        <a:srgbClr val="44546A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9974</TotalTime>
  <Words>5151</Words>
  <Application>Microsoft Office PowerPoint</Application>
  <PresentationFormat>Panorámica</PresentationFormat>
  <Paragraphs>777</Paragraphs>
  <Slides>77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3" baseType="lpstr">
      <vt:lpstr>Arial</vt:lpstr>
      <vt:lpstr>Calibri</vt:lpstr>
      <vt:lpstr>Calibri Light</vt:lpstr>
      <vt:lpstr>Roboto Condensed</vt:lpstr>
      <vt:lpstr>Times New Roman</vt:lpstr>
      <vt:lpstr>Tema de Office</vt:lpstr>
      <vt:lpstr>Presentación de PowerPoint</vt:lpstr>
      <vt:lpstr>Disclaimer</vt:lpstr>
      <vt:lpstr>¿Qué es un sistema de trading? </vt:lpstr>
      <vt:lpstr>Falencias de análisis técnico y la importancia de cuantificar</vt:lpstr>
      <vt:lpstr>Falencias de análisis técnico y la importancia de cuantificar</vt:lpstr>
      <vt:lpstr>Conceptos básicos</vt:lpstr>
      <vt:lpstr>El libro de ordenes que es y cómo funciona </vt:lpstr>
      <vt:lpstr>El libro de ordenes que es y cómo funciona </vt:lpstr>
      <vt:lpstr>Tipo de ordenes</vt:lpstr>
      <vt:lpstr>Tipo de ordenes</vt:lpstr>
      <vt:lpstr>Los datos en acciones y en futuros</vt:lpstr>
      <vt:lpstr>Herramientas para hacer backtesting</vt:lpstr>
      <vt:lpstr>Herramientas para hacer backtesting</vt:lpstr>
      <vt:lpstr>Empecemos…</vt:lpstr>
      <vt:lpstr>El trading algorítmico es ciencia y arte</vt:lpstr>
      <vt:lpstr>Es muy importante tener un proceso claro…</vt:lpstr>
      <vt:lpstr>Entre comillas nos vamos a poner en los pies de un científico</vt:lpstr>
      <vt:lpstr>Decidir el mercado y marco de tiempo</vt:lpstr>
      <vt:lpstr>Mercados y marcos de tiempo:</vt:lpstr>
      <vt:lpstr>Selección de mercado y marco de tiempo</vt:lpstr>
      <vt:lpstr>Es muy importante tener un proceso claro…</vt:lpstr>
      <vt:lpstr>Premisa del sistema</vt:lpstr>
      <vt:lpstr>Definir la premisa/ teoría del sistema</vt:lpstr>
      <vt:lpstr>Algunas fuentes:</vt:lpstr>
      <vt:lpstr>Nuestra premisa en el SPY – sube más de lo que cae </vt:lpstr>
      <vt:lpstr>Es muy importante tener un proceso claro…</vt:lpstr>
      <vt:lpstr>Datos</vt:lpstr>
      <vt:lpstr>Verificación de datos: </vt:lpstr>
      <vt:lpstr>Se deben dividir los datos para realizar las pruebas y sobre todo las optimizaciones </vt:lpstr>
      <vt:lpstr>Hay formas más complejas: </vt:lpstr>
      <vt:lpstr>Ejemplo: datos extraños</vt:lpstr>
      <vt:lpstr>Ejemplo: Rollovers</vt:lpstr>
      <vt:lpstr>Es muy importante tener un proceso claro…</vt:lpstr>
      <vt:lpstr>Método de trading</vt:lpstr>
      <vt:lpstr>Selección del método de trading:</vt:lpstr>
      <vt:lpstr>Vamos a usar un patrón técnico</vt:lpstr>
      <vt:lpstr>Es muy importante tener un proceso claro…</vt:lpstr>
      <vt:lpstr>Diseño de entrada</vt:lpstr>
      <vt:lpstr>Primero se diseñan las entradas</vt:lpstr>
      <vt:lpstr>Es muy importante tener un proceso claro…</vt:lpstr>
      <vt:lpstr>Backtest inicial de entradas vs salidas simples</vt:lpstr>
      <vt:lpstr>Las entradas se prueban con salidas simples:</vt:lpstr>
      <vt:lpstr>Vamos a probar (testear) la estrategia con la información histórica (backtest)</vt:lpstr>
      <vt:lpstr>Event Driven</vt:lpstr>
      <vt:lpstr>Vectorized backtest</vt:lpstr>
      <vt:lpstr>Es muy importante tener un proceso claro…</vt:lpstr>
      <vt:lpstr>Diseño de filtros para entradas</vt:lpstr>
      <vt:lpstr>El diseño de filtros es todo un arte</vt:lpstr>
      <vt:lpstr>Feedback del sistema para mejorar los retornos</vt:lpstr>
      <vt:lpstr>Es muy importante tener un proceso claro…</vt:lpstr>
      <vt:lpstr>Diseño de salidas</vt:lpstr>
      <vt:lpstr>Definida la entrada ¿cómo podemos mejorar la salida?</vt:lpstr>
      <vt:lpstr>Como definir los stop- loss en $ o % </vt:lpstr>
      <vt:lpstr>Como definir los stop- loss en $ o % </vt:lpstr>
      <vt:lpstr>Es muy importante tener un proceso claro…</vt:lpstr>
      <vt:lpstr>Estrategias de Money Management</vt:lpstr>
      <vt:lpstr>Estrategias de money management </vt:lpstr>
      <vt:lpstr>Hay varias formas de hacerle sizing a la posición</vt:lpstr>
      <vt:lpstr>% de capital fijo</vt:lpstr>
      <vt:lpstr>Es muy importante tener un proceso claro…</vt:lpstr>
      <vt:lpstr>Que ver para saber que el sistema es bueno</vt:lpstr>
      <vt:lpstr>Es muy importante tener un proceso claro…</vt:lpstr>
      <vt:lpstr>Como ver los resultados de un sistema:</vt:lpstr>
      <vt:lpstr>Métodos sofisticados para análisis de sistemas</vt:lpstr>
      <vt:lpstr>Optimización de los parámetros del sistema</vt:lpstr>
      <vt:lpstr>Optimización  </vt:lpstr>
      <vt:lpstr>Ejemplo de grid search</vt:lpstr>
      <vt:lpstr>División de datos para resultados</vt:lpstr>
      <vt:lpstr>¿Que buscamos con todo esto?</vt:lpstr>
      <vt:lpstr>Ejemplo de robustez</vt:lpstr>
      <vt:lpstr>Es muy importante tener un proceso claro…</vt:lpstr>
      <vt:lpstr>Comportamiento fuera de muestra</vt:lpstr>
      <vt:lpstr>¿Ahora si podemos empezar a probarlo?</vt:lpstr>
      <vt:lpstr>Es muy importante tener un proceso claro…</vt:lpstr>
      <vt:lpstr>Monitoreo</vt:lpstr>
      <vt:lpstr>Como funciona un fondo de trading algorítmico</vt:lpstr>
      <vt:lpstr>Es un conjunto de muchos programas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Rodriguez</dc:creator>
  <cp:lastModifiedBy>Juan David Suarez</cp:lastModifiedBy>
  <cp:revision>137</cp:revision>
  <dcterms:created xsi:type="dcterms:W3CDTF">2018-12-09T19:48:54Z</dcterms:created>
  <dcterms:modified xsi:type="dcterms:W3CDTF">2024-09-27T23:39:48Z</dcterms:modified>
</cp:coreProperties>
</file>