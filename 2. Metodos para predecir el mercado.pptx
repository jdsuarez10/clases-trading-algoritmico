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81"/>
  </p:notesMasterIdLst>
  <p:sldIdLst>
    <p:sldId id="280" r:id="rId2"/>
    <p:sldId id="325" r:id="rId3"/>
    <p:sldId id="335" r:id="rId4"/>
    <p:sldId id="337" r:id="rId5"/>
    <p:sldId id="399" r:id="rId6"/>
    <p:sldId id="397" r:id="rId7"/>
    <p:sldId id="345" r:id="rId8"/>
    <p:sldId id="398" r:id="rId9"/>
    <p:sldId id="368" r:id="rId10"/>
    <p:sldId id="400" r:id="rId11"/>
    <p:sldId id="446" r:id="rId12"/>
    <p:sldId id="369" r:id="rId13"/>
    <p:sldId id="391" r:id="rId14"/>
    <p:sldId id="403" r:id="rId15"/>
    <p:sldId id="406" r:id="rId16"/>
    <p:sldId id="392" r:id="rId17"/>
    <p:sldId id="404" r:id="rId18"/>
    <p:sldId id="405" r:id="rId19"/>
    <p:sldId id="407" r:id="rId20"/>
    <p:sldId id="393" r:id="rId21"/>
    <p:sldId id="408" r:id="rId22"/>
    <p:sldId id="409" r:id="rId23"/>
    <p:sldId id="394" r:id="rId24"/>
    <p:sldId id="410" r:id="rId25"/>
    <p:sldId id="411" r:id="rId26"/>
    <p:sldId id="395" r:id="rId27"/>
    <p:sldId id="412" r:id="rId28"/>
    <p:sldId id="396" r:id="rId29"/>
    <p:sldId id="413" r:id="rId30"/>
    <p:sldId id="415" r:id="rId31"/>
    <p:sldId id="416" r:id="rId32"/>
    <p:sldId id="417" r:id="rId33"/>
    <p:sldId id="418" r:id="rId34"/>
    <p:sldId id="419" r:id="rId35"/>
    <p:sldId id="421" r:id="rId36"/>
    <p:sldId id="371" r:id="rId37"/>
    <p:sldId id="422" r:id="rId38"/>
    <p:sldId id="423" r:id="rId39"/>
    <p:sldId id="370" r:id="rId40"/>
    <p:sldId id="372" r:id="rId41"/>
    <p:sldId id="373" r:id="rId42"/>
    <p:sldId id="374" r:id="rId43"/>
    <p:sldId id="424" r:id="rId44"/>
    <p:sldId id="425" r:id="rId45"/>
    <p:sldId id="426" r:id="rId46"/>
    <p:sldId id="427" r:id="rId47"/>
    <p:sldId id="375" r:id="rId48"/>
    <p:sldId id="428" r:id="rId49"/>
    <p:sldId id="429" r:id="rId50"/>
    <p:sldId id="431" r:id="rId51"/>
    <p:sldId id="376" r:id="rId52"/>
    <p:sldId id="447" r:id="rId53"/>
    <p:sldId id="448" r:id="rId54"/>
    <p:sldId id="432" r:id="rId55"/>
    <p:sldId id="430" r:id="rId56"/>
    <p:sldId id="433" r:id="rId57"/>
    <p:sldId id="434" r:id="rId58"/>
    <p:sldId id="377" r:id="rId59"/>
    <p:sldId id="378" r:id="rId60"/>
    <p:sldId id="379" r:id="rId61"/>
    <p:sldId id="401" r:id="rId62"/>
    <p:sldId id="384" r:id="rId63"/>
    <p:sldId id="387" r:id="rId64"/>
    <p:sldId id="388" r:id="rId65"/>
    <p:sldId id="435" r:id="rId66"/>
    <p:sldId id="436" r:id="rId67"/>
    <p:sldId id="437" r:id="rId68"/>
    <p:sldId id="438" r:id="rId69"/>
    <p:sldId id="445" r:id="rId70"/>
    <p:sldId id="444" r:id="rId71"/>
    <p:sldId id="439" r:id="rId72"/>
    <p:sldId id="389" r:id="rId73"/>
    <p:sldId id="380" r:id="rId74"/>
    <p:sldId id="383" r:id="rId75"/>
    <p:sldId id="440" r:id="rId76"/>
    <p:sldId id="441" r:id="rId77"/>
    <p:sldId id="443" r:id="rId78"/>
    <p:sldId id="442" r:id="rId79"/>
    <p:sldId id="402" r:id="rId8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242" userDrawn="1">
          <p15:clr>
            <a:srgbClr val="A4A3A4"/>
          </p15:clr>
        </p15:guide>
        <p15:guide id="2" pos="461" userDrawn="1">
          <p15:clr>
            <a:srgbClr val="A4A3A4"/>
          </p15:clr>
        </p15:guide>
        <p15:guide id="3" orient="horz" pos="1434" userDrawn="1">
          <p15:clr>
            <a:srgbClr val="A4A3A4"/>
          </p15:clr>
        </p15:guide>
        <p15:guide id="4" orient="horz" pos="799" userDrawn="1">
          <p15:clr>
            <a:srgbClr val="A4A3A4"/>
          </p15:clr>
        </p15:guide>
        <p15:guide id="5" orient="horz" pos="23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5A5A"/>
    <a:srgbClr val="007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669D4D-7368-4F20-81FD-5E9952EBC3D4}" v="232" dt="2025-04-10T21:23:28.6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54" autoAdjust="0"/>
    <p:restoredTop sz="90196" autoAdjust="0"/>
  </p:normalViewPr>
  <p:slideViewPr>
    <p:cSldViewPr snapToGrid="0" snapToObjects="1">
      <p:cViewPr varScale="1">
        <p:scale>
          <a:sx n="63" d="100"/>
          <a:sy n="63" d="100"/>
        </p:scale>
        <p:origin x="763" y="278"/>
      </p:cViewPr>
      <p:guideLst>
        <p:guide pos="7242"/>
        <p:guide pos="461"/>
        <p:guide orient="horz" pos="1434"/>
        <p:guide orient="horz" pos="799"/>
        <p:guide orient="horz" pos="2387"/>
      </p:guideLst>
    </p:cSldViewPr>
  </p:slideViewPr>
  <p:outlineViewPr>
    <p:cViewPr>
      <p:scale>
        <a:sx n="33" d="100"/>
        <a:sy n="33" d="100"/>
      </p:scale>
      <p:origin x="0" y="-605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2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microsoft.com/office/2015/10/relationships/revisionInfo" Target="revisionInfo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David Suarez" userId="e850854423d4af7c" providerId="LiveId" clId="{79669D4D-7368-4F20-81FD-5E9952EBC3D4}"/>
    <pc:docChg chg="undo redo custSel addSld delSld modSld sldOrd">
      <pc:chgData name="Juan David Suarez" userId="e850854423d4af7c" providerId="LiveId" clId="{79669D4D-7368-4F20-81FD-5E9952EBC3D4}" dt="2025-04-10T21:23:28.643" v="7923" actId="1076"/>
      <pc:docMkLst>
        <pc:docMk/>
      </pc:docMkLst>
      <pc:sldChg chg="modSp mod">
        <pc:chgData name="Juan David Suarez" userId="e850854423d4af7c" providerId="LiveId" clId="{79669D4D-7368-4F20-81FD-5E9952EBC3D4}" dt="2025-04-08T20:13:35.374" v="7703" actId="20577"/>
        <pc:sldMkLst>
          <pc:docMk/>
          <pc:sldMk cId="3315228586" sldId="280"/>
        </pc:sldMkLst>
        <pc:spChg chg="mod">
          <ac:chgData name="Juan David Suarez" userId="e850854423d4af7c" providerId="LiveId" clId="{79669D4D-7368-4F20-81FD-5E9952EBC3D4}" dt="2025-04-08T20:13:35.374" v="7703" actId="20577"/>
          <ac:spMkLst>
            <pc:docMk/>
            <pc:sldMk cId="3315228586" sldId="280"/>
            <ac:spMk id="4" creationId="{00000000-0000-0000-0000-000000000000}"/>
          </ac:spMkLst>
        </pc:spChg>
      </pc:sldChg>
      <pc:sldChg chg="del">
        <pc:chgData name="Juan David Suarez" userId="e850854423d4af7c" providerId="LiveId" clId="{79669D4D-7368-4F20-81FD-5E9952EBC3D4}" dt="2025-03-19T20:14:19.364" v="33" actId="47"/>
        <pc:sldMkLst>
          <pc:docMk/>
          <pc:sldMk cId="901669273" sldId="302"/>
        </pc:sldMkLst>
      </pc:sldChg>
      <pc:sldChg chg="del ord">
        <pc:chgData name="Juan David Suarez" userId="e850854423d4af7c" providerId="LiveId" clId="{79669D4D-7368-4F20-81FD-5E9952EBC3D4}" dt="2025-03-19T20:22:07.812" v="131" actId="47"/>
        <pc:sldMkLst>
          <pc:docMk/>
          <pc:sldMk cId="902349259" sldId="326"/>
        </pc:sldMkLst>
      </pc:sldChg>
      <pc:sldChg chg="del">
        <pc:chgData name="Juan David Suarez" userId="e850854423d4af7c" providerId="LiveId" clId="{79669D4D-7368-4F20-81FD-5E9952EBC3D4}" dt="2025-03-19T20:14:20.527" v="35" actId="47"/>
        <pc:sldMkLst>
          <pc:docMk/>
          <pc:sldMk cId="1915641132" sldId="327"/>
        </pc:sldMkLst>
      </pc:sldChg>
      <pc:sldChg chg="del">
        <pc:chgData name="Juan David Suarez" userId="e850854423d4af7c" providerId="LiveId" clId="{79669D4D-7368-4F20-81FD-5E9952EBC3D4}" dt="2025-03-19T20:14:22.479" v="38" actId="47"/>
        <pc:sldMkLst>
          <pc:docMk/>
          <pc:sldMk cId="451706576" sldId="328"/>
        </pc:sldMkLst>
      </pc:sldChg>
      <pc:sldChg chg="del">
        <pc:chgData name="Juan David Suarez" userId="e850854423d4af7c" providerId="LiveId" clId="{79669D4D-7368-4F20-81FD-5E9952EBC3D4}" dt="2025-03-19T20:14:21.719" v="36" actId="47"/>
        <pc:sldMkLst>
          <pc:docMk/>
          <pc:sldMk cId="1460562643" sldId="329"/>
        </pc:sldMkLst>
      </pc:sldChg>
      <pc:sldChg chg="del">
        <pc:chgData name="Juan David Suarez" userId="e850854423d4af7c" providerId="LiveId" clId="{79669D4D-7368-4F20-81FD-5E9952EBC3D4}" dt="2025-03-19T20:14:23.175" v="40" actId="47"/>
        <pc:sldMkLst>
          <pc:docMk/>
          <pc:sldMk cId="3298731097" sldId="330"/>
        </pc:sldMkLst>
      </pc:sldChg>
      <pc:sldChg chg="del">
        <pc:chgData name="Juan David Suarez" userId="e850854423d4af7c" providerId="LiveId" clId="{79669D4D-7368-4F20-81FD-5E9952EBC3D4}" dt="2025-03-19T20:14:23.599" v="41" actId="47"/>
        <pc:sldMkLst>
          <pc:docMk/>
          <pc:sldMk cId="1147466022" sldId="332"/>
        </pc:sldMkLst>
      </pc:sldChg>
      <pc:sldChg chg="del">
        <pc:chgData name="Juan David Suarez" userId="e850854423d4af7c" providerId="LiveId" clId="{79669D4D-7368-4F20-81FD-5E9952EBC3D4}" dt="2025-03-19T20:14:24.704" v="43" actId="47"/>
        <pc:sldMkLst>
          <pc:docMk/>
          <pc:sldMk cId="1391894756" sldId="333"/>
        </pc:sldMkLst>
      </pc:sldChg>
      <pc:sldChg chg="modSp add del">
        <pc:chgData name="Juan David Suarez" userId="e850854423d4af7c" providerId="LiveId" clId="{79669D4D-7368-4F20-81FD-5E9952EBC3D4}" dt="2025-04-08T15:09:01.070" v="5948" actId="207"/>
        <pc:sldMkLst>
          <pc:docMk/>
          <pc:sldMk cId="1946626987" sldId="337"/>
        </pc:sldMkLst>
        <pc:graphicFrameChg chg="mod">
          <ac:chgData name="Juan David Suarez" userId="e850854423d4af7c" providerId="LiveId" clId="{79669D4D-7368-4F20-81FD-5E9952EBC3D4}" dt="2025-04-08T15:09:01.070" v="5948" actId="207"/>
          <ac:graphicFrameMkLst>
            <pc:docMk/>
            <pc:sldMk cId="1946626987" sldId="337"/>
            <ac:graphicFrameMk id="7" creationId="{41382D0E-39E6-D237-1057-2DEB927BB84B}"/>
          </ac:graphicFrameMkLst>
        </pc:graphicFrameChg>
      </pc:sldChg>
      <pc:sldChg chg="del">
        <pc:chgData name="Juan David Suarez" userId="e850854423d4af7c" providerId="LiveId" clId="{79669D4D-7368-4F20-81FD-5E9952EBC3D4}" dt="2025-03-19T20:14:40.959" v="47" actId="47"/>
        <pc:sldMkLst>
          <pc:docMk/>
          <pc:sldMk cId="3179219270" sldId="338"/>
        </pc:sldMkLst>
      </pc:sldChg>
      <pc:sldChg chg="del">
        <pc:chgData name="Juan David Suarez" userId="e850854423d4af7c" providerId="LiveId" clId="{79669D4D-7368-4F20-81FD-5E9952EBC3D4}" dt="2025-03-19T20:14:41.808" v="48" actId="47"/>
        <pc:sldMkLst>
          <pc:docMk/>
          <pc:sldMk cId="4142565822" sldId="339"/>
        </pc:sldMkLst>
      </pc:sldChg>
      <pc:sldChg chg="del">
        <pc:chgData name="Juan David Suarez" userId="e850854423d4af7c" providerId="LiveId" clId="{79669D4D-7368-4F20-81FD-5E9952EBC3D4}" dt="2025-03-19T20:14:44.945" v="51" actId="47"/>
        <pc:sldMkLst>
          <pc:docMk/>
          <pc:sldMk cId="3461452153" sldId="340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3783366810" sldId="341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765044482" sldId="342"/>
        </pc:sldMkLst>
      </pc:sldChg>
      <pc:sldChg chg="del">
        <pc:chgData name="Juan David Suarez" userId="e850854423d4af7c" providerId="LiveId" clId="{79669D4D-7368-4F20-81FD-5E9952EBC3D4}" dt="2025-03-19T20:14:40.111" v="46" actId="47"/>
        <pc:sldMkLst>
          <pc:docMk/>
          <pc:sldMk cId="3712483486" sldId="343"/>
        </pc:sldMkLst>
      </pc:sldChg>
      <pc:sldChg chg="del">
        <pc:chgData name="Juan David Suarez" userId="e850854423d4af7c" providerId="LiveId" clId="{79669D4D-7368-4F20-81FD-5E9952EBC3D4}" dt="2025-03-19T20:14:43.273" v="50" actId="47"/>
        <pc:sldMkLst>
          <pc:docMk/>
          <pc:sldMk cId="4081290862" sldId="344"/>
        </pc:sldMkLst>
      </pc:sldChg>
      <pc:sldChg chg="addSp modSp add mod">
        <pc:chgData name="Juan David Suarez" userId="e850854423d4af7c" providerId="LiveId" clId="{79669D4D-7368-4F20-81FD-5E9952EBC3D4}" dt="2025-04-08T15:16:50.594" v="6093" actId="14100"/>
        <pc:sldMkLst>
          <pc:docMk/>
          <pc:sldMk cId="1987994950" sldId="345"/>
        </pc:sldMkLst>
        <pc:spChg chg="mod">
          <ac:chgData name="Juan David Suarez" userId="e850854423d4af7c" providerId="LiveId" clId="{79669D4D-7368-4F20-81FD-5E9952EBC3D4}" dt="2025-03-27T17:06:29.674" v="4891" actId="20577"/>
          <ac:spMkLst>
            <pc:docMk/>
            <pc:sldMk cId="1987994950" sldId="345"/>
            <ac:spMk id="2" creationId="{E754577C-AED9-9AF1-B96D-57A7857838C5}"/>
          </ac:spMkLst>
        </pc:spChg>
        <pc:spChg chg="add">
          <ac:chgData name="Juan David Suarez" userId="e850854423d4af7c" providerId="LiveId" clId="{79669D4D-7368-4F20-81FD-5E9952EBC3D4}" dt="2025-04-08T15:16:39.012" v="6074" actId="11529"/>
          <ac:spMkLst>
            <pc:docMk/>
            <pc:sldMk cId="1987994950" sldId="345"/>
            <ac:spMk id="10" creationId="{75771C0B-182A-B78A-7AB4-7D5C79BA0419}"/>
          </ac:spMkLst>
        </pc:spChg>
        <pc:spChg chg="add mod">
          <ac:chgData name="Juan David Suarez" userId="e850854423d4af7c" providerId="LiveId" clId="{79669D4D-7368-4F20-81FD-5E9952EBC3D4}" dt="2025-04-08T15:16:50.594" v="6093" actId="14100"/>
          <ac:spMkLst>
            <pc:docMk/>
            <pc:sldMk cId="1987994950" sldId="345"/>
            <ac:spMk id="11" creationId="{16B065B9-F75E-855F-F022-C8B63F8392F9}"/>
          </ac:spMkLst>
        </pc:spChg>
        <pc:cxnChg chg="add mod">
          <ac:chgData name="Juan David Suarez" userId="e850854423d4af7c" providerId="LiveId" clId="{79669D4D-7368-4F20-81FD-5E9952EBC3D4}" dt="2025-04-08T15:16:25.369" v="6073" actId="14100"/>
          <ac:cxnSpMkLst>
            <pc:docMk/>
            <pc:sldMk cId="1987994950" sldId="345"/>
            <ac:cxnSpMk id="4" creationId="{2906FF2C-CDD8-156B-A3FD-235A1E9F9C3F}"/>
          </ac:cxnSpMkLst>
        </pc:cxnChg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3140512990" sldId="345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266800873" sldId="346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1491441293" sldId="348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2085074321" sldId="349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1243111750" sldId="350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2647856248" sldId="352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3208453293" sldId="353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1499118438" sldId="354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161399349" sldId="355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4026073838" sldId="356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1490282615" sldId="357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2104051175" sldId="358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3566350038" sldId="359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1720569171" sldId="361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843339838" sldId="362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1720220197" sldId="363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2381538013" sldId="364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530203795" sldId="365"/>
        </pc:sldMkLst>
      </pc:sldChg>
      <pc:sldChg chg="addSp delSp modSp del mod">
        <pc:chgData name="Juan David Suarez" userId="e850854423d4af7c" providerId="LiveId" clId="{79669D4D-7368-4F20-81FD-5E9952EBC3D4}" dt="2025-04-08T15:12:57.080" v="6069" actId="47"/>
        <pc:sldMkLst>
          <pc:docMk/>
          <pc:sldMk cId="2311329808" sldId="367"/>
        </pc:sldMkLst>
      </pc:sldChg>
      <pc:sldChg chg="modSp new mod">
        <pc:chgData name="Juan David Suarez" userId="e850854423d4af7c" providerId="LiveId" clId="{79669D4D-7368-4F20-81FD-5E9952EBC3D4}" dt="2025-03-27T17:04:43.299" v="4886" actId="313"/>
        <pc:sldMkLst>
          <pc:docMk/>
          <pc:sldMk cId="958853033" sldId="368"/>
        </pc:sldMkLst>
        <pc:spChg chg="mod">
          <ac:chgData name="Juan David Suarez" userId="e850854423d4af7c" providerId="LiveId" clId="{79669D4D-7368-4F20-81FD-5E9952EBC3D4}" dt="2025-03-27T17:04:43.299" v="4886" actId="313"/>
          <ac:spMkLst>
            <pc:docMk/>
            <pc:sldMk cId="958853033" sldId="368"/>
            <ac:spMk id="2" creationId="{5A64A18C-B90F-F7E9-CB1A-2E56210F21F1}"/>
          </ac:spMkLst>
        </pc:spChg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1630124147" sldId="368"/>
        </pc:sldMkLst>
      </pc:sldChg>
      <pc:sldChg chg="new del">
        <pc:chgData name="Juan David Suarez" userId="e850854423d4af7c" providerId="LiveId" clId="{79669D4D-7368-4F20-81FD-5E9952EBC3D4}" dt="2025-03-19T23:26:12.858" v="155" actId="680"/>
        <pc:sldMkLst>
          <pc:docMk/>
          <pc:sldMk cId="17609268" sldId="369"/>
        </pc:sldMkLst>
      </pc:sldChg>
      <pc:sldChg chg="modSp new mod">
        <pc:chgData name="Juan David Suarez" userId="e850854423d4af7c" providerId="LiveId" clId="{79669D4D-7368-4F20-81FD-5E9952EBC3D4}" dt="2025-04-08T15:32:07.960" v="6137" actId="313"/>
        <pc:sldMkLst>
          <pc:docMk/>
          <pc:sldMk cId="2057803107" sldId="369"/>
        </pc:sldMkLst>
        <pc:spChg chg="mod">
          <ac:chgData name="Juan David Suarez" userId="e850854423d4af7c" providerId="LiveId" clId="{79669D4D-7368-4F20-81FD-5E9952EBC3D4}" dt="2025-04-08T15:32:07.960" v="6137" actId="313"/>
          <ac:spMkLst>
            <pc:docMk/>
            <pc:sldMk cId="2057803107" sldId="369"/>
            <ac:spMk id="2" creationId="{6359094D-B8ED-332E-8E87-CA977467F902}"/>
          </ac:spMkLst>
        </pc:spChg>
        <pc:spChg chg="mod">
          <ac:chgData name="Juan David Suarez" userId="e850854423d4af7c" providerId="LiveId" clId="{79669D4D-7368-4F20-81FD-5E9952EBC3D4}" dt="2025-04-01T12:59:18.413" v="5941" actId="113"/>
          <ac:spMkLst>
            <pc:docMk/>
            <pc:sldMk cId="2057803107" sldId="369"/>
            <ac:spMk id="3" creationId="{00CA3DE9-4788-BF2D-F2A5-54A270400BC2}"/>
          </ac:spMkLst>
        </pc:spChg>
      </pc:sldChg>
      <pc:sldChg chg="modSp new mod">
        <pc:chgData name="Juan David Suarez" userId="e850854423d4af7c" providerId="LiveId" clId="{79669D4D-7368-4F20-81FD-5E9952EBC3D4}" dt="2025-03-27T17:05:19.554" v="4889" actId="790"/>
        <pc:sldMkLst>
          <pc:docMk/>
          <pc:sldMk cId="2073038802" sldId="370"/>
        </pc:sldMkLst>
        <pc:spChg chg="mod">
          <ac:chgData name="Juan David Suarez" userId="e850854423d4af7c" providerId="LiveId" clId="{79669D4D-7368-4F20-81FD-5E9952EBC3D4}" dt="2025-03-27T17:05:19.554" v="4889" actId="790"/>
          <ac:spMkLst>
            <pc:docMk/>
            <pc:sldMk cId="2073038802" sldId="370"/>
            <ac:spMk id="2" creationId="{179A6B7A-4136-C9A7-D0D3-6C0A5D6DAC33}"/>
          </ac:spMkLst>
        </pc:spChg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3927630444" sldId="370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991009201" sldId="371"/>
        </pc:sldMkLst>
      </pc:sldChg>
      <pc:sldChg chg="modSp new mod">
        <pc:chgData name="Juan David Suarez" userId="e850854423d4af7c" providerId="LiveId" clId="{79669D4D-7368-4F20-81FD-5E9952EBC3D4}" dt="2025-03-27T17:05:06.904" v="4888" actId="313"/>
        <pc:sldMkLst>
          <pc:docMk/>
          <pc:sldMk cId="3078964351" sldId="371"/>
        </pc:sldMkLst>
        <pc:spChg chg="mod">
          <ac:chgData name="Juan David Suarez" userId="e850854423d4af7c" providerId="LiveId" clId="{79669D4D-7368-4F20-81FD-5E9952EBC3D4}" dt="2025-03-27T17:05:04.375" v="4887" actId="790"/>
          <ac:spMkLst>
            <pc:docMk/>
            <pc:sldMk cId="3078964351" sldId="371"/>
            <ac:spMk id="2" creationId="{91E958B5-6D6C-80FE-F96F-6FBDC8506747}"/>
          </ac:spMkLst>
        </pc:spChg>
        <pc:spChg chg="mod">
          <ac:chgData name="Juan David Suarez" userId="e850854423d4af7c" providerId="LiveId" clId="{79669D4D-7368-4F20-81FD-5E9952EBC3D4}" dt="2025-03-27T17:05:06.904" v="4888" actId="313"/>
          <ac:spMkLst>
            <pc:docMk/>
            <pc:sldMk cId="3078964351" sldId="371"/>
            <ac:spMk id="3" creationId="{40096387-3363-FC9B-5417-EEDAF26603FF}"/>
          </ac:spMkLst>
        </pc:spChg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806582386" sldId="372"/>
        </pc:sldMkLst>
      </pc:sldChg>
      <pc:sldChg chg="addSp modSp new mod">
        <pc:chgData name="Juan David Suarez" userId="e850854423d4af7c" providerId="LiveId" clId="{79669D4D-7368-4F20-81FD-5E9952EBC3D4}" dt="2025-03-27T17:11:40.410" v="5226" actId="20577"/>
        <pc:sldMkLst>
          <pc:docMk/>
          <pc:sldMk cId="3318114570" sldId="372"/>
        </pc:sldMkLst>
        <pc:spChg chg="mod">
          <ac:chgData name="Juan David Suarez" userId="e850854423d4af7c" providerId="LiveId" clId="{79669D4D-7368-4F20-81FD-5E9952EBC3D4}" dt="2025-03-27T17:10:43.894" v="5115" actId="313"/>
          <ac:spMkLst>
            <pc:docMk/>
            <pc:sldMk cId="3318114570" sldId="372"/>
            <ac:spMk id="2" creationId="{8ACC7F7E-BEE3-3790-F530-858941A9EAC7}"/>
          </ac:spMkLst>
        </pc:spChg>
        <pc:spChg chg="mod">
          <ac:chgData name="Juan David Suarez" userId="e850854423d4af7c" providerId="LiveId" clId="{79669D4D-7368-4F20-81FD-5E9952EBC3D4}" dt="2025-03-27T17:11:40.410" v="5226" actId="20577"/>
          <ac:spMkLst>
            <pc:docMk/>
            <pc:sldMk cId="3318114570" sldId="372"/>
            <ac:spMk id="3" creationId="{98F2BF74-8050-D504-3DD7-4BC6A281FE39}"/>
          </ac:spMkLst>
        </pc:spChg>
        <pc:spChg chg="add mod">
          <ac:chgData name="Juan David Suarez" userId="e850854423d4af7c" providerId="LiveId" clId="{79669D4D-7368-4F20-81FD-5E9952EBC3D4}" dt="2025-03-27T16:43:14.571" v="4433" actId="207"/>
          <ac:spMkLst>
            <pc:docMk/>
            <pc:sldMk cId="3318114570" sldId="372"/>
            <ac:spMk id="4" creationId="{434A6F00-4FC3-808E-5D99-373BC4E732EA}"/>
          </ac:spMkLst>
        </pc:spChg>
        <pc:spChg chg="add mod">
          <ac:chgData name="Juan David Suarez" userId="e850854423d4af7c" providerId="LiveId" clId="{79669D4D-7368-4F20-81FD-5E9952EBC3D4}" dt="2025-03-27T16:43:14.571" v="4433" actId="207"/>
          <ac:spMkLst>
            <pc:docMk/>
            <pc:sldMk cId="3318114570" sldId="372"/>
            <ac:spMk id="5" creationId="{5C391EDA-F338-04D6-713C-714A9B039175}"/>
          </ac:spMkLst>
        </pc:spChg>
        <pc:spChg chg="add mod">
          <ac:chgData name="Juan David Suarez" userId="e850854423d4af7c" providerId="LiveId" clId="{79669D4D-7368-4F20-81FD-5E9952EBC3D4}" dt="2025-03-27T16:43:14.571" v="4433" actId="207"/>
          <ac:spMkLst>
            <pc:docMk/>
            <pc:sldMk cId="3318114570" sldId="372"/>
            <ac:spMk id="6" creationId="{E5C1233B-FF3E-772D-F697-E22D41C26CB5}"/>
          </ac:spMkLst>
        </pc:spChg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137254345" sldId="373"/>
        </pc:sldMkLst>
      </pc:sldChg>
      <pc:sldChg chg="modSp new mod">
        <pc:chgData name="Juan David Suarez" userId="e850854423d4af7c" providerId="LiveId" clId="{79669D4D-7368-4F20-81FD-5E9952EBC3D4}" dt="2025-03-27T17:12:26.583" v="5234" actId="14100"/>
        <pc:sldMkLst>
          <pc:docMk/>
          <pc:sldMk cId="3305750696" sldId="373"/>
        </pc:sldMkLst>
        <pc:spChg chg="mod">
          <ac:chgData name="Juan David Suarez" userId="e850854423d4af7c" providerId="LiveId" clId="{79669D4D-7368-4F20-81FD-5E9952EBC3D4}" dt="2025-03-27T17:12:04.043" v="5230" actId="14100"/>
          <ac:spMkLst>
            <pc:docMk/>
            <pc:sldMk cId="3305750696" sldId="373"/>
            <ac:spMk id="2" creationId="{FF08E437-CE75-8071-D761-C1C8470E70BC}"/>
          </ac:spMkLst>
        </pc:spChg>
        <pc:spChg chg="mod">
          <ac:chgData name="Juan David Suarez" userId="e850854423d4af7c" providerId="LiveId" clId="{79669D4D-7368-4F20-81FD-5E9952EBC3D4}" dt="2025-03-27T17:12:26.583" v="5234" actId="14100"/>
          <ac:spMkLst>
            <pc:docMk/>
            <pc:sldMk cId="3305750696" sldId="373"/>
            <ac:spMk id="3" creationId="{A8A67227-9D98-6822-ABEE-E028A54603CE}"/>
          </ac:spMkLst>
        </pc:spChg>
      </pc:sldChg>
      <pc:sldChg chg="modSp new mod">
        <pc:chgData name="Juan David Suarez" userId="e850854423d4af7c" providerId="LiveId" clId="{79669D4D-7368-4F20-81FD-5E9952EBC3D4}" dt="2025-03-27T17:13:22.763" v="5311" actId="20577"/>
        <pc:sldMkLst>
          <pc:docMk/>
          <pc:sldMk cId="3277956961" sldId="374"/>
        </pc:sldMkLst>
        <pc:spChg chg="mod">
          <ac:chgData name="Juan David Suarez" userId="e850854423d4af7c" providerId="LiveId" clId="{79669D4D-7368-4F20-81FD-5E9952EBC3D4}" dt="2025-03-27T17:12:43.920" v="5238" actId="207"/>
          <ac:spMkLst>
            <pc:docMk/>
            <pc:sldMk cId="3277956961" sldId="374"/>
            <ac:spMk id="2" creationId="{C154251F-5BA4-8B8C-F917-0F17D93FE7B8}"/>
          </ac:spMkLst>
        </pc:spChg>
        <pc:spChg chg="mod">
          <ac:chgData name="Juan David Suarez" userId="e850854423d4af7c" providerId="LiveId" clId="{79669D4D-7368-4F20-81FD-5E9952EBC3D4}" dt="2025-03-27T17:13:22.763" v="5311" actId="20577"/>
          <ac:spMkLst>
            <pc:docMk/>
            <pc:sldMk cId="3277956961" sldId="374"/>
            <ac:spMk id="3" creationId="{94A6C66A-C6F7-987E-D534-15EA4610522E}"/>
          </ac:spMkLst>
        </pc:spChg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1331517840" sldId="375"/>
        </pc:sldMkLst>
      </pc:sldChg>
      <pc:sldChg chg="modSp new mod">
        <pc:chgData name="Juan David Suarez" userId="e850854423d4af7c" providerId="LiveId" clId="{79669D4D-7368-4F20-81FD-5E9952EBC3D4}" dt="2025-03-27T17:14:12.005" v="5385" actId="20577"/>
        <pc:sldMkLst>
          <pc:docMk/>
          <pc:sldMk cId="2696740994" sldId="375"/>
        </pc:sldMkLst>
        <pc:spChg chg="mod">
          <ac:chgData name="Juan David Suarez" userId="e850854423d4af7c" providerId="LiveId" clId="{79669D4D-7368-4F20-81FD-5E9952EBC3D4}" dt="2025-03-27T17:13:58.952" v="5315" actId="14100"/>
          <ac:spMkLst>
            <pc:docMk/>
            <pc:sldMk cId="2696740994" sldId="375"/>
            <ac:spMk id="2" creationId="{E8282392-8936-66BD-A306-C291493D6EB2}"/>
          </ac:spMkLst>
        </pc:spChg>
        <pc:spChg chg="mod">
          <ac:chgData name="Juan David Suarez" userId="e850854423d4af7c" providerId="LiveId" clId="{79669D4D-7368-4F20-81FD-5E9952EBC3D4}" dt="2025-03-27T17:14:12.005" v="5385" actId="20577"/>
          <ac:spMkLst>
            <pc:docMk/>
            <pc:sldMk cId="2696740994" sldId="375"/>
            <ac:spMk id="3" creationId="{A0B20AAE-B862-B263-C336-C1B1B6A92615}"/>
          </ac:spMkLst>
        </pc:spChg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1886766825" sldId="376"/>
        </pc:sldMkLst>
      </pc:sldChg>
      <pc:sldChg chg="modSp new mod">
        <pc:chgData name="Juan David Suarez" userId="e850854423d4af7c" providerId="LiveId" clId="{79669D4D-7368-4F20-81FD-5E9952EBC3D4}" dt="2025-03-27T17:15:19.379" v="5429" actId="20577"/>
        <pc:sldMkLst>
          <pc:docMk/>
          <pc:sldMk cId="2833090630" sldId="376"/>
        </pc:sldMkLst>
        <pc:spChg chg="mod">
          <ac:chgData name="Juan David Suarez" userId="e850854423d4af7c" providerId="LiveId" clId="{79669D4D-7368-4F20-81FD-5E9952EBC3D4}" dt="2025-03-27T17:14:41.209" v="5389" actId="207"/>
          <ac:spMkLst>
            <pc:docMk/>
            <pc:sldMk cId="2833090630" sldId="376"/>
            <ac:spMk id="2" creationId="{51E4C7F6-ADF8-B325-4DBE-539BA4D6B1BA}"/>
          </ac:spMkLst>
        </pc:spChg>
        <pc:spChg chg="mod">
          <ac:chgData name="Juan David Suarez" userId="e850854423d4af7c" providerId="LiveId" clId="{79669D4D-7368-4F20-81FD-5E9952EBC3D4}" dt="2025-03-27T17:15:19.379" v="5429" actId="20577"/>
          <ac:spMkLst>
            <pc:docMk/>
            <pc:sldMk cId="2833090630" sldId="376"/>
            <ac:spMk id="3" creationId="{4B5DA05A-CCDD-BA9D-939C-D39C6DD0E676}"/>
          </ac:spMkLst>
        </pc:spChg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1945996797" sldId="377"/>
        </pc:sldMkLst>
      </pc:sldChg>
      <pc:sldChg chg="modSp new mod">
        <pc:chgData name="Juan David Suarez" userId="e850854423d4af7c" providerId="LiveId" clId="{79669D4D-7368-4F20-81FD-5E9952EBC3D4}" dt="2025-03-27T17:16:54.176" v="5530" actId="313"/>
        <pc:sldMkLst>
          <pc:docMk/>
          <pc:sldMk cId="2564600638" sldId="377"/>
        </pc:sldMkLst>
        <pc:spChg chg="mod">
          <ac:chgData name="Juan David Suarez" userId="e850854423d4af7c" providerId="LiveId" clId="{79669D4D-7368-4F20-81FD-5E9952EBC3D4}" dt="2025-03-27T17:15:31.413" v="5432" actId="207"/>
          <ac:spMkLst>
            <pc:docMk/>
            <pc:sldMk cId="2564600638" sldId="377"/>
            <ac:spMk id="2" creationId="{D56AA836-EA45-48CE-8F7B-36C56F4763C0}"/>
          </ac:spMkLst>
        </pc:spChg>
        <pc:spChg chg="mod">
          <ac:chgData name="Juan David Suarez" userId="e850854423d4af7c" providerId="LiveId" clId="{79669D4D-7368-4F20-81FD-5E9952EBC3D4}" dt="2025-03-27T17:16:54.176" v="5530" actId="313"/>
          <ac:spMkLst>
            <pc:docMk/>
            <pc:sldMk cId="2564600638" sldId="377"/>
            <ac:spMk id="3" creationId="{CA7C478A-C77C-170A-5B86-96E92F3D56FB}"/>
          </ac:spMkLst>
        </pc:spChg>
      </pc:sldChg>
      <pc:sldChg chg="modSp new mod">
        <pc:chgData name="Juan David Suarez" userId="e850854423d4af7c" providerId="LiveId" clId="{79669D4D-7368-4F20-81FD-5E9952EBC3D4}" dt="2025-03-27T17:17:40.414" v="5586" actId="14100"/>
        <pc:sldMkLst>
          <pc:docMk/>
          <pc:sldMk cId="1465155475" sldId="378"/>
        </pc:sldMkLst>
        <pc:spChg chg="mod">
          <ac:chgData name="Juan David Suarez" userId="e850854423d4af7c" providerId="LiveId" clId="{79669D4D-7368-4F20-81FD-5E9952EBC3D4}" dt="2025-03-27T17:17:27.389" v="5577" actId="790"/>
          <ac:spMkLst>
            <pc:docMk/>
            <pc:sldMk cId="1465155475" sldId="378"/>
            <ac:spMk id="2" creationId="{86B6985B-F35A-F232-0638-68A92E7D811D}"/>
          </ac:spMkLst>
        </pc:spChg>
        <pc:spChg chg="mod">
          <ac:chgData name="Juan David Suarez" userId="e850854423d4af7c" providerId="LiveId" clId="{79669D4D-7368-4F20-81FD-5E9952EBC3D4}" dt="2025-03-27T17:17:40.414" v="5586" actId="14100"/>
          <ac:spMkLst>
            <pc:docMk/>
            <pc:sldMk cId="1465155475" sldId="378"/>
            <ac:spMk id="3" creationId="{05E4440E-27FD-6854-2B9C-FBF108B00F47}"/>
          </ac:spMkLst>
        </pc:spChg>
      </pc:sldChg>
      <pc:sldChg chg="modSp new mod">
        <pc:chgData name="Juan David Suarez" userId="e850854423d4af7c" providerId="LiveId" clId="{79669D4D-7368-4F20-81FD-5E9952EBC3D4}" dt="2025-03-27T17:18:09.979" v="5592" actId="14100"/>
        <pc:sldMkLst>
          <pc:docMk/>
          <pc:sldMk cId="318761065" sldId="379"/>
        </pc:sldMkLst>
        <pc:spChg chg="mod">
          <ac:chgData name="Juan David Suarez" userId="e850854423d4af7c" providerId="LiveId" clId="{79669D4D-7368-4F20-81FD-5E9952EBC3D4}" dt="2025-03-27T17:18:01.472" v="5590" actId="113"/>
          <ac:spMkLst>
            <pc:docMk/>
            <pc:sldMk cId="318761065" sldId="379"/>
            <ac:spMk id="2" creationId="{C97A5763-83A9-1E6D-CC3D-DC29FDA03363}"/>
          </ac:spMkLst>
        </pc:spChg>
        <pc:spChg chg="mod">
          <ac:chgData name="Juan David Suarez" userId="e850854423d4af7c" providerId="LiveId" clId="{79669D4D-7368-4F20-81FD-5E9952EBC3D4}" dt="2025-03-27T17:18:09.979" v="5592" actId="14100"/>
          <ac:spMkLst>
            <pc:docMk/>
            <pc:sldMk cId="318761065" sldId="379"/>
            <ac:spMk id="3" creationId="{9B314266-E60D-5776-AECA-3943035A6FC8}"/>
          </ac:spMkLst>
        </pc:spChg>
      </pc:sldChg>
      <pc:sldChg chg="addSp delSp modSp new del mod">
        <pc:chgData name="Juan David Suarez" userId="e850854423d4af7c" providerId="LiveId" clId="{79669D4D-7368-4F20-81FD-5E9952EBC3D4}" dt="2025-04-08T15:53:17.277" v="6147" actId="2696"/>
        <pc:sldMkLst>
          <pc:docMk/>
          <pc:sldMk cId="605396798" sldId="380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1942808443" sldId="380"/>
        </pc:sldMkLst>
      </pc:sldChg>
      <pc:sldChg chg="add">
        <pc:chgData name="Juan David Suarez" userId="e850854423d4af7c" providerId="LiveId" clId="{79669D4D-7368-4F20-81FD-5E9952EBC3D4}" dt="2025-04-08T15:53:19.177" v="6148"/>
        <pc:sldMkLst>
          <pc:docMk/>
          <pc:sldMk cId="3445782809" sldId="380"/>
        </pc:sldMkLst>
      </pc:sldChg>
      <pc:sldChg chg="new del">
        <pc:chgData name="Juan David Suarez" userId="e850854423d4af7c" providerId="LiveId" clId="{79669D4D-7368-4F20-81FD-5E9952EBC3D4}" dt="2025-03-26T01:02:40.148" v="4029" actId="47"/>
        <pc:sldMkLst>
          <pc:docMk/>
          <pc:sldMk cId="1435359216" sldId="381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3216998501" sldId="381"/>
        </pc:sldMkLst>
      </pc:sldChg>
      <pc:sldChg chg="modSp add del mod">
        <pc:chgData name="Juan David Suarez" userId="e850854423d4af7c" providerId="LiveId" clId="{79669D4D-7368-4F20-81FD-5E9952EBC3D4}" dt="2025-03-26T01:02:41.017" v="4030" actId="47"/>
        <pc:sldMkLst>
          <pc:docMk/>
          <pc:sldMk cId="88137872" sldId="382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2849204532" sldId="382"/>
        </pc:sldMkLst>
      </pc:sldChg>
      <pc:sldChg chg="modSp new del mod">
        <pc:chgData name="Juan David Suarez" userId="e850854423d4af7c" providerId="LiveId" clId="{79669D4D-7368-4F20-81FD-5E9952EBC3D4}" dt="2025-04-08T15:53:17.277" v="6147" actId="2696"/>
        <pc:sldMkLst>
          <pc:docMk/>
          <pc:sldMk cId="1860907349" sldId="383"/>
        </pc:sldMkLst>
      </pc:sldChg>
      <pc:sldChg chg="add">
        <pc:chgData name="Juan David Suarez" userId="e850854423d4af7c" providerId="LiveId" clId="{79669D4D-7368-4F20-81FD-5E9952EBC3D4}" dt="2025-04-08T15:53:19.177" v="6148"/>
        <pc:sldMkLst>
          <pc:docMk/>
          <pc:sldMk cId="2628496866" sldId="383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3821904487" sldId="383"/>
        </pc:sldMkLst>
      </pc:sldChg>
      <pc:sldChg chg="modSp new mod">
        <pc:chgData name="Juan David Suarez" userId="e850854423d4af7c" providerId="LiveId" clId="{79669D4D-7368-4F20-81FD-5E9952EBC3D4}" dt="2025-03-22T16:18:20.824" v="2363" actId="20577"/>
        <pc:sldMkLst>
          <pc:docMk/>
          <pc:sldMk cId="950644611" sldId="384"/>
        </pc:sldMkLst>
        <pc:spChg chg="mod">
          <ac:chgData name="Juan David Suarez" userId="e850854423d4af7c" providerId="LiveId" clId="{79669D4D-7368-4F20-81FD-5E9952EBC3D4}" dt="2025-03-22T16:18:20.824" v="2363" actId="20577"/>
          <ac:spMkLst>
            <pc:docMk/>
            <pc:sldMk cId="950644611" sldId="384"/>
            <ac:spMk id="2" creationId="{F1437DFD-52A7-9468-1B35-B5B75C70D796}"/>
          </ac:spMkLst>
        </pc:spChg>
      </pc:sldChg>
      <pc:sldChg chg="del">
        <pc:chgData name="Juan David Suarez" userId="e850854423d4af7c" providerId="LiveId" clId="{79669D4D-7368-4F20-81FD-5E9952EBC3D4}" dt="2025-03-19T20:14:39.055" v="45" actId="47"/>
        <pc:sldMkLst>
          <pc:docMk/>
          <pc:sldMk cId="1496184925" sldId="384"/>
        </pc:sldMkLst>
      </pc:sldChg>
      <pc:sldChg chg="del">
        <pc:chgData name="Juan David Suarez" userId="e850854423d4af7c" providerId="LiveId" clId="{79669D4D-7368-4F20-81FD-5E9952EBC3D4}" dt="2025-03-19T20:14:42.168" v="49" actId="47"/>
        <pc:sldMkLst>
          <pc:docMk/>
          <pc:sldMk cId="628834633" sldId="385"/>
        </pc:sldMkLst>
      </pc:sldChg>
      <pc:sldChg chg="modSp new del mod">
        <pc:chgData name="Juan David Suarez" userId="e850854423d4af7c" providerId="LiveId" clId="{79669D4D-7368-4F20-81FD-5E9952EBC3D4}" dt="2025-04-08T15:53:13.493" v="6146" actId="47"/>
        <pc:sldMkLst>
          <pc:docMk/>
          <pc:sldMk cId="1915244262" sldId="385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746523760" sldId="386"/>
        </pc:sldMkLst>
      </pc:sldChg>
      <pc:sldChg chg="modSp new del mod">
        <pc:chgData name="Juan David Suarez" userId="e850854423d4af7c" providerId="LiveId" clId="{79669D4D-7368-4F20-81FD-5E9952EBC3D4}" dt="2025-04-08T15:52:04.376" v="6143" actId="47"/>
        <pc:sldMkLst>
          <pc:docMk/>
          <pc:sldMk cId="1689603603" sldId="386"/>
        </pc:sldMkLst>
      </pc:sldChg>
      <pc:sldChg chg="modSp new mod">
        <pc:chgData name="Juan David Suarez" userId="e850854423d4af7c" providerId="LiveId" clId="{79669D4D-7368-4F20-81FD-5E9952EBC3D4}" dt="2025-03-27T18:41:34.442" v="5938" actId="1076"/>
        <pc:sldMkLst>
          <pc:docMk/>
          <pc:sldMk cId="3886616684" sldId="387"/>
        </pc:sldMkLst>
        <pc:spChg chg="mod">
          <ac:chgData name="Juan David Suarez" userId="e850854423d4af7c" providerId="LiveId" clId="{79669D4D-7368-4F20-81FD-5E9952EBC3D4}" dt="2025-03-27T17:25:09.782" v="5699" actId="14100"/>
          <ac:spMkLst>
            <pc:docMk/>
            <pc:sldMk cId="3886616684" sldId="387"/>
            <ac:spMk id="2" creationId="{C6EF169B-189F-CEAD-4502-8C28B13B4364}"/>
          </ac:spMkLst>
        </pc:spChg>
        <pc:spChg chg="mod">
          <ac:chgData name="Juan David Suarez" userId="e850854423d4af7c" providerId="LiveId" clId="{79669D4D-7368-4F20-81FD-5E9952EBC3D4}" dt="2025-03-27T18:41:34.442" v="5938" actId="1076"/>
          <ac:spMkLst>
            <pc:docMk/>
            <pc:sldMk cId="3886616684" sldId="387"/>
            <ac:spMk id="3" creationId="{4B49A2C9-1A41-CF53-876A-F518A1D20E63}"/>
          </ac:spMkLst>
        </pc:spChg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3957503683" sldId="387"/>
        </pc:sldMkLst>
      </pc:sldChg>
      <pc:sldChg chg="modSp new mod">
        <pc:chgData name="Juan David Suarez" userId="e850854423d4af7c" providerId="LiveId" clId="{79669D4D-7368-4F20-81FD-5E9952EBC3D4}" dt="2025-03-27T18:41:24.484" v="5937" actId="20577"/>
        <pc:sldMkLst>
          <pc:docMk/>
          <pc:sldMk cId="769514903" sldId="388"/>
        </pc:sldMkLst>
        <pc:spChg chg="mod">
          <ac:chgData name="Juan David Suarez" userId="e850854423d4af7c" providerId="LiveId" clId="{79669D4D-7368-4F20-81FD-5E9952EBC3D4}" dt="2025-03-27T17:25:45.816" v="5711" actId="113"/>
          <ac:spMkLst>
            <pc:docMk/>
            <pc:sldMk cId="769514903" sldId="388"/>
            <ac:spMk id="2" creationId="{042EC5FC-E4F5-6F5A-76B2-28EA20B86ED9}"/>
          </ac:spMkLst>
        </pc:spChg>
        <pc:spChg chg="mod">
          <ac:chgData name="Juan David Suarez" userId="e850854423d4af7c" providerId="LiveId" clId="{79669D4D-7368-4F20-81FD-5E9952EBC3D4}" dt="2025-03-27T18:41:24.484" v="5937" actId="20577"/>
          <ac:spMkLst>
            <pc:docMk/>
            <pc:sldMk cId="769514903" sldId="388"/>
            <ac:spMk id="3" creationId="{20C2E250-EB23-A9F5-83F8-9014A32A237D}"/>
          </ac:spMkLst>
        </pc:spChg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1628889517" sldId="388"/>
        </pc:sldMkLst>
      </pc:sldChg>
      <pc:sldChg chg="addSp delSp modSp new mod">
        <pc:chgData name="Juan David Suarez" userId="e850854423d4af7c" providerId="LiveId" clId="{79669D4D-7368-4F20-81FD-5E9952EBC3D4}" dt="2025-04-10T21:23:28.643" v="7923" actId="1076"/>
        <pc:sldMkLst>
          <pc:docMk/>
          <pc:sldMk cId="1428218560" sldId="389"/>
        </pc:sldMkLst>
        <pc:spChg chg="mod">
          <ac:chgData name="Juan David Suarez" userId="e850854423d4af7c" providerId="LiveId" clId="{79669D4D-7368-4F20-81FD-5E9952EBC3D4}" dt="2025-03-24T21:54:38.894" v="4010" actId="20577"/>
          <ac:spMkLst>
            <pc:docMk/>
            <pc:sldMk cId="1428218560" sldId="389"/>
            <ac:spMk id="2" creationId="{A1783D28-E008-0F14-FD6A-8B842EEBEA4E}"/>
          </ac:spMkLst>
        </pc:spChg>
        <pc:picChg chg="add del mod">
          <ac:chgData name="Juan David Suarez" userId="e850854423d4af7c" providerId="LiveId" clId="{79669D4D-7368-4F20-81FD-5E9952EBC3D4}" dt="2025-04-10T21:23:20.759" v="7918" actId="478"/>
          <ac:picMkLst>
            <pc:docMk/>
            <pc:sldMk cId="1428218560" sldId="389"/>
            <ac:picMk id="5" creationId="{4F2C6249-2775-E900-B46E-CEADEC0DBB4B}"/>
          </ac:picMkLst>
        </pc:picChg>
        <pc:picChg chg="add mod">
          <ac:chgData name="Juan David Suarez" userId="e850854423d4af7c" providerId="LiveId" clId="{79669D4D-7368-4F20-81FD-5E9952EBC3D4}" dt="2025-04-10T21:23:28.643" v="7923" actId="1076"/>
          <ac:picMkLst>
            <pc:docMk/>
            <pc:sldMk cId="1428218560" sldId="389"/>
            <ac:picMk id="2050" creationId="{08227379-4C4C-8763-722A-A3C05F86D954}"/>
          </ac:picMkLst>
        </pc:picChg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2654387566" sldId="389"/>
        </pc:sldMkLst>
      </pc:sldChg>
      <pc:sldChg chg="modSp new del mod">
        <pc:chgData name="Juan David Suarez" userId="e850854423d4af7c" providerId="LiveId" clId="{79669D4D-7368-4F20-81FD-5E9952EBC3D4}" dt="2025-03-27T16:38:01.897" v="4337" actId="47"/>
        <pc:sldMkLst>
          <pc:docMk/>
          <pc:sldMk cId="1977030264" sldId="390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3161846703" sldId="390"/>
        </pc:sldMkLst>
      </pc:sldChg>
      <pc:sldChg chg="addSp modSp new mod">
        <pc:chgData name="Juan David Suarez" userId="e850854423d4af7c" providerId="LiveId" clId="{79669D4D-7368-4F20-81FD-5E9952EBC3D4}" dt="2025-04-08T16:50:43.998" v="6238" actId="1076"/>
        <pc:sldMkLst>
          <pc:docMk/>
          <pc:sldMk cId="8442888" sldId="391"/>
        </pc:sldMkLst>
        <pc:spChg chg="mod">
          <ac:chgData name="Juan David Suarez" userId="e850854423d4af7c" providerId="LiveId" clId="{79669D4D-7368-4F20-81FD-5E9952EBC3D4}" dt="2025-03-27T16:34:02.890" v="4300" actId="313"/>
          <ac:spMkLst>
            <pc:docMk/>
            <pc:sldMk cId="8442888" sldId="391"/>
            <ac:spMk id="2" creationId="{9BB0B537-1E68-A0E0-5909-B9AD85EC9B05}"/>
          </ac:spMkLst>
        </pc:spChg>
        <pc:spChg chg="mod">
          <ac:chgData name="Juan David Suarez" userId="e850854423d4af7c" providerId="LiveId" clId="{79669D4D-7368-4F20-81FD-5E9952EBC3D4}" dt="2025-04-08T16:50:39.394" v="6235" actId="1076"/>
          <ac:spMkLst>
            <pc:docMk/>
            <pc:sldMk cId="8442888" sldId="391"/>
            <ac:spMk id="3" creationId="{FDAA16DF-0717-9245-F5B9-BD126CC46F5D}"/>
          </ac:spMkLst>
        </pc:spChg>
        <pc:picChg chg="add mod">
          <ac:chgData name="Juan David Suarez" userId="e850854423d4af7c" providerId="LiveId" clId="{79669D4D-7368-4F20-81FD-5E9952EBC3D4}" dt="2025-04-08T16:50:43.998" v="6238" actId="1076"/>
          <ac:picMkLst>
            <pc:docMk/>
            <pc:sldMk cId="8442888" sldId="391"/>
            <ac:picMk id="3074" creationId="{4A056B51-ACDF-6256-A17A-FC738825CC98}"/>
          </ac:picMkLst>
        </pc:picChg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3955724806" sldId="391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829536813" sldId="392"/>
        </pc:sldMkLst>
      </pc:sldChg>
      <pc:sldChg chg="addSp delSp modSp new mod">
        <pc:chgData name="Juan David Suarez" userId="e850854423d4af7c" providerId="LiveId" clId="{79669D4D-7368-4F20-81FD-5E9952EBC3D4}" dt="2025-04-08T17:21:29.055" v="6592" actId="1076"/>
        <pc:sldMkLst>
          <pc:docMk/>
          <pc:sldMk cId="2643619208" sldId="392"/>
        </pc:sldMkLst>
        <pc:spChg chg="mod">
          <ac:chgData name="Juan David Suarez" userId="e850854423d4af7c" providerId="LiveId" clId="{79669D4D-7368-4F20-81FD-5E9952EBC3D4}" dt="2025-03-27T16:33:59.360" v="4299" actId="27636"/>
          <ac:spMkLst>
            <pc:docMk/>
            <pc:sldMk cId="2643619208" sldId="392"/>
            <ac:spMk id="2" creationId="{C4312AA3-F261-B162-E18F-D2538E960904}"/>
          </ac:spMkLst>
        </pc:spChg>
        <pc:spChg chg="add mod">
          <ac:chgData name="Juan David Suarez" userId="e850854423d4af7c" providerId="LiveId" clId="{79669D4D-7368-4F20-81FD-5E9952EBC3D4}" dt="2025-04-08T17:21:29.055" v="6592" actId="1076"/>
          <ac:spMkLst>
            <pc:docMk/>
            <pc:sldMk cId="2643619208" sldId="392"/>
            <ac:spMk id="10" creationId="{6B45A184-CE65-6982-AAF9-EFDBDB61E7EE}"/>
          </ac:spMkLst>
        </pc:spChg>
        <pc:picChg chg="add mod">
          <ac:chgData name="Juan David Suarez" userId="e850854423d4af7c" providerId="LiveId" clId="{79669D4D-7368-4F20-81FD-5E9952EBC3D4}" dt="2025-04-08T17:21:12.321" v="6586" actId="1076"/>
          <ac:picMkLst>
            <pc:docMk/>
            <pc:sldMk cId="2643619208" sldId="392"/>
            <ac:picMk id="5" creationId="{FAB8D3F5-33BA-C8B9-8603-B8C970EC9ADA}"/>
          </ac:picMkLst>
        </pc:picChg>
        <pc:picChg chg="add mod">
          <ac:chgData name="Juan David Suarez" userId="e850854423d4af7c" providerId="LiveId" clId="{79669D4D-7368-4F20-81FD-5E9952EBC3D4}" dt="2025-04-08T17:21:12.321" v="6586" actId="1076"/>
          <ac:picMkLst>
            <pc:docMk/>
            <pc:sldMk cId="2643619208" sldId="392"/>
            <ac:picMk id="7" creationId="{9B3EA2C1-707B-7AF5-8FCE-C12F7B675F11}"/>
          </ac:picMkLst>
        </pc:picChg>
        <pc:picChg chg="add mod">
          <ac:chgData name="Juan David Suarez" userId="e850854423d4af7c" providerId="LiveId" clId="{79669D4D-7368-4F20-81FD-5E9952EBC3D4}" dt="2025-04-08T17:21:12.321" v="6586" actId="1076"/>
          <ac:picMkLst>
            <pc:docMk/>
            <pc:sldMk cId="2643619208" sldId="392"/>
            <ac:picMk id="9" creationId="{1369B0DB-9F07-08E4-3E66-FB5DC699EF1C}"/>
          </ac:picMkLst>
        </pc:picChg>
        <pc:cxnChg chg="add mod">
          <ac:chgData name="Juan David Suarez" userId="e850854423d4af7c" providerId="LiveId" clId="{79669D4D-7368-4F20-81FD-5E9952EBC3D4}" dt="2025-04-08T17:21:29.055" v="6592" actId="1076"/>
          <ac:cxnSpMkLst>
            <pc:docMk/>
            <pc:sldMk cId="2643619208" sldId="392"/>
            <ac:cxnSpMk id="12" creationId="{0D532D7D-BF57-DEDD-37F4-2909837707E0}"/>
          </ac:cxnSpMkLst>
        </pc:cxnChg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799356804" sldId="393"/>
        </pc:sldMkLst>
      </pc:sldChg>
      <pc:sldChg chg="addSp delSp modSp new mod">
        <pc:chgData name="Juan David Suarez" userId="e850854423d4af7c" providerId="LiveId" clId="{79669D4D-7368-4F20-81FD-5E9952EBC3D4}" dt="2025-04-08T17:21:05.209" v="6584" actId="20577"/>
        <pc:sldMkLst>
          <pc:docMk/>
          <pc:sldMk cId="1519571042" sldId="393"/>
        </pc:sldMkLst>
        <pc:spChg chg="mod">
          <ac:chgData name="Juan David Suarez" userId="e850854423d4af7c" providerId="LiveId" clId="{79669D4D-7368-4F20-81FD-5E9952EBC3D4}" dt="2025-03-27T16:34:19.729" v="4307" actId="27636"/>
          <ac:spMkLst>
            <pc:docMk/>
            <pc:sldMk cId="1519571042" sldId="393"/>
            <ac:spMk id="2" creationId="{512D9A10-1130-C03E-6543-9C90AF0FF442}"/>
          </ac:spMkLst>
        </pc:spChg>
        <pc:spChg chg="add mod">
          <ac:chgData name="Juan David Suarez" userId="e850854423d4af7c" providerId="LiveId" clId="{79669D4D-7368-4F20-81FD-5E9952EBC3D4}" dt="2025-04-08T17:14:45.918" v="6524" actId="14100"/>
          <ac:spMkLst>
            <pc:docMk/>
            <pc:sldMk cId="1519571042" sldId="393"/>
            <ac:spMk id="6" creationId="{008ED62C-D3B1-F4C8-5433-CEBAD3373865}"/>
          </ac:spMkLst>
        </pc:spChg>
        <pc:spChg chg="add mod">
          <ac:chgData name="Juan David Suarez" userId="e850854423d4af7c" providerId="LiveId" clId="{79669D4D-7368-4F20-81FD-5E9952EBC3D4}" dt="2025-04-08T17:21:05.209" v="6584" actId="20577"/>
          <ac:spMkLst>
            <pc:docMk/>
            <pc:sldMk cId="1519571042" sldId="393"/>
            <ac:spMk id="7" creationId="{EB6A59BB-C2B4-B7F7-2FAF-D90B712FDE00}"/>
          </ac:spMkLst>
        </pc:spChg>
        <pc:spChg chg="add mod">
          <ac:chgData name="Juan David Suarez" userId="e850854423d4af7c" providerId="LiveId" clId="{79669D4D-7368-4F20-81FD-5E9952EBC3D4}" dt="2025-04-08T17:13:55.712" v="6521" actId="207"/>
          <ac:spMkLst>
            <pc:docMk/>
            <pc:sldMk cId="1519571042" sldId="393"/>
            <ac:spMk id="11" creationId="{2E300D99-A791-FD92-C70C-59759727DB36}"/>
          </ac:spMkLst>
        </pc:spChg>
        <pc:spChg chg="add mod">
          <ac:chgData name="Juan David Suarez" userId="e850854423d4af7c" providerId="LiveId" clId="{79669D4D-7368-4F20-81FD-5E9952EBC3D4}" dt="2025-04-08T17:13:55.712" v="6521" actId="207"/>
          <ac:spMkLst>
            <pc:docMk/>
            <pc:sldMk cId="1519571042" sldId="393"/>
            <ac:spMk id="12" creationId="{7DBC591F-8182-213A-F1DF-065967E4A9F3}"/>
          </ac:spMkLst>
        </pc:spChg>
        <pc:spChg chg="add mod">
          <ac:chgData name="Juan David Suarez" userId="e850854423d4af7c" providerId="LiveId" clId="{79669D4D-7368-4F20-81FD-5E9952EBC3D4}" dt="2025-04-08T17:13:55.712" v="6521" actId="207"/>
          <ac:spMkLst>
            <pc:docMk/>
            <pc:sldMk cId="1519571042" sldId="393"/>
            <ac:spMk id="15" creationId="{17B0D376-664D-6963-EFB8-4D632B138D54}"/>
          </ac:spMkLst>
        </pc:spChg>
        <pc:picChg chg="add mod ord">
          <ac:chgData name="Juan David Suarez" userId="e850854423d4af7c" providerId="LiveId" clId="{79669D4D-7368-4F20-81FD-5E9952EBC3D4}" dt="2025-04-08T17:12:25.767" v="6449" actId="1076"/>
          <ac:picMkLst>
            <pc:docMk/>
            <pc:sldMk cId="1519571042" sldId="393"/>
            <ac:picMk id="5" creationId="{F516F40A-AFBB-78CE-21F1-147B16C86A06}"/>
          </ac:picMkLst>
        </pc:picChg>
        <pc:picChg chg="add mod">
          <ac:chgData name="Juan David Suarez" userId="e850854423d4af7c" providerId="LiveId" clId="{79669D4D-7368-4F20-81FD-5E9952EBC3D4}" dt="2025-04-08T17:13:03.959" v="6491" actId="1076"/>
          <ac:picMkLst>
            <pc:docMk/>
            <pc:sldMk cId="1519571042" sldId="393"/>
            <ac:picMk id="9" creationId="{ED014EBC-69BC-19B2-DE37-72E484F923E9}"/>
          </ac:picMkLst>
        </pc:picChg>
        <pc:cxnChg chg="add mod">
          <ac:chgData name="Juan David Suarez" userId="e850854423d4af7c" providerId="LiveId" clId="{79669D4D-7368-4F20-81FD-5E9952EBC3D4}" dt="2025-04-08T17:13:22.120" v="6494" actId="1076"/>
          <ac:cxnSpMkLst>
            <pc:docMk/>
            <pc:sldMk cId="1519571042" sldId="393"/>
            <ac:cxnSpMk id="10" creationId="{6FD234C5-4D48-9C03-D777-6627EE2DB87C}"/>
          </ac:cxnSpMkLst>
        </pc:cxnChg>
        <pc:cxnChg chg="add mod">
          <ac:chgData name="Juan David Suarez" userId="e850854423d4af7c" providerId="LiveId" clId="{79669D4D-7368-4F20-81FD-5E9952EBC3D4}" dt="2025-04-08T17:13:22.120" v="6494" actId="1076"/>
          <ac:cxnSpMkLst>
            <pc:docMk/>
            <pc:sldMk cId="1519571042" sldId="393"/>
            <ac:cxnSpMk id="13" creationId="{2BF71C29-23B9-9161-09AB-D561BF0FC836}"/>
          </ac:cxnSpMkLst>
        </pc:cxnChg>
        <pc:cxnChg chg="add mod">
          <ac:chgData name="Juan David Suarez" userId="e850854423d4af7c" providerId="LiveId" clId="{79669D4D-7368-4F20-81FD-5E9952EBC3D4}" dt="2025-04-08T17:13:38.615" v="6500" actId="14100"/>
          <ac:cxnSpMkLst>
            <pc:docMk/>
            <pc:sldMk cId="1519571042" sldId="393"/>
            <ac:cxnSpMk id="14" creationId="{04A25D50-9969-6F28-7F97-084ED48C2245}"/>
          </ac:cxnSpMkLst>
        </pc:cxnChg>
      </pc:sldChg>
      <pc:sldChg chg="addSp delSp modSp new mod">
        <pc:chgData name="Juan David Suarez" userId="e850854423d4af7c" providerId="LiveId" clId="{79669D4D-7368-4F20-81FD-5E9952EBC3D4}" dt="2025-04-10T15:07:48.211" v="7865" actId="20577"/>
        <pc:sldMkLst>
          <pc:docMk/>
          <pc:sldMk cId="321148567" sldId="394"/>
        </pc:sldMkLst>
        <pc:spChg chg="mod">
          <ac:chgData name="Juan David Suarez" userId="e850854423d4af7c" providerId="LiveId" clId="{79669D4D-7368-4F20-81FD-5E9952EBC3D4}" dt="2025-03-27T16:34:32.372" v="4316" actId="27636"/>
          <ac:spMkLst>
            <pc:docMk/>
            <pc:sldMk cId="321148567" sldId="394"/>
            <ac:spMk id="2" creationId="{CA99C183-735B-B870-E551-469E908CC310}"/>
          </ac:spMkLst>
        </pc:spChg>
        <pc:spChg chg="add mod">
          <ac:chgData name="Juan David Suarez" userId="e850854423d4af7c" providerId="LiveId" clId="{79669D4D-7368-4F20-81FD-5E9952EBC3D4}" dt="2025-04-08T17:22:28.841" v="6671" actId="790"/>
          <ac:spMkLst>
            <pc:docMk/>
            <pc:sldMk cId="321148567" sldId="394"/>
            <ac:spMk id="10" creationId="{CBBD3F49-C8BE-720F-92A2-2EAED49CD6C8}"/>
          </ac:spMkLst>
        </pc:spChg>
        <pc:spChg chg="add mod">
          <ac:chgData name="Juan David Suarez" userId="e850854423d4af7c" providerId="LiveId" clId="{79669D4D-7368-4F20-81FD-5E9952EBC3D4}" dt="2025-04-10T15:07:48.211" v="7865" actId="20577"/>
          <ac:spMkLst>
            <pc:docMk/>
            <pc:sldMk cId="321148567" sldId="394"/>
            <ac:spMk id="14" creationId="{EED5F05C-3048-D93A-337B-748FA74CA88F}"/>
          </ac:spMkLst>
        </pc:spChg>
        <pc:spChg chg="add mod">
          <ac:chgData name="Juan David Suarez" userId="e850854423d4af7c" providerId="LiveId" clId="{79669D4D-7368-4F20-81FD-5E9952EBC3D4}" dt="2025-04-08T17:22:58.969" v="6680" actId="1076"/>
          <ac:spMkLst>
            <pc:docMk/>
            <pc:sldMk cId="321148567" sldId="394"/>
            <ac:spMk id="18" creationId="{5A964DF6-2333-4D02-6C9A-36D344675DBE}"/>
          </ac:spMkLst>
        </pc:spChg>
        <pc:spChg chg="add mod">
          <ac:chgData name="Juan David Suarez" userId="e850854423d4af7c" providerId="LiveId" clId="{79669D4D-7368-4F20-81FD-5E9952EBC3D4}" dt="2025-04-08T17:22:48.981" v="6678"/>
          <ac:spMkLst>
            <pc:docMk/>
            <pc:sldMk cId="321148567" sldId="394"/>
            <ac:spMk id="19" creationId="{B21358B9-1F3E-5218-B8AC-F1F85F547BF0}"/>
          </ac:spMkLst>
        </pc:spChg>
        <pc:spChg chg="add del mod">
          <ac:chgData name="Juan David Suarez" userId="e850854423d4af7c" providerId="LiveId" clId="{79669D4D-7368-4F20-81FD-5E9952EBC3D4}" dt="2025-04-10T15:07:37.972" v="7855" actId="478"/>
          <ac:spMkLst>
            <pc:docMk/>
            <pc:sldMk cId="321148567" sldId="394"/>
            <ac:spMk id="20" creationId="{22B2C0FD-95CE-2BCF-C1AF-FE2C2D9E0AC9}"/>
          </ac:spMkLst>
        </pc:spChg>
        <pc:picChg chg="add mod ord">
          <ac:chgData name="Juan David Suarez" userId="e850854423d4af7c" providerId="LiveId" clId="{79669D4D-7368-4F20-81FD-5E9952EBC3D4}" dt="2025-04-08T17:19:54.647" v="6532" actId="1076"/>
          <ac:picMkLst>
            <pc:docMk/>
            <pc:sldMk cId="321148567" sldId="394"/>
            <ac:picMk id="5" creationId="{C38004D2-BD8C-89FA-0BF1-B4285EBC7056}"/>
          </ac:picMkLst>
        </pc:picChg>
        <pc:picChg chg="add del mod">
          <ac:chgData name="Juan David Suarez" userId="e850854423d4af7c" providerId="LiveId" clId="{79669D4D-7368-4F20-81FD-5E9952EBC3D4}" dt="2025-04-10T15:07:35.515" v="7854" actId="478"/>
          <ac:picMkLst>
            <pc:docMk/>
            <pc:sldMk cId="321148567" sldId="394"/>
            <ac:picMk id="7" creationId="{60BD7A3A-B0DD-BF61-AE23-D1FBEB13AC9D}"/>
          </ac:picMkLst>
        </pc:picChg>
        <pc:picChg chg="add mod">
          <ac:chgData name="Juan David Suarez" userId="e850854423d4af7c" providerId="LiveId" clId="{79669D4D-7368-4F20-81FD-5E9952EBC3D4}" dt="2025-04-08T17:20:01.406" v="6536" actId="1076"/>
          <ac:picMkLst>
            <pc:docMk/>
            <pc:sldMk cId="321148567" sldId="394"/>
            <ac:picMk id="9" creationId="{00278C08-53DC-3B51-F7A0-8CBD306F4BDB}"/>
          </ac:picMkLst>
        </pc:picChg>
        <pc:cxnChg chg="add">
          <ac:chgData name="Juan David Suarez" userId="e850854423d4af7c" providerId="LiveId" clId="{79669D4D-7368-4F20-81FD-5E9952EBC3D4}" dt="2025-04-08T17:21:56.712" v="6597" actId="11529"/>
          <ac:cxnSpMkLst>
            <pc:docMk/>
            <pc:sldMk cId="321148567" sldId="394"/>
            <ac:cxnSpMk id="12" creationId="{CF85DA80-12BE-282E-63A8-5EF060E5F2CF}"/>
          </ac:cxnSpMkLst>
        </pc:cxnChg>
        <pc:cxnChg chg="add del mod">
          <ac:chgData name="Juan David Suarez" userId="e850854423d4af7c" providerId="LiveId" clId="{79669D4D-7368-4F20-81FD-5E9952EBC3D4}" dt="2025-04-10T15:07:40.439" v="7856" actId="478"/>
          <ac:cxnSpMkLst>
            <pc:docMk/>
            <pc:sldMk cId="321148567" sldId="394"/>
            <ac:cxnSpMk id="15" creationId="{343BA35A-FFE0-012D-7029-E0471FB079DD}"/>
          </ac:cxnSpMkLst>
        </pc:cxnChg>
        <pc:cxnChg chg="add mod">
          <ac:chgData name="Juan David Suarez" userId="e850854423d4af7c" providerId="LiveId" clId="{79669D4D-7368-4F20-81FD-5E9952EBC3D4}" dt="2025-04-08T17:23:05.742" v="6683" actId="14100"/>
          <ac:cxnSpMkLst>
            <pc:docMk/>
            <pc:sldMk cId="321148567" sldId="394"/>
            <ac:cxnSpMk id="21" creationId="{F5C545C5-2268-825F-A00A-2AF95A4A94A4}"/>
          </ac:cxnSpMkLst>
        </pc:cxnChg>
        <pc:cxnChg chg="add mod">
          <ac:chgData name="Juan David Suarez" userId="e850854423d4af7c" providerId="LiveId" clId="{79669D4D-7368-4F20-81FD-5E9952EBC3D4}" dt="2025-04-08T17:23:02.991" v="6682" actId="1076"/>
          <ac:cxnSpMkLst>
            <pc:docMk/>
            <pc:sldMk cId="321148567" sldId="394"/>
            <ac:cxnSpMk id="22" creationId="{0FDDD071-DA69-23E4-92E4-082B6839F4B6}"/>
          </ac:cxnSpMkLst>
        </pc:cxnChg>
        <pc:cxnChg chg="add mod">
          <ac:chgData name="Juan David Suarez" userId="e850854423d4af7c" providerId="LiveId" clId="{79669D4D-7368-4F20-81FD-5E9952EBC3D4}" dt="2025-04-08T17:22:55.589" v="6679"/>
          <ac:cxnSpMkLst>
            <pc:docMk/>
            <pc:sldMk cId="321148567" sldId="394"/>
            <ac:cxnSpMk id="23" creationId="{4A7DA327-13B6-C1F5-DD57-528EC5DB9114}"/>
          </ac:cxnSpMkLst>
        </pc:cxnChg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1349459115" sldId="394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618135659" sldId="395"/>
        </pc:sldMkLst>
      </pc:sldChg>
      <pc:sldChg chg="addSp delSp modSp new mod">
        <pc:chgData name="Juan David Suarez" userId="e850854423d4af7c" providerId="LiveId" clId="{79669D4D-7368-4F20-81FD-5E9952EBC3D4}" dt="2025-04-08T17:30:56.043" v="6747" actId="1076"/>
        <pc:sldMkLst>
          <pc:docMk/>
          <pc:sldMk cId="4288217664" sldId="395"/>
        </pc:sldMkLst>
        <pc:spChg chg="mod">
          <ac:chgData name="Juan David Suarez" userId="e850854423d4af7c" providerId="LiveId" clId="{79669D4D-7368-4F20-81FD-5E9952EBC3D4}" dt="2025-03-27T16:34:39.731" v="4322" actId="27636"/>
          <ac:spMkLst>
            <pc:docMk/>
            <pc:sldMk cId="4288217664" sldId="395"/>
            <ac:spMk id="2" creationId="{CDF4D08A-1476-6A7B-472B-9857158B5227}"/>
          </ac:spMkLst>
        </pc:spChg>
        <pc:picChg chg="add mod ord">
          <ac:chgData name="Juan David Suarez" userId="e850854423d4af7c" providerId="LiveId" clId="{79669D4D-7368-4F20-81FD-5E9952EBC3D4}" dt="2025-04-08T17:30:56.043" v="6747" actId="1076"/>
          <ac:picMkLst>
            <pc:docMk/>
            <pc:sldMk cId="4288217664" sldId="395"/>
            <ac:picMk id="5" creationId="{275A3548-877F-C17B-0322-272A38043428}"/>
          </ac:picMkLst>
        </pc:picChg>
      </pc:sldChg>
      <pc:sldChg chg="addSp delSp modSp new mod">
        <pc:chgData name="Juan David Suarez" userId="e850854423d4af7c" providerId="LiveId" clId="{79669D4D-7368-4F20-81FD-5E9952EBC3D4}" dt="2025-04-08T17:36:23.374" v="7003" actId="1076"/>
        <pc:sldMkLst>
          <pc:docMk/>
          <pc:sldMk cId="1146535831" sldId="396"/>
        </pc:sldMkLst>
        <pc:spChg chg="mod">
          <ac:chgData name="Juan David Suarez" userId="e850854423d4af7c" providerId="LiveId" clId="{79669D4D-7368-4F20-81FD-5E9952EBC3D4}" dt="2025-03-27T16:34:50.939" v="4328" actId="27636"/>
          <ac:spMkLst>
            <pc:docMk/>
            <pc:sldMk cId="1146535831" sldId="396"/>
            <ac:spMk id="2" creationId="{DBAD8BCF-199E-8605-4830-CC91B4DECB62}"/>
          </ac:spMkLst>
        </pc:spChg>
        <pc:picChg chg="add mod">
          <ac:chgData name="Juan David Suarez" userId="e850854423d4af7c" providerId="LiveId" clId="{79669D4D-7368-4F20-81FD-5E9952EBC3D4}" dt="2025-04-08T17:36:23.374" v="7003" actId="1076"/>
          <ac:picMkLst>
            <pc:docMk/>
            <pc:sldMk cId="1146535831" sldId="396"/>
            <ac:picMk id="5" creationId="{614B12E1-CF43-B5F8-F994-0B007070E585}"/>
          </ac:picMkLst>
        </pc:picChg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1825083262" sldId="397"/>
        </pc:sldMkLst>
      </pc:sldChg>
      <pc:sldChg chg="modSp add mod">
        <pc:chgData name="Juan David Suarez" userId="e850854423d4af7c" providerId="LiveId" clId="{79669D4D-7368-4F20-81FD-5E9952EBC3D4}" dt="2025-03-27T17:04:25.472" v="4884" actId="313"/>
        <pc:sldMkLst>
          <pc:docMk/>
          <pc:sldMk cId="2877911308" sldId="397"/>
        </pc:sldMkLst>
        <pc:spChg chg="mod">
          <ac:chgData name="Juan David Suarez" userId="e850854423d4af7c" providerId="LiveId" clId="{79669D4D-7368-4F20-81FD-5E9952EBC3D4}" dt="2025-03-27T17:04:25.472" v="4884" actId="313"/>
          <ac:spMkLst>
            <pc:docMk/>
            <pc:sldMk cId="2877911308" sldId="397"/>
            <ac:spMk id="2" creationId="{5C5D1779-8359-02FB-47B7-C0E6457C2C97}"/>
          </ac:spMkLst>
        </pc:spChg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1577353039" sldId="398"/>
        </pc:sldMkLst>
      </pc:sldChg>
      <pc:sldChg chg="modSp new mod">
        <pc:chgData name="Juan David Suarez" userId="e850854423d4af7c" providerId="LiveId" clId="{79669D4D-7368-4F20-81FD-5E9952EBC3D4}" dt="2025-04-08T15:16:59.988" v="6129" actId="20577"/>
        <pc:sldMkLst>
          <pc:docMk/>
          <pc:sldMk cId="2926810022" sldId="398"/>
        </pc:sldMkLst>
        <pc:spChg chg="mod">
          <ac:chgData name="Juan David Suarez" userId="e850854423d4af7c" providerId="LiveId" clId="{79669D4D-7368-4F20-81FD-5E9952EBC3D4}" dt="2025-04-08T15:16:59.988" v="6129" actId="20577"/>
          <ac:spMkLst>
            <pc:docMk/>
            <pc:sldMk cId="2926810022" sldId="398"/>
            <ac:spMk id="2" creationId="{C5B49883-7AAC-44FE-0223-DDF2839322ED}"/>
          </ac:spMkLst>
        </pc:spChg>
        <pc:spChg chg="mod">
          <ac:chgData name="Juan David Suarez" userId="e850854423d4af7c" providerId="LiveId" clId="{79669D4D-7368-4F20-81FD-5E9952EBC3D4}" dt="2025-03-27T17:09:23.326" v="5106" actId="27636"/>
          <ac:spMkLst>
            <pc:docMk/>
            <pc:sldMk cId="2926810022" sldId="398"/>
            <ac:spMk id="3" creationId="{AD66EDE7-D286-4EF3-9838-601400624F69}"/>
          </ac:spMkLst>
        </pc:spChg>
      </pc:sldChg>
      <pc:sldChg chg="addSp delSp modSp add mod">
        <pc:chgData name="Juan David Suarez" userId="e850854423d4af7c" providerId="LiveId" clId="{79669D4D-7368-4F20-81FD-5E9952EBC3D4}" dt="2025-04-08T15:12:44.275" v="6068" actId="1035"/>
        <pc:sldMkLst>
          <pc:docMk/>
          <pc:sldMk cId="1624825760" sldId="399"/>
        </pc:sldMkLst>
        <pc:spChg chg="mod">
          <ac:chgData name="Juan David Suarez" userId="e850854423d4af7c" providerId="LiveId" clId="{79669D4D-7368-4F20-81FD-5E9952EBC3D4}" dt="2025-04-08T15:12:44.275" v="6068" actId="1035"/>
          <ac:spMkLst>
            <pc:docMk/>
            <pc:sldMk cId="1624825760" sldId="399"/>
            <ac:spMk id="5" creationId="{1A905263-5FED-9D8F-61B2-220A58F66607}"/>
          </ac:spMkLst>
        </pc:spChg>
        <pc:spChg chg="mod">
          <ac:chgData name="Juan David Suarez" userId="e850854423d4af7c" providerId="LiveId" clId="{79669D4D-7368-4F20-81FD-5E9952EBC3D4}" dt="2025-04-08T15:12:44.275" v="6068" actId="1035"/>
          <ac:spMkLst>
            <pc:docMk/>
            <pc:sldMk cId="1624825760" sldId="399"/>
            <ac:spMk id="6" creationId="{B3ED4FE9-98C8-F937-E308-4365D7D6A73C}"/>
          </ac:spMkLst>
        </pc:spChg>
        <pc:spChg chg="add mod">
          <ac:chgData name="Juan David Suarez" userId="e850854423d4af7c" providerId="LiveId" clId="{79669D4D-7368-4F20-81FD-5E9952EBC3D4}" dt="2025-04-08T15:12:44.275" v="6068" actId="1035"/>
          <ac:spMkLst>
            <pc:docMk/>
            <pc:sldMk cId="1624825760" sldId="399"/>
            <ac:spMk id="7" creationId="{9594DE2F-7747-0537-65BE-CAE78A4DA93F}"/>
          </ac:spMkLst>
        </pc:spChg>
        <pc:spChg chg="mod">
          <ac:chgData name="Juan David Suarez" userId="e850854423d4af7c" providerId="LiveId" clId="{79669D4D-7368-4F20-81FD-5E9952EBC3D4}" dt="2025-04-08T15:12:44.275" v="6068" actId="1035"/>
          <ac:spMkLst>
            <pc:docMk/>
            <pc:sldMk cId="1624825760" sldId="399"/>
            <ac:spMk id="8" creationId="{3C869135-7A00-7A86-4D21-76A37CC840E9}"/>
          </ac:spMkLst>
        </pc:spChg>
        <pc:spChg chg="mod">
          <ac:chgData name="Juan David Suarez" userId="e850854423d4af7c" providerId="LiveId" clId="{79669D4D-7368-4F20-81FD-5E9952EBC3D4}" dt="2025-04-08T15:12:44.275" v="6068" actId="1035"/>
          <ac:spMkLst>
            <pc:docMk/>
            <pc:sldMk cId="1624825760" sldId="399"/>
            <ac:spMk id="9" creationId="{4D0E5686-0627-8B03-1030-1ECE97DCD598}"/>
          </ac:spMkLst>
        </pc:spChg>
        <pc:spChg chg="mod">
          <ac:chgData name="Juan David Suarez" userId="e850854423d4af7c" providerId="LiveId" clId="{79669D4D-7368-4F20-81FD-5E9952EBC3D4}" dt="2025-04-08T15:12:44.275" v="6068" actId="1035"/>
          <ac:spMkLst>
            <pc:docMk/>
            <pc:sldMk cId="1624825760" sldId="399"/>
            <ac:spMk id="10" creationId="{9BBD275F-23D6-C54D-49E6-4654899C43E5}"/>
          </ac:spMkLst>
        </pc:spChg>
        <pc:spChg chg="mod">
          <ac:chgData name="Juan David Suarez" userId="e850854423d4af7c" providerId="LiveId" clId="{79669D4D-7368-4F20-81FD-5E9952EBC3D4}" dt="2025-04-08T15:12:44.275" v="6068" actId="1035"/>
          <ac:spMkLst>
            <pc:docMk/>
            <pc:sldMk cId="1624825760" sldId="399"/>
            <ac:spMk id="11" creationId="{5ED39225-2F42-AE45-924E-509DBE796BFA}"/>
          </ac:spMkLst>
        </pc:spChg>
        <pc:spChg chg="mod">
          <ac:chgData name="Juan David Suarez" userId="e850854423d4af7c" providerId="LiveId" clId="{79669D4D-7368-4F20-81FD-5E9952EBC3D4}" dt="2025-04-08T15:12:44.275" v="6068" actId="1035"/>
          <ac:spMkLst>
            <pc:docMk/>
            <pc:sldMk cId="1624825760" sldId="399"/>
            <ac:spMk id="12" creationId="{6AB67A30-5350-749F-8180-8609B72EBC24}"/>
          </ac:spMkLst>
        </pc:spChg>
        <pc:spChg chg="add mod">
          <ac:chgData name="Juan David Suarez" userId="e850854423d4af7c" providerId="LiveId" clId="{79669D4D-7368-4F20-81FD-5E9952EBC3D4}" dt="2025-04-08T15:12:44.275" v="6068" actId="1035"/>
          <ac:spMkLst>
            <pc:docMk/>
            <pc:sldMk cId="1624825760" sldId="399"/>
            <ac:spMk id="15" creationId="{7011E692-9790-3300-A063-D8928F78D9F5}"/>
          </ac:spMkLst>
        </pc:spChg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3958100852" sldId="399"/>
        </pc:sldMkLst>
      </pc:sldChg>
      <pc:sldChg chg="addSp modSp new mod">
        <pc:chgData name="Juan David Suarez" userId="e850854423d4af7c" providerId="LiveId" clId="{79669D4D-7368-4F20-81FD-5E9952EBC3D4}" dt="2025-04-08T15:31:31.265" v="6135" actId="14100"/>
        <pc:sldMkLst>
          <pc:docMk/>
          <pc:sldMk cId="13283661" sldId="400"/>
        </pc:sldMkLst>
        <pc:picChg chg="add mod">
          <ac:chgData name="Juan David Suarez" userId="e850854423d4af7c" providerId="LiveId" clId="{79669D4D-7368-4F20-81FD-5E9952EBC3D4}" dt="2025-04-08T15:31:31.265" v="6135" actId="14100"/>
          <ac:picMkLst>
            <pc:docMk/>
            <pc:sldMk cId="13283661" sldId="400"/>
            <ac:picMk id="5" creationId="{E4AE9239-8ADC-A0DB-09FC-F8D12A932747}"/>
          </ac:picMkLst>
        </pc:picChg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1119515536" sldId="400"/>
        </pc:sldMkLst>
      </pc:sldChg>
      <pc:sldChg chg="new del">
        <pc:chgData name="Juan David Suarez" userId="e850854423d4af7c" providerId="LiveId" clId="{79669D4D-7368-4F20-81FD-5E9952EBC3D4}" dt="2025-04-08T15:17:12.443" v="6131" actId="680"/>
        <pc:sldMkLst>
          <pc:docMk/>
          <pc:sldMk cId="3942380926" sldId="400"/>
        </pc:sldMkLst>
      </pc:sldChg>
      <pc:sldChg chg="add">
        <pc:chgData name="Juan David Suarez" userId="e850854423d4af7c" providerId="LiveId" clId="{79669D4D-7368-4F20-81FD-5E9952EBC3D4}" dt="2025-04-10T21:14:12.423" v="7902"/>
        <pc:sldMkLst>
          <pc:docMk/>
          <pc:sldMk cId="539082819" sldId="401"/>
        </pc:sldMkLst>
      </pc:sldChg>
      <pc:sldChg chg="add del">
        <pc:chgData name="Juan David Suarez" userId="e850854423d4af7c" providerId="LiveId" clId="{79669D4D-7368-4F20-81FD-5E9952EBC3D4}" dt="2025-04-10T21:14:06.859" v="7901" actId="2696"/>
        <pc:sldMkLst>
          <pc:docMk/>
          <pc:sldMk cId="1176390490" sldId="401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1352088682" sldId="401"/>
        </pc:sldMkLst>
      </pc:sldChg>
      <pc:sldChg chg="addSp modSp new del ord">
        <pc:chgData name="Juan David Suarez" userId="e850854423d4af7c" providerId="LiveId" clId="{79669D4D-7368-4F20-81FD-5E9952EBC3D4}" dt="2025-04-08T18:00:22.391" v="7389" actId="2696"/>
        <pc:sldMkLst>
          <pc:docMk/>
          <pc:sldMk cId="2102795733" sldId="401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728098901" sldId="402"/>
        </pc:sldMkLst>
      </pc:sldChg>
      <pc:sldChg chg="addSp new del">
        <pc:chgData name="Juan David Suarez" userId="e850854423d4af7c" providerId="LiveId" clId="{79669D4D-7368-4F20-81FD-5E9952EBC3D4}" dt="2025-04-08T15:53:17.277" v="6147" actId="2696"/>
        <pc:sldMkLst>
          <pc:docMk/>
          <pc:sldMk cId="1190223407" sldId="402"/>
        </pc:sldMkLst>
      </pc:sldChg>
      <pc:sldChg chg="addSp delSp modSp add mod">
        <pc:chgData name="Juan David Suarez" userId="e850854423d4af7c" providerId="LiveId" clId="{79669D4D-7368-4F20-81FD-5E9952EBC3D4}" dt="2025-04-08T20:10:08.761" v="7648" actId="20577"/>
        <pc:sldMkLst>
          <pc:docMk/>
          <pc:sldMk cId="2044999358" sldId="402"/>
        </pc:sldMkLst>
        <pc:spChg chg="add mod">
          <ac:chgData name="Juan David Suarez" userId="e850854423d4af7c" providerId="LiveId" clId="{79669D4D-7368-4F20-81FD-5E9952EBC3D4}" dt="2025-04-08T20:10:08.761" v="7648" actId="20577"/>
          <ac:spMkLst>
            <pc:docMk/>
            <pc:sldMk cId="2044999358" sldId="402"/>
            <ac:spMk id="4" creationId="{02546DE9-6F17-0BC7-8073-AB98A93002B2}"/>
          </ac:spMkLst>
        </pc:spChg>
        <pc:picChg chg="add mod">
          <ac:chgData name="Juan David Suarez" userId="e850854423d4af7c" providerId="LiveId" clId="{79669D4D-7368-4F20-81FD-5E9952EBC3D4}" dt="2025-04-08T20:06:28.297" v="7566" actId="1076"/>
          <ac:picMkLst>
            <pc:docMk/>
            <pc:sldMk cId="2044999358" sldId="402"/>
            <ac:picMk id="4098" creationId="{1F7602B4-33D7-B980-C305-2745A1A5A67A}"/>
          </ac:picMkLst>
        </pc:picChg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1085061793" sldId="403"/>
        </pc:sldMkLst>
      </pc:sldChg>
      <pc:sldChg chg="addSp delSp modSp add mod">
        <pc:chgData name="Juan David Suarez" userId="e850854423d4af7c" providerId="LiveId" clId="{79669D4D-7368-4F20-81FD-5E9952EBC3D4}" dt="2025-04-08T17:05:13.436" v="6303" actId="11529"/>
        <pc:sldMkLst>
          <pc:docMk/>
          <pc:sldMk cId="3019426438" sldId="403"/>
        </pc:sldMkLst>
        <pc:spChg chg="mod">
          <ac:chgData name="Juan David Suarez" userId="e850854423d4af7c" providerId="LiveId" clId="{79669D4D-7368-4F20-81FD-5E9952EBC3D4}" dt="2025-04-08T16:51:04.841" v="6248" actId="20577"/>
          <ac:spMkLst>
            <pc:docMk/>
            <pc:sldMk cId="3019426438" sldId="403"/>
            <ac:spMk id="2" creationId="{FFE30AB7-A711-FAD1-95EC-2DC909124377}"/>
          </ac:spMkLst>
        </pc:spChg>
        <pc:spChg chg="add del mod">
          <ac:chgData name="Juan David Suarez" userId="e850854423d4af7c" providerId="LiveId" clId="{79669D4D-7368-4F20-81FD-5E9952EBC3D4}" dt="2025-04-08T17:04:56.622" v="6301" actId="122"/>
          <ac:spMkLst>
            <pc:docMk/>
            <pc:sldMk cId="3019426438" sldId="403"/>
            <ac:spMk id="4" creationId="{6472D25F-7AFB-192E-6FD9-B0F1CE2FD9D4}"/>
          </ac:spMkLst>
        </pc:spChg>
      </pc:sldChg>
      <pc:sldChg chg="addSp delSp modSp add mod">
        <pc:chgData name="Juan David Suarez" userId="e850854423d4af7c" providerId="LiveId" clId="{79669D4D-7368-4F20-81FD-5E9952EBC3D4}" dt="2025-04-08T17:13:14.056" v="6492" actId="207"/>
        <pc:sldMkLst>
          <pc:docMk/>
          <pc:sldMk cId="1183064432" sldId="404"/>
        </pc:sldMkLst>
        <pc:spChg chg="mod">
          <ac:chgData name="Juan David Suarez" userId="e850854423d4af7c" providerId="LiveId" clId="{79669D4D-7368-4F20-81FD-5E9952EBC3D4}" dt="2025-04-08T17:10:45.294" v="6410" actId="1076"/>
          <ac:spMkLst>
            <pc:docMk/>
            <pc:sldMk cId="1183064432" sldId="404"/>
            <ac:spMk id="2" creationId="{FE395BA5-E0EC-8CB0-A085-5B1933E80179}"/>
          </ac:spMkLst>
        </pc:spChg>
        <pc:spChg chg="add mod">
          <ac:chgData name="Juan David Suarez" userId="e850854423d4af7c" providerId="LiveId" clId="{79669D4D-7368-4F20-81FD-5E9952EBC3D4}" dt="2025-04-08T17:10:48.798" v="6429" actId="1035"/>
          <ac:spMkLst>
            <pc:docMk/>
            <pc:sldMk cId="1183064432" sldId="404"/>
            <ac:spMk id="6" creationId="{9816FE39-2878-7574-BF81-0F5D4478055A}"/>
          </ac:spMkLst>
        </pc:spChg>
        <pc:spChg chg="add mod">
          <ac:chgData name="Juan David Suarez" userId="e850854423d4af7c" providerId="LiveId" clId="{79669D4D-7368-4F20-81FD-5E9952EBC3D4}" dt="2025-04-08T17:13:14.056" v="6492" actId="207"/>
          <ac:spMkLst>
            <pc:docMk/>
            <pc:sldMk cId="1183064432" sldId="404"/>
            <ac:spMk id="11" creationId="{974B20A5-1597-B93B-844B-BDA2F0B65CA3}"/>
          </ac:spMkLst>
        </pc:spChg>
        <pc:spChg chg="add mod">
          <ac:chgData name="Juan David Suarez" userId="e850854423d4af7c" providerId="LiveId" clId="{79669D4D-7368-4F20-81FD-5E9952EBC3D4}" dt="2025-04-08T17:13:14.056" v="6492" actId="207"/>
          <ac:spMkLst>
            <pc:docMk/>
            <pc:sldMk cId="1183064432" sldId="404"/>
            <ac:spMk id="12" creationId="{7992CF1D-9A8B-F950-7915-7BD5B655C561}"/>
          </ac:spMkLst>
        </pc:spChg>
        <pc:picChg chg="add mod">
          <ac:chgData name="Juan David Suarez" userId="e850854423d4af7c" providerId="LiveId" clId="{79669D4D-7368-4F20-81FD-5E9952EBC3D4}" dt="2025-04-08T17:10:48.798" v="6429" actId="1035"/>
          <ac:picMkLst>
            <pc:docMk/>
            <pc:sldMk cId="1183064432" sldId="404"/>
            <ac:picMk id="4" creationId="{DC1A958B-FC79-CAC6-4B84-839A78B1A816}"/>
          </ac:picMkLst>
        </pc:picChg>
        <pc:cxnChg chg="add mod">
          <ac:chgData name="Juan David Suarez" userId="e850854423d4af7c" providerId="LiveId" clId="{79669D4D-7368-4F20-81FD-5E9952EBC3D4}" dt="2025-04-08T17:10:48.798" v="6429" actId="1035"/>
          <ac:cxnSpMkLst>
            <pc:docMk/>
            <pc:sldMk cId="1183064432" sldId="404"/>
            <ac:cxnSpMk id="10" creationId="{68197F05-4AC9-4172-3536-D0BC858C66E1}"/>
          </ac:cxnSpMkLst>
        </pc:cxnChg>
        <pc:cxnChg chg="add mod">
          <ac:chgData name="Juan David Suarez" userId="e850854423d4af7c" providerId="LiveId" clId="{79669D4D-7368-4F20-81FD-5E9952EBC3D4}" dt="2025-04-08T17:10:48.798" v="6429" actId="1035"/>
          <ac:cxnSpMkLst>
            <pc:docMk/>
            <pc:sldMk cId="1183064432" sldId="404"/>
            <ac:cxnSpMk id="13" creationId="{D8F0AB7C-5625-7604-1154-7D7662FE8A36}"/>
          </ac:cxnSpMkLst>
        </pc:cxnChg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3955520389" sldId="404"/>
        </pc:sldMkLst>
      </pc:sldChg>
      <pc:sldChg chg="addSp modSp new mod">
        <pc:chgData name="Juan David Suarez" userId="e850854423d4af7c" providerId="LiveId" clId="{79669D4D-7368-4F20-81FD-5E9952EBC3D4}" dt="2025-04-08T17:11:40.308" v="6445" actId="14100"/>
        <pc:sldMkLst>
          <pc:docMk/>
          <pc:sldMk cId="1162934833" sldId="405"/>
        </pc:sldMkLst>
        <pc:spChg chg="mod">
          <ac:chgData name="Juan David Suarez" userId="e850854423d4af7c" providerId="LiveId" clId="{79669D4D-7368-4F20-81FD-5E9952EBC3D4}" dt="2025-04-08T17:11:40.308" v="6445" actId="14100"/>
          <ac:spMkLst>
            <pc:docMk/>
            <pc:sldMk cId="1162934833" sldId="405"/>
            <ac:spMk id="2" creationId="{7EEB6790-8192-4418-EEF5-8AB02A6EF448}"/>
          </ac:spMkLst>
        </pc:spChg>
        <pc:picChg chg="add mod">
          <ac:chgData name="Juan David Suarez" userId="e850854423d4af7c" providerId="LiveId" clId="{79669D4D-7368-4F20-81FD-5E9952EBC3D4}" dt="2025-04-08T17:11:15.302" v="6432" actId="1076"/>
          <ac:picMkLst>
            <pc:docMk/>
            <pc:sldMk cId="1162934833" sldId="405"/>
            <ac:picMk id="6146" creationId="{C36EA28A-4C08-C787-D766-3D9A3C46C928}"/>
          </ac:picMkLst>
        </pc:picChg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4126227462" sldId="405"/>
        </pc:sldMkLst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2109512527" sldId="406"/>
        </pc:sldMkLst>
      </pc:sldChg>
      <pc:sldChg chg="addSp delSp modSp new mod">
        <pc:chgData name="Juan David Suarez" userId="e850854423d4af7c" providerId="LiveId" clId="{79669D4D-7368-4F20-81FD-5E9952EBC3D4}" dt="2025-04-10T15:03:25.070" v="7834" actId="478"/>
        <pc:sldMkLst>
          <pc:docMk/>
          <pc:sldMk cId="4256084578" sldId="406"/>
        </pc:sldMkLst>
        <pc:spChg chg="mod">
          <ac:chgData name="Juan David Suarez" userId="e850854423d4af7c" providerId="LiveId" clId="{79669D4D-7368-4F20-81FD-5E9952EBC3D4}" dt="2025-04-08T17:23:53.012" v="6711" actId="20577"/>
          <ac:spMkLst>
            <pc:docMk/>
            <pc:sldMk cId="4256084578" sldId="406"/>
            <ac:spMk id="2" creationId="{3E5F99B2-85FF-6BCD-68DB-4AC671D00366}"/>
          </ac:spMkLst>
        </pc:spChg>
        <pc:spChg chg="del">
          <ac:chgData name="Juan David Suarez" userId="e850854423d4af7c" providerId="LiveId" clId="{79669D4D-7368-4F20-81FD-5E9952EBC3D4}" dt="2025-04-10T15:03:25.070" v="7834" actId="478"/>
          <ac:spMkLst>
            <pc:docMk/>
            <pc:sldMk cId="4256084578" sldId="406"/>
            <ac:spMk id="3" creationId="{86775048-BFC0-8B11-B22C-13CFE9926DD3}"/>
          </ac:spMkLst>
        </pc:spChg>
        <pc:picChg chg="add mod">
          <ac:chgData name="Juan David Suarez" userId="e850854423d4af7c" providerId="LiveId" clId="{79669D4D-7368-4F20-81FD-5E9952EBC3D4}" dt="2025-04-08T17:23:38.566" v="6688" actId="1076"/>
          <ac:picMkLst>
            <pc:docMk/>
            <pc:sldMk cId="4256084578" sldId="406"/>
            <ac:picMk id="7170" creationId="{C1D6C876-B96D-990A-38A0-A4ACE87CF0BF}"/>
          </ac:picMkLst>
        </pc:picChg>
      </pc:sldChg>
      <pc:sldChg chg="addSp modSp new">
        <pc:chgData name="Juan David Suarez" userId="e850854423d4af7c" providerId="LiveId" clId="{79669D4D-7368-4F20-81FD-5E9952EBC3D4}" dt="2025-04-08T17:24:26.573" v="6716" actId="1076"/>
        <pc:sldMkLst>
          <pc:docMk/>
          <pc:sldMk cId="1010336245" sldId="407"/>
        </pc:sldMkLst>
        <pc:picChg chg="add mod">
          <ac:chgData name="Juan David Suarez" userId="e850854423d4af7c" providerId="LiveId" clId="{79669D4D-7368-4F20-81FD-5E9952EBC3D4}" dt="2025-04-08T17:24:26.573" v="6716" actId="1076"/>
          <ac:picMkLst>
            <pc:docMk/>
            <pc:sldMk cId="1010336245" sldId="407"/>
            <ac:picMk id="8194" creationId="{935C54CC-C656-A286-1EDC-93EDDF84D22B}"/>
          </ac:picMkLst>
        </pc:picChg>
      </pc:sldChg>
      <pc:sldChg chg="del">
        <pc:chgData name="Juan David Suarez" userId="e850854423d4af7c" providerId="LiveId" clId="{79669D4D-7368-4F20-81FD-5E9952EBC3D4}" dt="2025-03-19T20:22:07.812" v="131" actId="47"/>
        <pc:sldMkLst>
          <pc:docMk/>
          <pc:sldMk cId="1838452303" sldId="407"/>
        </pc:sldMkLst>
      </pc:sldChg>
      <pc:sldChg chg="addSp delSp modSp new">
        <pc:chgData name="Juan David Suarez" userId="e850854423d4af7c" providerId="LiveId" clId="{79669D4D-7368-4F20-81FD-5E9952EBC3D4}" dt="2025-04-08T17:26:07.012" v="6734" actId="478"/>
        <pc:sldMkLst>
          <pc:docMk/>
          <pc:sldMk cId="188749227" sldId="408"/>
        </pc:sldMkLst>
        <pc:picChg chg="add del mod">
          <ac:chgData name="Juan David Suarez" userId="e850854423d4af7c" providerId="LiveId" clId="{79669D4D-7368-4F20-81FD-5E9952EBC3D4}" dt="2025-04-08T17:26:07.012" v="6734" actId="478"/>
          <ac:picMkLst>
            <pc:docMk/>
            <pc:sldMk cId="188749227" sldId="408"/>
            <ac:picMk id="9218" creationId="{5AD0D271-4D2C-B3B0-45CC-A31DC0643E42}"/>
          </ac:picMkLst>
        </pc:picChg>
      </pc:sldChg>
      <pc:sldChg chg="del">
        <pc:chgData name="Juan David Suarez" userId="e850854423d4af7c" providerId="LiveId" clId="{79669D4D-7368-4F20-81FD-5E9952EBC3D4}" dt="2025-03-19T20:14:19.828" v="34" actId="47"/>
        <pc:sldMkLst>
          <pc:docMk/>
          <pc:sldMk cId="3840784859" sldId="408"/>
        </pc:sldMkLst>
      </pc:sldChg>
      <pc:sldChg chg="del">
        <pc:chgData name="Juan David Suarez" userId="e850854423d4af7c" providerId="LiveId" clId="{79669D4D-7368-4F20-81FD-5E9952EBC3D4}" dt="2025-03-19T20:14:22.127" v="37" actId="47"/>
        <pc:sldMkLst>
          <pc:docMk/>
          <pc:sldMk cId="1382864253" sldId="409"/>
        </pc:sldMkLst>
      </pc:sldChg>
      <pc:sldChg chg="addSp modSp new">
        <pc:chgData name="Juan David Suarez" userId="e850854423d4af7c" providerId="LiveId" clId="{79669D4D-7368-4F20-81FD-5E9952EBC3D4}" dt="2025-04-08T17:25:15.757" v="6725" actId="1076"/>
        <pc:sldMkLst>
          <pc:docMk/>
          <pc:sldMk cId="3830806829" sldId="409"/>
        </pc:sldMkLst>
        <pc:picChg chg="add mod">
          <ac:chgData name="Juan David Suarez" userId="e850854423d4af7c" providerId="LiveId" clId="{79669D4D-7368-4F20-81FD-5E9952EBC3D4}" dt="2025-04-08T17:25:15.757" v="6725" actId="1076"/>
          <ac:picMkLst>
            <pc:docMk/>
            <pc:sldMk cId="3830806829" sldId="409"/>
            <ac:picMk id="10242" creationId="{A71402BC-11CC-2348-F0F4-7DA728BD6C63}"/>
          </ac:picMkLst>
        </pc:picChg>
      </pc:sldChg>
      <pc:sldChg chg="addSp modSp new">
        <pc:chgData name="Juan David Suarez" userId="e850854423d4af7c" providerId="LiveId" clId="{79669D4D-7368-4F20-81FD-5E9952EBC3D4}" dt="2025-04-08T17:26:17.684" v="6739" actId="1076"/>
        <pc:sldMkLst>
          <pc:docMk/>
          <pc:sldMk cId="2447959366" sldId="410"/>
        </pc:sldMkLst>
        <pc:picChg chg="add mod">
          <ac:chgData name="Juan David Suarez" userId="e850854423d4af7c" providerId="LiveId" clId="{79669D4D-7368-4F20-81FD-5E9952EBC3D4}" dt="2025-04-08T17:26:17.684" v="6739" actId="1076"/>
          <ac:picMkLst>
            <pc:docMk/>
            <pc:sldMk cId="2447959366" sldId="410"/>
            <ac:picMk id="11266" creationId="{122DE33D-84C2-84BA-4DC3-0FB25ECC5F9F}"/>
          </ac:picMkLst>
        </pc:picChg>
      </pc:sldChg>
      <pc:sldChg chg="del">
        <pc:chgData name="Juan David Suarez" userId="e850854423d4af7c" providerId="LiveId" clId="{79669D4D-7368-4F20-81FD-5E9952EBC3D4}" dt="2025-03-19T20:14:22.775" v="39" actId="47"/>
        <pc:sldMkLst>
          <pc:docMk/>
          <pc:sldMk cId="3851843191" sldId="410"/>
        </pc:sldMkLst>
      </pc:sldChg>
      <pc:sldChg chg="addSp modSp new">
        <pc:chgData name="Juan David Suarez" userId="e850854423d4af7c" providerId="LiveId" clId="{79669D4D-7368-4F20-81FD-5E9952EBC3D4}" dt="2025-04-08T17:26:37.342" v="6743" actId="14100"/>
        <pc:sldMkLst>
          <pc:docMk/>
          <pc:sldMk cId="4041022861" sldId="411"/>
        </pc:sldMkLst>
        <pc:picChg chg="add mod">
          <ac:chgData name="Juan David Suarez" userId="e850854423d4af7c" providerId="LiveId" clId="{79669D4D-7368-4F20-81FD-5E9952EBC3D4}" dt="2025-04-08T17:26:37.342" v="6743" actId="14100"/>
          <ac:picMkLst>
            <pc:docMk/>
            <pc:sldMk cId="4041022861" sldId="411"/>
            <ac:picMk id="12290" creationId="{326F2C70-1895-4D48-DC1D-17DD37CB8116}"/>
          </ac:picMkLst>
        </pc:picChg>
      </pc:sldChg>
      <pc:sldChg chg="del">
        <pc:chgData name="Juan David Suarez" userId="e850854423d4af7c" providerId="LiveId" clId="{79669D4D-7368-4F20-81FD-5E9952EBC3D4}" dt="2025-03-19T20:14:23.975" v="42" actId="47"/>
        <pc:sldMkLst>
          <pc:docMk/>
          <pc:sldMk cId="4062313479" sldId="411"/>
        </pc:sldMkLst>
      </pc:sldChg>
      <pc:sldChg chg="addSp modSp new mod">
        <pc:chgData name="Juan David Suarez" userId="e850854423d4af7c" providerId="LiveId" clId="{79669D4D-7368-4F20-81FD-5E9952EBC3D4}" dt="2025-04-10T14:35:22.856" v="7822" actId="1076"/>
        <pc:sldMkLst>
          <pc:docMk/>
          <pc:sldMk cId="2659672329" sldId="412"/>
        </pc:sldMkLst>
        <pc:spChg chg="add">
          <ac:chgData name="Juan David Suarez" userId="e850854423d4af7c" providerId="LiveId" clId="{79669D4D-7368-4F20-81FD-5E9952EBC3D4}" dt="2025-04-08T17:32:20.258" v="6754" actId="11529"/>
          <ac:spMkLst>
            <pc:docMk/>
            <pc:sldMk cId="2659672329" sldId="412"/>
            <ac:spMk id="6" creationId="{1172F1EA-8DF1-F7C7-5D04-EBC0B8CD9386}"/>
          </ac:spMkLst>
        </pc:spChg>
        <pc:spChg chg="add mod">
          <ac:chgData name="Juan David Suarez" userId="e850854423d4af7c" providerId="LiveId" clId="{79669D4D-7368-4F20-81FD-5E9952EBC3D4}" dt="2025-04-10T14:34:27.914" v="7821" actId="20577"/>
          <ac:spMkLst>
            <pc:docMk/>
            <pc:sldMk cId="2659672329" sldId="412"/>
            <ac:spMk id="9" creationId="{12572F29-070A-386F-788A-280075015827}"/>
          </ac:spMkLst>
        </pc:spChg>
        <pc:spChg chg="add mod">
          <ac:chgData name="Juan David Suarez" userId="e850854423d4af7c" providerId="LiveId" clId="{79669D4D-7368-4F20-81FD-5E9952EBC3D4}" dt="2025-04-10T14:35:22.856" v="7822" actId="1076"/>
          <ac:spMkLst>
            <pc:docMk/>
            <pc:sldMk cId="2659672329" sldId="412"/>
            <ac:spMk id="11" creationId="{3D849A48-0CFA-22A3-DAE0-B9C52CB590F0}"/>
          </ac:spMkLst>
        </pc:spChg>
        <pc:picChg chg="add mod">
          <ac:chgData name="Juan David Suarez" userId="e850854423d4af7c" providerId="LiveId" clId="{79669D4D-7368-4F20-81FD-5E9952EBC3D4}" dt="2025-04-08T17:32:11.455" v="6753" actId="1076"/>
          <ac:picMkLst>
            <pc:docMk/>
            <pc:sldMk cId="2659672329" sldId="412"/>
            <ac:picMk id="5" creationId="{2C3AA17F-66D3-726A-2E66-0A40335259CD}"/>
          </ac:picMkLst>
        </pc:picChg>
        <pc:picChg chg="add mod">
          <ac:chgData name="Juan David Suarez" userId="e850854423d4af7c" providerId="LiveId" clId="{79669D4D-7368-4F20-81FD-5E9952EBC3D4}" dt="2025-04-08T17:32:54.406" v="6756" actId="1076"/>
          <ac:picMkLst>
            <pc:docMk/>
            <pc:sldMk cId="2659672329" sldId="412"/>
            <ac:picMk id="8" creationId="{B8E15E77-CFD8-92A1-E791-A3491A82F1C7}"/>
          </ac:picMkLst>
        </pc:picChg>
        <pc:cxnChg chg="add mod">
          <ac:chgData name="Juan David Suarez" userId="e850854423d4af7c" providerId="LiveId" clId="{79669D4D-7368-4F20-81FD-5E9952EBC3D4}" dt="2025-04-10T14:33:42.076" v="7756" actId="1076"/>
          <ac:cxnSpMkLst>
            <pc:docMk/>
            <pc:sldMk cId="2659672329" sldId="412"/>
            <ac:cxnSpMk id="7" creationId="{266290E6-9FE8-8E0E-CDF6-204793618F85}"/>
          </ac:cxnSpMkLst>
        </pc:cxnChg>
      </pc:sldChg>
      <pc:sldChg chg="addSp modSp new mod">
        <pc:chgData name="Juan David Suarez" userId="e850854423d4af7c" providerId="LiveId" clId="{79669D4D-7368-4F20-81FD-5E9952EBC3D4}" dt="2025-04-08T17:37:11.799" v="7008" actId="1076"/>
        <pc:sldMkLst>
          <pc:docMk/>
          <pc:sldMk cId="1950469540" sldId="413"/>
        </pc:sldMkLst>
        <pc:picChg chg="add mod">
          <ac:chgData name="Juan David Suarez" userId="e850854423d4af7c" providerId="LiveId" clId="{79669D4D-7368-4F20-81FD-5E9952EBC3D4}" dt="2025-04-08T17:37:11.799" v="7008" actId="1076"/>
          <ac:picMkLst>
            <pc:docMk/>
            <pc:sldMk cId="1950469540" sldId="413"/>
            <ac:picMk id="5" creationId="{1CB84585-AA32-94D6-3F0B-537F905E7CA0}"/>
          </ac:picMkLst>
        </pc:picChg>
      </pc:sldChg>
      <pc:sldChg chg="new del">
        <pc:chgData name="Juan David Suarez" userId="e850854423d4af7c" providerId="LiveId" clId="{79669D4D-7368-4F20-81FD-5E9952EBC3D4}" dt="2025-04-08T17:46:17.043" v="7184" actId="47"/>
        <pc:sldMkLst>
          <pc:docMk/>
          <pc:sldMk cId="2385577738" sldId="414"/>
        </pc:sldMkLst>
      </pc:sldChg>
      <pc:sldChg chg="addSp modSp new mod">
        <pc:chgData name="Juan David Suarez" userId="e850854423d4af7c" providerId="LiveId" clId="{79669D4D-7368-4F20-81FD-5E9952EBC3D4}" dt="2025-04-08T17:39:09.752" v="7015" actId="11529"/>
        <pc:sldMkLst>
          <pc:docMk/>
          <pc:sldMk cId="2725257636" sldId="415"/>
        </pc:sldMkLst>
        <pc:picChg chg="add mod">
          <ac:chgData name="Juan David Suarez" userId="e850854423d4af7c" providerId="LiveId" clId="{79669D4D-7368-4F20-81FD-5E9952EBC3D4}" dt="2025-04-08T17:38:43.229" v="7013" actId="14100"/>
          <ac:picMkLst>
            <pc:docMk/>
            <pc:sldMk cId="2725257636" sldId="415"/>
            <ac:picMk id="13314" creationId="{5688C077-636E-D45C-048F-139D27647383}"/>
          </ac:picMkLst>
        </pc:picChg>
        <pc:cxnChg chg="add mod">
          <ac:chgData name="Juan David Suarez" userId="e850854423d4af7c" providerId="LiveId" clId="{79669D4D-7368-4F20-81FD-5E9952EBC3D4}" dt="2025-04-08T17:38:59.095" v="7014" actId="11529"/>
          <ac:cxnSpMkLst>
            <pc:docMk/>
            <pc:sldMk cId="2725257636" sldId="415"/>
            <ac:cxnSpMk id="5" creationId="{0797D13B-0B3E-1C26-EE95-05FD22D8C814}"/>
          </ac:cxnSpMkLst>
        </pc:cxnChg>
        <pc:cxnChg chg="add">
          <ac:chgData name="Juan David Suarez" userId="e850854423d4af7c" providerId="LiveId" clId="{79669D4D-7368-4F20-81FD-5E9952EBC3D4}" dt="2025-04-08T17:39:09.752" v="7015" actId="11529"/>
          <ac:cxnSpMkLst>
            <pc:docMk/>
            <pc:sldMk cId="2725257636" sldId="415"/>
            <ac:cxnSpMk id="7" creationId="{F0A7EDDF-7E3A-A257-44F8-E9BF83814F21}"/>
          </ac:cxnSpMkLst>
        </pc:cxnChg>
      </pc:sldChg>
      <pc:sldChg chg="addSp delSp new mod">
        <pc:chgData name="Juan David Suarez" userId="e850854423d4af7c" providerId="LiveId" clId="{79669D4D-7368-4F20-81FD-5E9952EBC3D4}" dt="2025-04-08T17:39:35.714" v="7018" actId="478"/>
        <pc:sldMkLst>
          <pc:docMk/>
          <pc:sldMk cId="1886293729" sldId="416"/>
        </pc:sldMkLst>
        <pc:picChg chg="add">
          <ac:chgData name="Juan David Suarez" userId="e850854423d4af7c" providerId="LiveId" clId="{79669D4D-7368-4F20-81FD-5E9952EBC3D4}" dt="2025-04-08T17:39:31.825" v="7017"/>
          <ac:picMkLst>
            <pc:docMk/>
            <pc:sldMk cId="1886293729" sldId="416"/>
            <ac:picMk id="14338" creationId="{D1F48A31-68A5-50B2-7EF1-924338910597}"/>
          </ac:picMkLst>
        </pc:picChg>
      </pc:sldChg>
      <pc:sldChg chg="addSp new">
        <pc:chgData name="Juan David Suarez" userId="e850854423d4af7c" providerId="LiveId" clId="{79669D4D-7368-4F20-81FD-5E9952EBC3D4}" dt="2025-04-08T17:39:58.607" v="7020"/>
        <pc:sldMkLst>
          <pc:docMk/>
          <pc:sldMk cId="766355600" sldId="417"/>
        </pc:sldMkLst>
        <pc:picChg chg="add">
          <ac:chgData name="Juan David Suarez" userId="e850854423d4af7c" providerId="LiveId" clId="{79669D4D-7368-4F20-81FD-5E9952EBC3D4}" dt="2025-04-08T17:39:58.607" v="7020"/>
          <ac:picMkLst>
            <pc:docMk/>
            <pc:sldMk cId="766355600" sldId="417"/>
            <ac:picMk id="15362" creationId="{3A210A15-D1E1-8D65-8327-E55AAA58B41E}"/>
          </ac:picMkLst>
        </pc:picChg>
      </pc:sldChg>
      <pc:sldChg chg="addSp delSp modSp new mod">
        <pc:chgData name="Juan David Suarez" userId="e850854423d4af7c" providerId="LiveId" clId="{79669D4D-7368-4F20-81FD-5E9952EBC3D4}" dt="2025-04-08T17:42:40.262" v="7075" actId="1076"/>
        <pc:sldMkLst>
          <pc:docMk/>
          <pc:sldMk cId="1001091696" sldId="418"/>
        </pc:sldMkLst>
        <pc:spChg chg="mod">
          <ac:chgData name="Juan David Suarez" userId="e850854423d4af7c" providerId="LiveId" clId="{79669D4D-7368-4F20-81FD-5E9952EBC3D4}" dt="2025-04-08T17:42:35.798" v="7074" actId="20577"/>
          <ac:spMkLst>
            <pc:docMk/>
            <pc:sldMk cId="1001091696" sldId="418"/>
            <ac:spMk id="2" creationId="{2DE6990E-F127-FC75-C1D8-519A09134F78}"/>
          </ac:spMkLst>
        </pc:spChg>
        <pc:picChg chg="add mod ord">
          <ac:chgData name="Juan David Suarez" userId="e850854423d4af7c" providerId="LiveId" clId="{79669D4D-7368-4F20-81FD-5E9952EBC3D4}" dt="2025-04-08T17:42:40.262" v="7075" actId="1076"/>
          <ac:picMkLst>
            <pc:docMk/>
            <pc:sldMk cId="1001091696" sldId="418"/>
            <ac:picMk id="5" creationId="{73227579-F5EB-F826-CB03-0EA8CFD23894}"/>
          </ac:picMkLst>
        </pc:picChg>
      </pc:sldChg>
      <pc:sldChg chg="addSp delSp modSp new mod">
        <pc:chgData name="Juan David Suarez" userId="e850854423d4af7c" providerId="LiveId" clId="{79669D4D-7368-4F20-81FD-5E9952EBC3D4}" dt="2025-04-08T17:44:03.710" v="7119" actId="20577"/>
        <pc:sldMkLst>
          <pc:docMk/>
          <pc:sldMk cId="2925221642" sldId="419"/>
        </pc:sldMkLst>
        <pc:spChg chg="mod">
          <ac:chgData name="Juan David Suarez" userId="e850854423d4af7c" providerId="LiveId" clId="{79669D4D-7368-4F20-81FD-5E9952EBC3D4}" dt="2025-04-08T17:44:03.710" v="7119" actId="20577"/>
          <ac:spMkLst>
            <pc:docMk/>
            <pc:sldMk cId="2925221642" sldId="419"/>
            <ac:spMk id="2" creationId="{9A64E6AF-C13C-C91E-4545-C008BA0B29A2}"/>
          </ac:spMkLst>
        </pc:spChg>
        <pc:picChg chg="add mod">
          <ac:chgData name="Juan David Suarez" userId="e850854423d4af7c" providerId="LiveId" clId="{79669D4D-7368-4F20-81FD-5E9952EBC3D4}" dt="2025-04-08T17:44:02.160" v="7117" actId="1076"/>
          <ac:picMkLst>
            <pc:docMk/>
            <pc:sldMk cId="2925221642" sldId="419"/>
            <ac:picMk id="16388" creationId="{95B6031A-25C8-5E6F-3E7B-EEBD3C357D85}"/>
          </ac:picMkLst>
        </pc:picChg>
      </pc:sldChg>
      <pc:sldChg chg="new del">
        <pc:chgData name="Juan David Suarez" userId="e850854423d4af7c" providerId="LiveId" clId="{79669D4D-7368-4F20-81FD-5E9952EBC3D4}" dt="2025-04-08T17:46:16.231" v="7183" actId="47"/>
        <pc:sldMkLst>
          <pc:docMk/>
          <pc:sldMk cId="496002930" sldId="420"/>
        </pc:sldMkLst>
      </pc:sldChg>
      <pc:sldChg chg="addSp modSp new mod">
        <pc:chgData name="Juan David Suarez" userId="e850854423d4af7c" providerId="LiveId" clId="{79669D4D-7368-4F20-81FD-5E9952EBC3D4}" dt="2025-04-08T20:14:19.714" v="7706"/>
        <pc:sldMkLst>
          <pc:docMk/>
          <pc:sldMk cId="4234557256" sldId="421"/>
        </pc:sldMkLst>
        <pc:spChg chg="mod">
          <ac:chgData name="Juan David Suarez" userId="e850854423d4af7c" providerId="LiveId" clId="{79669D4D-7368-4F20-81FD-5E9952EBC3D4}" dt="2025-04-08T20:14:19.714" v="7706"/>
          <ac:spMkLst>
            <pc:docMk/>
            <pc:sldMk cId="4234557256" sldId="421"/>
            <ac:spMk id="2" creationId="{06AF77D2-C21B-B9F1-731E-D5DDEFF381E4}"/>
          </ac:spMkLst>
        </pc:spChg>
        <pc:picChg chg="add mod">
          <ac:chgData name="Juan David Suarez" userId="e850854423d4af7c" providerId="LiveId" clId="{79669D4D-7368-4F20-81FD-5E9952EBC3D4}" dt="2025-04-08T20:14:18.706" v="7705" actId="1076"/>
          <ac:picMkLst>
            <pc:docMk/>
            <pc:sldMk cId="4234557256" sldId="421"/>
            <ac:picMk id="17410" creationId="{71CF1126-F991-881A-C42E-4A0DED1B715D}"/>
          </ac:picMkLst>
        </pc:picChg>
      </pc:sldChg>
      <pc:sldChg chg="addSp modSp new mod">
        <pc:chgData name="Juan David Suarez" userId="e850854423d4af7c" providerId="LiveId" clId="{79669D4D-7368-4F20-81FD-5E9952EBC3D4}" dt="2025-04-08T20:14:26.297" v="7708" actId="14100"/>
        <pc:sldMkLst>
          <pc:docMk/>
          <pc:sldMk cId="292899238" sldId="422"/>
        </pc:sldMkLst>
        <pc:spChg chg="mod">
          <ac:chgData name="Juan David Suarez" userId="e850854423d4af7c" providerId="LiveId" clId="{79669D4D-7368-4F20-81FD-5E9952EBC3D4}" dt="2025-04-08T20:14:23.433" v="7707"/>
          <ac:spMkLst>
            <pc:docMk/>
            <pc:sldMk cId="292899238" sldId="422"/>
            <ac:spMk id="2" creationId="{9CF66209-2FF4-20FB-BC1D-F377CBEC6482}"/>
          </ac:spMkLst>
        </pc:spChg>
        <pc:picChg chg="add mod">
          <ac:chgData name="Juan David Suarez" userId="e850854423d4af7c" providerId="LiveId" clId="{79669D4D-7368-4F20-81FD-5E9952EBC3D4}" dt="2025-04-08T20:14:26.297" v="7708" actId="14100"/>
          <ac:picMkLst>
            <pc:docMk/>
            <pc:sldMk cId="292899238" sldId="422"/>
            <ac:picMk id="18434" creationId="{9D0C310B-155A-C60C-989F-069FA25AF135}"/>
          </ac:picMkLst>
        </pc:picChg>
      </pc:sldChg>
      <pc:sldChg chg="addSp delSp modSp add mod">
        <pc:chgData name="Juan David Suarez" userId="e850854423d4af7c" providerId="LiveId" clId="{79669D4D-7368-4F20-81FD-5E9952EBC3D4}" dt="2025-04-08T17:46:10.392" v="7182" actId="1076"/>
        <pc:sldMkLst>
          <pc:docMk/>
          <pc:sldMk cId="667837010" sldId="423"/>
        </pc:sldMkLst>
        <pc:spChg chg="mod">
          <ac:chgData name="Juan David Suarez" userId="e850854423d4af7c" providerId="LiveId" clId="{79669D4D-7368-4F20-81FD-5E9952EBC3D4}" dt="2025-04-08T17:45:20.220" v="7176" actId="20577"/>
          <ac:spMkLst>
            <pc:docMk/>
            <pc:sldMk cId="667837010" sldId="423"/>
            <ac:spMk id="2" creationId="{C25F1D16-838F-31A1-531A-D13FC157BC8E}"/>
          </ac:spMkLst>
        </pc:spChg>
        <pc:picChg chg="add mod">
          <ac:chgData name="Juan David Suarez" userId="e850854423d4af7c" providerId="LiveId" clId="{79669D4D-7368-4F20-81FD-5E9952EBC3D4}" dt="2025-04-08T17:46:10.392" v="7182" actId="1076"/>
          <ac:picMkLst>
            <pc:docMk/>
            <pc:sldMk cId="667837010" sldId="423"/>
            <ac:picMk id="19458" creationId="{F5CFCB7B-0D1B-9C53-B3C2-4F20A9578413}"/>
          </ac:picMkLst>
        </pc:picChg>
      </pc:sldChg>
      <pc:sldChg chg="addSp delSp modSp new mod">
        <pc:chgData name="Juan David Suarez" userId="e850854423d4af7c" providerId="LiveId" clId="{79669D4D-7368-4F20-81FD-5E9952EBC3D4}" dt="2025-04-08T17:49:34.592" v="7275" actId="571"/>
        <pc:sldMkLst>
          <pc:docMk/>
          <pc:sldMk cId="3101460479" sldId="424"/>
        </pc:sldMkLst>
        <pc:spChg chg="mod">
          <ac:chgData name="Juan David Suarez" userId="e850854423d4af7c" providerId="LiveId" clId="{79669D4D-7368-4F20-81FD-5E9952EBC3D4}" dt="2025-04-08T17:48:54.191" v="7253" actId="14100"/>
          <ac:spMkLst>
            <pc:docMk/>
            <pc:sldMk cId="3101460479" sldId="424"/>
            <ac:spMk id="2" creationId="{66876BC7-C4A0-ECA0-2073-55B436B42DC5}"/>
          </ac:spMkLst>
        </pc:spChg>
        <pc:spChg chg="add mod">
          <ac:chgData name="Juan David Suarez" userId="e850854423d4af7c" providerId="LiveId" clId="{79669D4D-7368-4F20-81FD-5E9952EBC3D4}" dt="2025-04-08T17:48:57.537" v="7254" actId="14100"/>
          <ac:spMkLst>
            <pc:docMk/>
            <pc:sldMk cId="3101460479" sldId="424"/>
            <ac:spMk id="10" creationId="{7D5BEBB4-4383-1CDE-893A-4494F80EC647}"/>
          </ac:spMkLst>
        </pc:spChg>
        <pc:spChg chg="add mod">
          <ac:chgData name="Juan David Suarez" userId="e850854423d4af7c" providerId="LiveId" clId="{79669D4D-7368-4F20-81FD-5E9952EBC3D4}" dt="2025-04-08T17:49:04.851" v="7265" actId="20577"/>
          <ac:spMkLst>
            <pc:docMk/>
            <pc:sldMk cId="3101460479" sldId="424"/>
            <ac:spMk id="11" creationId="{2F23FB74-B639-22F3-C70F-D94566452EF6}"/>
          </ac:spMkLst>
        </pc:spChg>
        <pc:spChg chg="add mod">
          <ac:chgData name="Juan David Suarez" userId="e850854423d4af7c" providerId="LiveId" clId="{79669D4D-7368-4F20-81FD-5E9952EBC3D4}" dt="2025-04-08T17:49:09.917" v="7271" actId="20577"/>
          <ac:spMkLst>
            <pc:docMk/>
            <pc:sldMk cId="3101460479" sldId="424"/>
            <ac:spMk id="12" creationId="{76568C54-20E1-FBD7-2610-9F288B66F1F9}"/>
          </ac:spMkLst>
        </pc:spChg>
        <pc:spChg chg="add mod">
          <ac:chgData name="Juan David Suarez" userId="e850854423d4af7c" providerId="LiveId" clId="{79669D4D-7368-4F20-81FD-5E9952EBC3D4}" dt="2025-04-08T17:49:28.223" v="7274" actId="207"/>
          <ac:spMkLst>
            <pc:docMk/>
            <pc:sldMk cId="3101460479" sldId="424"/>
            <ac:spMk id="13" creationId="{16526F63-BC46-F079-D25D-C5B9F759EDA4}"/>
          </ac:spMkLst>
        </pc:spChg>
        <pc:spChg chg="add mod">
          <ac:chgData name="Juan David Suarez" userId="e850854423d4af7c" providerId="LiveId" clId="{79669D4D-7368-4F20-81FD-5E9952EBC3D4}" dt="2025-04-08T17:49:34.592" v="7275" actId="571"/>
          <ac:spMkLst>
            <pc:docMk/>
            <pc:sldMk cId="3101460479" sldId="424"/>
            <ac:spMk id="14" creationId="{B5E5706B-8671-12EA-AF44-3DF1D7BEA120}"/>
          </ac:spMkLst>
        </pc:spChg>
        <pc:picChg chg="add mod">
          <ac:chgData name="Juan David Suarez" userId="e850854423d4af7c" providerId="LiveId" clId="{79669D4D-7368-4F20-81FD-5E9952EBC3D4}" dt="2025-04-08T17:48:07.826" v="7239" actId="1076"/>
          <ac:picMkLst>
            <pc:docMk/>
            <pc:sldMk cId="3101460479" sldId="424"/>
            <ac:picMk id="5" creationId="{A9334638-78F8-2B8E-E1E6-825B899C5412}"/>
          </ac:picMkLst>
        </pc:picChg>
        <pc:picChg chg="add mod">
          <ac:chgData name="Juan David Suarez" userId="e850854423d4af7c" providerId="LiveId" clId="{79669D4D-7368-4F20-81FD-5E9952EBC3D4}" dt="2025-04-08T17:48:49.118" v="7251" actId="1076"/>
          <ac:picMkLst>
            <pc:docMk/>
            <pc:sldMk cId="3101460479" sldId="424"/>
            <ac:picMk id="7" creationId="{B64097AF-EE29-FE32-28AB-671E9034BB59}"/>
          </ac:picMkLst>
        </pc:picChg>
        <pc:picChg chg="add mod">
          <ac:chgData name="Juan David Suarez" userId="e850854423d4af7c" providerId="LiveId" clId="{79669D4D-7368-4F20-81FD-5E9952EBC3D4}" dt="2025-04-08T17:48:50.408" v="7252" actId="1076"/>
          <ac:picMkLst>
            <pc:docMk/>
            <pc:sldMk cId="3101460479" sldId="424"/>
            <ac:picMk id="9" creationId="{A1928CE8-7F18-9384-F4EB-223A40013684}"/>
          </ac:picMkLst>
        </pc:picChg>
      </pc:sldChg>
      <pc:sldChg chg="addSp modSp new">
        <pc:chgData name="Juan David Suarez" userId="e850854423d4af7c" providerId="LiveId" clId="{79669D4D-7368-4F20-81FD-5E9952EBC3D4}" dt="2025-04-08T17:49:55.049" v="7280" actId="1076"/>
        <pc:sldMkLst>
          <pc:docMk/>
          <pc:sldMk cId="26927754" sldId="425"/>
        </pc:sldMkLst>
        <pc:picChg chg="add mod">
          <ac:chgData name="Juan David Suarez" userId="e850854423d4af7c" providerId="LiveId" clId="{79669D4D-7368-4F20-81FD-5E9952EBC3D4}" dt="2025-04-08T17:49:55.049" v="7280" actId="1076"/>
          <ac:picMkLst>
            <pc:docMk/>
            <pc:sldMk cId="26927754" sldId="425"/>
            <ac:picMk id="20482" creationId="{B5EBF73F-3E06-1C38-6637-9715A7868AAF}"/>
          </ac:picMkLst>
        </pc:picChg>
      </pc:sldChg>
      <pc:sldChg chg="addSp modSp new mod">
        <pc:chgData name="Juan David Suarez" userId="e850854423d4af7c" providerId="LiveId" clId="{79669D4D-7368-4F20-81FD-5E9952EBC3D4}" dt="2025-04-10T20:55:15.688" v="7866" actId="313"/>
        <pc:sldMkLst>
          <pc:docMk/>
          <pc:sldMk cId="3866485508" sldId="426"/>
        </pc:sldMkLst>
        <pc:spChg chg="mod">
          <ac:chgData name="Juan David Suarez" userId="e850854423d4af7c" providerId="LiveId" clId="{79669D4D-7368-4F20-81FD-5E9952EBC3D4}" dt="2025-04-10T20:55:15.688" v="7866" actId="313"/>
          <ac:spMkLst>
            <pc:docMk/>
            <pc:sldMk cId="3866485508" sldId="426"/>
            <ac:spMk id="2" creationId="{9365B1B9-BDB8-8E27-DBA1-9E174541F92F}"/>
          </ac:spMkLst>
        </pc:spChg>
        <pc:spChg chg="add mod">
          <ac:chgData name="Juan David Suarez" userId="e850854423d4af7c" providerId="LiveId" clId="{79669D4D-7368-4F20-81FD-5E9952EBC3D4}" dt="2025-04-08T17:50:54.031" v="7326" actId="207"/>
          <ac:spMkLst>
            <pc:docMk/>
            <pc:sldMk cId="3866485508" sldId="426"/>
            <ac:spMk id="6" creationId="{29EA1C11-C900-5499-5080-481EBC8BA9CF}"/>
          </ac:spMkLst>
        </pc:spChg>
        <pc:spChg chg="add mod">
          <ac:chgData name="Juan David Suarez" userId="e850854423d4af7c" providerId="LiveId" clId="{79669D4D-7368-4F20-81FD-5E9952EBC3D4}" dt="2025-04-08T17:51:08.545" v="7328" actId="14100"/>
          <ac:spMkLst>
            <pc:docMk/>
            <pc:sldMk cId="3866485508" sldId="426"/>
            <ac:spMk id="7" creationId="{5FE184BE-EBF0-0E74-C9B5-44A8E90AE93D}"/>
          </ac:spMkLst>
        </pc:spChg>
        <pc:spChg chg="add mod">
          <ac:chgData name="Juan David Suarez" userId="e850854423d4af7c" providerId="LiveId" clId="{79669D4D-7368-4F20-81FD-5E9952EBC3D4}" dt="2025-04-08T17:52:52.501" v="7349" actId="207"/>
          <ac:spMkLst>
            <pc:docMk/>
            <pc:sldMk cId="3866485508" sldId="426"/>
            <ac:spMk id="8" creationId="{3A138C0D-C5EF-D0F8-5A99-3AE82DE88A54}"/>
          </ac:spMkLst>
        </pc:spChg>
        <pc:picChg chg="add mod">
          <ac:chgData name="Juan David Suarez" userId="e850854423d4af7c" providerId="LiveId" clId="{79669D4D-7368-4F20-81FD-5E9952EBC3D4}" dt="2025-04-08T17:50:27.033" v="7285" actId="1076"/>
          <ac:picMkLst>
            <pc:docMk/>
            <pc:sldMk cId="3866485508" sldId="426"/>
            <ac:picMk id="5" creationId="{7B1CAB61-45D1-9AD1-69B5-0784CC20B166}"/>
          </ac:picMkLst>
        </pc:picChg>
      </pc:sldChg>
      <pc:sldChg chg="addSp modSp new">
        <pc:chgData name="Juan David Suarez" userId="e850854423d4af7c" providerId="LiveId" clId="{79669D4D-7368-4F20-81FD-5E9952EBC3D4}" dt="2025-04-08T18:01:06.125" v="7394"/>
        <pc:sldMkLst>
          <pc:docMk/>
          <pc:sldMk cId="1329945035" sldId="427"/>
        </pc:sldMkLst>
        <pc:picChg chg="add mod">
          <ac:chgData name="Juan David Suarez" userId="e850854423d4af7c" providerId="LiveId" clId="{79669D4D-7368-4F20-81FD-5E9952EBC3D4}" dt="2025-04-08T17:53:01.055" v="7354" actId="1076"/>
          <ac:picMkLst>
            <pc:docMk/>
            <pc:sldMk cId="1329945035" sldId="427"/>
            <ac:picMk id="21506" creationId="{B5C4CFE3-A1CE-079B-8395-8B4A4F4CA606}"/>
          </ac:picMkLst>
        </pc:picChg>
      </pc:sldChg>
      <pc:sldChg chg="addSp modSp new">
        <pc:chgData name="Juan David Suarez" userId="e850854423d4af7c" providerId="LiveId" clId="{79669D4D-7368-4F20-81FD-5E9952EBC3D4}" dt="2025-04-08T17:53:39.744" v="7359" actId="1076"/>
        <pc:sldMkLst>
          <pc:docMk/>
          <pc:sldMk cId="462355520" sldId="428"/>
        </pc:sldMkLst>
        <pc:picChg chg="add mod">
          <ac:chgData name="Juan David Suarez" userId="e850854423d4af7c" providerId="LiveId" clId="{79669D4D-7368-4F20-81FD-5E9952EBC3D4}" dt="2025-04-08T17:53:39.744" v="7359" actId="1076"/>
          <ac:picMkLst>
            <pc:docMk/>
            <pc:sldMk cId="462355520" sldId="428"/>
            <ac:picMk id="22530" creationId="{4966485E-F1B7-CC28-BB46-F065A94FEC0B}"/>
          </ac:picMkLst>
        </pc:picChg>
      </pc:sldChg>
      <pc:sldChg chg="addSp delSp modSp new mod">
        <pc:chgData name="Juan David Suarez" userId="e850854423d4af7c" providerId="LiveId" clId="{79669D4D-7368-4F20-81FD-5E9952EBC3D4}" dt="2025-04-08T17:54:16.617" v="7366" actId="1076"/>
        <pc:sldMkLst>
          <pc:docMk/>
          <pc:sldMk cId="3896003224" sldId="429"/>
        </pc:sldMkLst>
        <pc:picChg chg="add mod">
          <ac:chgData name="Juan David Suarez" userId="e850854423d4af7c" providerId="LiveId" clId="{79669D4D-7368-4F20-81FD-5E9952EBC3D4}" dt="2025-04-08T17:54:06.673" v="7364" actId="1076"/>
          <ac:picMkLst>
            <pc:docMk/>
            <pc:sldMk cId="3896003224" sldId="429"/>
            <ac:picMk id="5" creationId="{F95592EE-65FC-0DD2-AF1F-EEFCD74B621E}"/>
          </ac:picMkLst>
        </pc:picChg>
        <pc:picChg chg="add mod">
          <ac:chgData name="Juan David Suarez" userId="e850854423d4af7c" providerId="LiveId" clId="{79669D4D-7368-4F20-81FD-5E9952EBC3D4}" dt="2025-04-08T17:54:16.617" v="7366" actId="1076"/>
          <ac:picMkLst>
            <pc:docMk/>
            <pc:sldMk cId="3896003224" sldId="429"/>
            <ac:picMk id="23554" creationId="{9703F463-067C-9111-1B35-B116FCDF2ADD}"/>
          </ac:picMkLst>
        </pc:picChg>
      </pc:sldChg>
      <pc:sldChg chg="addSp modSp new mod">
        <pc:chgData name="Juan David Suarez" userId="e850854423d4af7c" providerId="LiveId" clId="{79669D4D-7368-4F20-81FD-5E9952EBC3D4}" dt="2025-04-08T17:55:24.369" v="7371" actId="1582"/>
        <pc:sldMkLst>
          <pc:docMk/>
          <pc:sldMk cId="3481380571" sldId="430"/>
        </pc:sldMkLst>
        <pc:picChg chg="add">
          <ac:chgData name="Juan David Suarez" userId="e850854423d4af7c" providerId="LiveId" clId="{79669D4D-7368-4F20-81FD-5E9952EBC3D4}" dt="2025-04-08T17:55:10.632" v="7368"/>
          <ac:picMkLst>
            <pc:docMk/>
            <pc:sldMk cId="3481380571" sldId="430"/>
            <ac:picMk id="24578" creationId="{88203C5D-26AE-79FA-F619-27B53FCAA7E6}"/>
          </ac:picMkLst>
        </pc:picChg>
        <pc:cxnChg chg="add mod">
          <ac:chgData name="Juan David Suarez" userId="e850854423d4af7c" providerId="LiveId" clId="{79669D4D-7368-4F20-81FD-5E9952EBC3D4}" dt="2025-04-08T17:55:24.369" v="7371" actId="1582"/>
          <ac:cxnSpMkLst>
            <pc:docMk/>
            <pc:sldMk cId="3481380571" sldId="430"/>
            <ac:cxnSpMk id="5" creationId="{AA507E00-55EC-B12A-7AD8-2EA27DAB6CEA}"/>
          </ac:cxnSpMkLst>
        </pc:cxnChg>
      </pc:sldChg>
      <pc:sldChg chg="addSp delSp modSp add mod">
        <pc:chgData name="Juan David Suarez" userId="e850854423d4af7c" providerId="LiveId" clId="{79669D4D-7368-4F20-81FD-5E9952EBC3D4}" dt="2025-04-08T17:58:07.999" v="7378" actId="207"/>
        <pc:sldMkLst>
          <pc:docMk/>
          <pc:sldMk cId="2104752954" sldId="431"/>
        </pc:sldMkLst>
        <pc:spChg chg="add mod">
          <ac:chgData name="Juan David Suarez" userId="e850854423d4af7c" providerId="LiveId" clId="{79669D4D-7368-4F20-81FD-5E9952EBC3D4}" dt="2025-04-08T17:58:07.999" v="7378" actId="207"/>
          <ac:spMkLst>
            <pc:docMk/>
            <pc:sldMk cId="2104752954" sldId="431"/>
            <ac:spMk id="4" creationId="{D049D93F-83C1-055A-7859-093AB5C04798}"/>
          </ac:spMkLst>
        </pc:spChg>
      </pc:sldChg>
      <pc:sldChg chg="addSp new del">
        <pc:chgData name="Juan David Suarez" userId="e850854423d4af7c" providerId="LiveId" clId="{79669D4D-7368-4F20-81FD-5E9952EBC3D4}" dt="2025-04-08T17:57:43.731" v="7374" actId="2696"/>
        <pc:sldMkLst>
          <pc:docMk/>
          <pc:sldMk cId="2496282189" sldId="431"/>
        </pc:sldMkLst>
      </pc:sldChg>
      <pc:sldChg chg="addSp modSp new">
        <pc:chgData name="Juan David Suarez" userId="e850854423d4af7c" providerId="LiveId" clId="{79669D4D-7368-4F20-81FD-5E9952EBC3D4}" dt="2025-04-08T17:59:25.905" v="7385" actId="1076"/>
        <pc:sldMkLst>
          <pc:docMk/>
          <pc:sldMk cId="1750274337" sldId="432"/>
        </pc:sldMkLst>
        <pc:picChg chg="add mod">
          <ac:chgData name="Juan David Suarez" userId="e850854423d4af7c" providerId="LiveId" clId="{79669D4D-7368-4F20-81FD-5E9952EBC3D4}" dt="2025-04-08T17:59:25.905" v="7385" actId="1076"/>
          <ac:picMkLst>
            <pc:docMk/>
            <pc:sldMk cId="1750274337" sldId="432"/>
            <ac:picMk id="28674" creationId="{AAB539FB-938F-CF06-9824-28C7D9257E37}"/>
          </ac:picMkLst>
        </pc:picChg>
      </pc:sldChg>
      <pc:sldChg chg="addSp new del">
        <pc:chgData name="Juan David Suarez" userId="e850854423d4af7c" providerId="LiveId" clId="{79669D4D-7368-4F20-81FD-5E9952EBC3D4}" dt="2025-04-08T18:00:02.047" v="7388" actId="47"/>
        <pc:sldMkLst>
          <pc:docMk/>
          <pc:sldMk cId="249355738" sldId="433"/>
        </pc:sldMkLst>
      </pc:sldChg>
      <pc:sldChg chg="addSp new">
        <pc:chgData name="Juan David Suarez" userId="e850854423d4af7c" providerId="LiveId" clId="{79669D4D-7368-4F20-81FD-5E9952EBC3D4}" dt="2025-04-08T18:01:20.907" v="7395"/>
        <pc:sldMkLst>
          <pc:docMk/>
          <pc:sldMk cId="2473147032" sldId="433"/>
        </pc:sldMkLst>
        <pc:picChg chg="add">
          <ac:chgData name="Juan David Suarez" userId="e850854423d4af7c" providerId="LiveId" clId="{79669D4D-7368-4F20-81FD-5E9952EBC3D4}" dt="2025-04-08T18:01:20.907" v="7395"/>
          <ac:picMkLst>
            <pc:docMk/>
            <pc:sldMk cId="2473147032" sldId="433"/>
            <ac:picMk id="30722" creationId="{806C8AC2-EFE1-54B4-CEB5-B3CD2B2C89C9}"/>
          </ac:picMkLst>
        </pc:picChg>
      </pc:sldChg>
      <pc:sldChg chg="new del">
        <pc:chgData name="Juan David Suarez" userId="e850854423d4af7c" providerId="LiveId" clId="{79669D4D-7368-4F20-81FD-5E9952EBC3D4}" dt="2025-04-08T18:00:33.783" v="7392" actId="47"/>
        <pc:sldMkLst>
          <pc:docMk/>
          <pc:sldMk cId="2609415206" sldId="433"/>
        </pc:sldMkLst>
      </pc:sldChg>
      <pc:sldChg chg="addSp new">
        <pc:chgData name="Juan David Suarez" userId="e850854423d4af7c" providerId="LiveId" clId="{79669D4D-7368-4F20-81FD-5E9952EBC3D4}" dt="2025-04-08T18:01:29.426" v="7397"/>
        <pc:sldMkLst>
          <pc:docMk/>
          <pc:sldMk cId="3649585051" sldId="434"/>
        </pc:sldMkLst>
        <pc:picChg chg="add">
          <ac:chgData name="Juan David Suarez" userId="e850854423d4af7c" providerId="LiveId" clId="{79669D4D-7368-4F20-81FD-5E9952EBC3D4}" dt="2025-04-08T18:01:29.426" v="7397"/>
          <ac:picMkLst>
            <pc:docMk/>
            <pc:sldMk cId="3649585051" sldId="434"/>
            <ac:picMk id="31746" creationId="{9771FB3C-A2BB-B076-3D59-01836FE521F7}"/>
          </ac:picMkLst>
        </pc:picChg>
      </pc:sldChg>
      <pc:sldChg chg="new del">
        <pc:chgData name="Juan David Suarez" userId="e850854423d4af7c" providerId="LiveId" clId="{79669D4D-7368-4F20-81FD-5E9952EBC3D4}" dt="2025-04-08T18:02:09.606" v="7399" actId="680"/>
        <pc:sldMkLst>
          <pc:docMk/>
          <pc:sldMk cId="413432099" sldId="435"/>
        </pc:sldMkLst>
      </pc:sldChg>
      <pc:sldChg chg="addSp modSp new mod">
        <pc:chgData name="Juan David Suarez" userId="e850854423d4af7c" providerId="LiveId" clId="{79669D4D-7368-4F20-81FD-5E9952EBC3D4}" dt="2025-04-08T18:06:16.205" v="7417" actId="20577"/>
        <pc:sldMkLst>
          <pc:docMk/>
          <pc:sldMk cId="1098439224" sldId="435"/>
        </pc:sldMkLst>
        <pc:spChg chg="mod">
          <ac:chgData name="Juan David Suarez" userId="e850854423d4af7c" providerId="LiveId" clId="{79669D4D-7368-4F20-81FD-5E9952EBC3D4}" dt="2025-04-08T18:06:16.205" v="7417" actId="20577"/>
          <ac:spMkLst>
            <pc:docMk/>
            <pc:sldMk cId="1098439224" sldId="435"/>
            <ac:spMk id="2" creationId="{6C0EB45D-058A-A820-5C45-0F6231FBE67C}"/>
          </ac:spMkLst>
        </pc:spChg>
        <pc:picChg chg="add mod">
          <ac:chgData name="Juan David Suarez" userId="e850854423d4af7c" providerId="LiveId" clId="{79669D4D-7368-4F20-81FD-5E9952EBC3D4}" dt="2025-04-08T18:06:13.204" v="7406" actId="1076"/>
          <ac:picMkLst>
            <pc:docMk/>
            <pc:sldMk cId="1098439224" sldId="435"/>
            <ac:picMk id="32770" creationId="{B58B965F-6C22-7B25-83CA-DE3FF5D8F5A9}"/>
          </ac:picMkLst>
        </pc:picChg>
      </pc:sldChg>
      <pc:sldChg chg="addSp modSp new mod">
        <pc:chgData name="Juan David Suarez" userId="e850854423d4af7c" providerId="LiveId" clId="{79669D4D-7368-4F20-81FD-5E9952EBC3D4}" dt="2025-04-08T18:06:53.583" v="7467" actId="790"/>
        <pc:sldMkLst>
          <pc:docMk/>
          <pc:sldMk cId="3530151643" sldId="436"/>
        </pc:sldMkLst>
        <pc:spChg chg="mod">
          <ac:chgData name="Juan David Suarez" userId="e850854423d4af7c" providerId="LiveId" clId="{79669D4D-7368-4F20-81FD-5E9952EBC3D4}" dt="2025-04-08T18:06:53.583" v="7467" actId="790"/>
          <ac:spMkLst>
            <pc:docMk/>
            <pc:sldMk cId="3530151643" sldId="436"/>
            <ac:spMk id="2" creationId="{7A9CF081-1E8F-44C5-7E0A-231F31EA5791}"/>
          </ac:spMkLst>
        </pc:spChg>
        <pc:picChg chg="add mod">
          <ac:chgData name="Juan David Suarez" userId="e850854423d4af7c" providerId="LiveId" clId="{79669D4D-7368-4F20-81FD-5E9952EBC3D4}" dt="2025-04-08T18:06:28.781" v="7420" actId="1076"/>
          <ac:picMkLst>
            <pc:docMk/>
            <pc:sldMk cId="3530151643" sldId="436"/>
            <ac:picMk id="33794" creationId="{FA74C6B4-3675-D7EA-C8BE-21A4D62E7E69}"/>
          </ac:picMkLst>
        </pc:picChg>
      </pc:sldChg>
      <pc:sldChg chg="addSp modSp new mod">
        <pc:chgData name="Juan David Suarez" userId="e850854423d4af7c" providerId="LiveId" clId="{79669D4D-7368-4F20-81FD-5E9952EBC3D4}" dt="2025-04-08T18:08:01.715" v="7547" actId="20577"/>
        <pc:sldMkLst>
          <pc:docMk/>
          <pc:sldMk cId="3834338979" sldId="437"/>
        </pc:sldMkLst>
        <pc:spChg chg="add mod">
          <ac:chgData name="Juan David Suarez" userId="e850854423d4af7c" providerId="LiveId" clId="{79669D4D-7368-4F20-81FD-5E9952EBC3D4}" dt="2025-04-08T18:08:01.715" v="7547" actId="20577"/>
          <ac:spMkLst>
            <pc:docMk/>
            <pc:sldMk cId="3834338979" sldId="437"/>
            <ac:spMk id="4" creationId="{304E189F-779F-F6B0-E8D9-ECC9C52A99C1}"/>
          </ac:spMkLst>
        </pc:spChg>
        <pc:picChg chg="add mod">
          <ac:chgData name="Juan David Suarez" userId="e850854423d4af7c" providerId="LiveId" clId="{79669D4D-7368-4F20-81FD-5E9952EBC3D4}" dt="2025-04-08T18:07:12.614" v="7470" actId="1076"/>
          <ac:picMkLst>
            <pc:docMk/>
            <pc:sldMk cId="3834338979" sldId="437"/>
            <ac:picMk id="34818" creationId="{4B0BF25B-623B-1269-566C-53D5A2A93658}"/>
          </ac:picMkLst>
        </pc:picChg>
      </pc:sldChg>
      <pc:sldChg chg="addSp modSp new mod">
        <pc:chgData name="Juan David Suarez" userId="e850854423d4af7c" providerId="LiveId" clId="{79669D4D-7368-4F20-81FD-5E9952EBC3D4}" dt="2025-04-10T21:22:38.627" v="7917" actId="20577"/>
        <pc:sldMkLst>
          <pc:docMk/>
          <pc:sldMk cId="3609843626" sldId="438"/>
        </pc:sldMkLst>
        <pc:spChg chg="mod">
          <ac:chgData name="Juan David Suarez" userId="e850854423d4af7c" providerId="LiveId" clId="{79669D4D-7368-4F20-81FD-5E9952EBC3D4}" dt="2025-04-10T21:22:38.627" v="7917" actId="20577"/>
          <ac:spMkLst>
            <pc:docMk/>
            <pc:sldMk cId="3609843626" sldId="438"/>
            <ac:spMk id="2" creationId="{22A7DC27-ED9F-200C-2AC3-33A719651EF3}"/>
          </ac:spMkLst>
        </pc:spChg>
        <pc:picChg chg="add mod">
          <ac:chgData name="Juan David Suarez" userId="e850854423d4af7c" providerId="LiveId" clId="{79669D4D-7368-4F20-81FD-5E9952EBC3D4}" dt="2025-04-08T18:09:10.261" v="7561" actId="1076"/>
          <ac:picMkLst>
            <pc:docMk/>
            <pc:sldMk cId="3609843626" sldId="438"/>
            <ac:picMk id="35842" creationId="{0FA2EE11-4F47-E1E7-37D6-8DD4CD77CD1A}"/>
          </ac:picMkLst>
        </pc:picChg>
      </pc:sldChg>
      <pc:sldChg chg="addSp modSp new">
        <pc:chgData name="Juan David Suarez" userId="e850854423d4af7c" providerId="LiveId" clId="{79669D4D-7368-4F20-81FD-5E9952EBC3D4}" dt="2025-04-08T20:04:47.068" v="7564" actId="1076"/>
        <pc:sldMkLst>
          <pc:docMk/>
          <pc:sldMk cId="3623011721" sldId="439"/>
        </pc:sldMkLst>
        <pc:picChg chg="add mod">
          <ac:chgData name="Juan David Suarez" userId="e850854423d4af7c" providerId="LiveId" clId="{79669D4D-7368-4F20-81FD-5E9952EBC3D4}" dt="2025-04-08T20:04:47.068" v="7564" actId="1076"/>
          <ac:picMkLst>
            <pc:docMk/>
            <pc:sldMk cId="3623011721" sldId="439"/>
            <ac:picMk id="36866" creationId="{A02E8B4D-79F9-B66E-88CD-1E2F5E0BE661}"/>
          </ac:picMkLst>
        </pc:picChg>
      </pc:sldChg>
      <pc:sldChg chg="add del">
        <pc:chgData name="Juan David Suarez" userId="e850854423d4af7c" providerId="LiveId" clId="{79669D4D-7368-4F20-81FD-5E9952EBC3D4}" dt="2025-04-08T20:09:41.770" v="7584"/>
        <pc:sldMkLst>
          <pc:docMk/>
          <pc:sldMk cId="522054576" sldId="440"/>
        </pc:sldMkLst>
      </pc:sldChg>
      <pc:sldChg chg="addSp modSp new add del">
        <pc:chgData name="Juan David Suarez" userId="e850854423d4af7c" providerId="LiveId" clId="{79669D4D-7368-4F20-81FD-5E9952EBC3D4}" dt="2025-04-08T20:09:42.381" v="7585" actId="2696"/>
        <pc:sldMkLst>
          <pc:docMk/>
          <pc:sldMk cId="2911731935" sldId="440"/>
        </pc:sldMkLst>
        <pc:picChg chg="add mod">
          <ac:chgData name="Juan David Suarez" userId="e850854423d4af7c" providerId="LiveId" clId="{79669D4D-7368-4F20-81FD-5E9952EBC3D4}" dt="2025-04-08T20:07:13.348" v="7572" actId="1076"/>
          <ac:picMkLst>
            <pc:docMk/>
            <pc:sldMk cId="2911731935" sldId="440"/>
            <ac:picMk id="37890" creationId="{8F030AB2-EFE2-221F-B670-4CBA1882D86D}"/>
          </ac:picMkLst>
        </pc:picChg>
      </pc:sldChg>
      <pc:sldChg chg="addSp modSp new">
        <pc:chgData name="Juan David Suarez" userId="e850854423d4af7c" providerId="LiveId" clId="{79669D4D-7368-4F20-81FD-5E9952EBC3D4}" dt="2025-04-08T20:07:40.961" v="7577" actId="1076"/>
        <pc:sldMkLst>
          <pc:docMk/>
          <pc:sldMk cId="246311362" sldId="441"/>
        </pc:sldMkLst>
        <pc:picChg chg="add mod">
          <ac:chgData name="Juan David Suarez" userId="e850854423d4af7c" providerId="LiveId" clId="{79669D4D-7368-4F20-81FD-5E9952EBC3D4}" dt="2025-04-08T20:07:40.961" v="7577" actId="1076"/>
          <ac:picMkLst>
            <pc:docMk/>
            <pc:sldMk cId="246311362" sldId="441"/>
            <ac:picMk id="38914" creationId="{8A3FB3C0-4993-1332-F62F-7C7A3C471A56}"/>
          </ac:picMkLst>
        </pc:picChg>
      </pc:sldChg>
      <pc:sldChg chg="addSp modSp new mod ord">
        <pc:chgData name="Juan David Suarez" userId="e850854423d4af7c" providerId="LiveId" clId="{79669D4D-7368-4F20-81FD-5E9952EBC3D4}" dt="2025-04-08T20:09:58.543" v="7632" actId="20577"/>
        <pc:sldMkLst>
          <pc:docMk/>
          <pc:sldMk cId="3780264526" sldId="442"/>
        </pc:sldMkLst>
        <pc:spChg chg="add mod">
          <ac:chgData name="Juan David Suarez" userId="e850854423d4af7c" providerId="LiveId" clId="{79669D4D-7368-4F20-81FD-5E9952EBC3D4}" dt="2025-04-08T20:09:58.543" v="7632" actId="20577"/>
          <ac:spMkLst>
            <pc:docMk/>
            <pc:sldMk cId="3780264526" sldId="442"/>
            <ac:spMk id="4" creationId="{F9CFCA17-BCA8-7737-4931-5017D5E2FD25}"/>
          </ac:spMkLst>
        </pc:spChg>
        <pc:picChg chg="add">
          <ac:chgData name="Juan David Suarez" userId="e850854423d4af7c" providerId="LiveId" clId="{79669D4D-7368-4F20-81FD-5E9952EBC3D4}" dt="2025-04-08T20:09:15.768" v="7579"/>
          <ac:picMkLst>
            <pc:docMk/>
            <pc:sldMk cId="3780264526" sldId="442"/>
            <ac:picMk id="39938" creationId="{8729DE99-C6E4-46D5-D171-54E464FC5079}"/>
          </ac:picMkLst>
        </pc:picChg>
      </pc:sldChg>
      <pc:sldChg chg="addSp modSp new mod">
        <pc:chgData name="Juan David Suarez" userId="e850854423d4af7c" providerId="LiveId" clId="{79669D4D-7368-4F20-81FD-5E9952EBC3D4}" dt="2025-04-08T20:11:21.044" v="7670" actId="20577"/>
        <pc:sldMkLst>
          <pc:docMk/>
          <pc:sldMk cId="3831770803" sldId="443"/>
        </pc:sldMkLst>
        <pc:spChg chg="mod">
          <ac:chgData name="Juan David Suarez" userId="e850854423d4af7c" providerId="LiveId" clId="{79669D4D-7368-4F20-81FD-5E9952EBC3D4}" dt="2025-04-08T20:11:21.044" v="7670" actId="20577"/>
          <ac:spMkLst>
            <pc:docMk/>
            <pc:sldMk cId="3831770803" sldId="443"/>
            <ac:spMk id="2" creationId="{9A1C350A-D796-52FC-7AA5-AA9A088FC6AA}"/>
          </ac:spMkLst>
        </pc:spChg>
        <pc:picChg chg="add mod">
          <ac:chgData name="Juan David Suarez" userId="e850854423d4af7c" providerId="LiveId" clId="{79669D4D-7368-4F20-81FD-5E9952EBC3D4}" dt="2025-04-08T20:11:13.191" v="7653" actId="1076"/>
          <ac:picMkLst>
            <pc:docMk/>
            <pc:sldMk cId="3831770803" sldId="443"/>
            <ac:picMk id="40962" creationId="{BC4CAE47-BF0D-7104-8B29-97C7978D4525}"/>
          </ac:picMkLst>
        </pc:picChg>
      </pc:sldChg>
      <pc:sldChg chg="addSp modSp new">
        <pc:chgData name="Juan David Suarez" userId="e850854423d4af7c" providerId="LiveId" clId="{79669D4D-7368-4F20-81FD-5E9952EBC3D4}" dt="2025-04-08T20:25:19.109" v="7711" actId="1035"/>
        <pc:sldMkLst>
          <pc:docMk/>
          <pc:sldMk cId="3885823450" sldId="444"/>
        </pc:sldMkLst>
        <pc:picChg chg="add mod">
          <ac:chgData name="Juan David Suarez" userId="e850854423d4af7c" providerId="LiveId" clId="{79669D4D-7368-4F20-81FD-5E9952EBC3D4}" dt="2025-04-08T20:25:19.109" v="7711" actId="1035"/>
          <ac:picMkLst>
            <pc:docMk/>
            <pc:sldMk cId="3885823450" sldId="444"/>
            <ac:picMk id="1026" creationId="{A6F2E180-37C3-497C-25DB-BF5942D432F6}"/>
          </ac:picMkLst>
        </pc:picChg>
      </pc:sldChg>
      <pc:sldChg chg="addSp new">
        <pc:chgData name="Juan David Suarez" userId="e850854423d4af7c" providerId="LiveId" clId="{79669D4D-7368-4F20-81FD-5E9952EBC3D4}" dt="2025-04-08T20:29:47.772" v="7713"/>
        <pc:sldMkLst>
          <pc:docMk/>
          <pc:sldMk cId="1779431005" sldId="445"/>
        </pc:sldMkLst>
        <pc:picChg chg="add">
          <ac:chgData name="Juan David Suarez" userId="e850854423d4af7c" providerId="LiveId" clId="{79669D4D-7368-4F20-81FD-5E9952EBC3D4}" dt="2025-04-08T20:29:47.772" v="7713"/>
          <ac:picMkLst>
            <pc:docMk/>
            <pc:sldMk cId="1779431005" sldId="445"/>
            <ac:picMk id="2050" creationId="{52F7DE46-A4CC-3E0C-1ED5-2D8CC0504D86}"/>
          </ac:picMkLst>
        </pc:picChg>
      </pc:sldChg>
      <pc:sldChg chg="addSp delSp modSp new mod">
        <pc:chgData name="Juan David Suarez" userId="e850854423d4af7c" providerId="LiveId" clId="{79669D4D-7368-4F20-81FD-5E9952EBC3D4}" dt="2025-04-10T14:46:55.049" v="7833" actId="1076"/>
        <pc:sldMkLst>
          <pc:docMk/>
          <pc:sldMk cId="1274839006" sldId="446"/>
        </pc:sldMkLst>
        <pc:spChg chg="del">
          <ac:chgData name="Juan David Suarez" userId="e850854423d4af7c" providerId="LiveId" clId="{79669D4D-7368-4F20-81FD-5E9952EBC3D4}" dt="2025-04-10T14:37:52.428" v="7826" actId="478"/>
          <ac:spMkLst>
            <pc:docMk/>
            <pc:sldMk cId="1274839006" sldId="446"/>
            <ac:spMk id="2" creationId="{80FB7076-05C5-ADA0-5010-A9D3177C2329}"/>
          </ac:spMkLst>
        </pc:spChg>
        <pc:spChg chg="del">
          <ac:chgData name="Juan David Suarez" userId="e850854423d4af7c" providerId="LiveId" clId="{79669D4D-7368-4F20-81FD-5E9952EBC3D4}" dt="2025-04-10T14:37:52.428" v="7826" actId="478"/>
          <ac:spMkLst>
            <pc:docMk/>
            <pc:sldMk cId="1274839006" sldId="446"/>
            <ac:spMk id="3" creationId="{9A4D9A52-ECB2-0840-A5D9-3D47F1136C29}"/>
          </ac:spMkLst>
        </pc:spChg>
        <pc:picChg chg="add mod">
          <ac:chgData name="Juan David Suarez" userId="e850854423d4af7c" providerId="LiveId" clId="{79669D4D-7368-4F20-81FD-5E9952EBC3D4}" dt="2025-04-10T14:46:55.049" v="7833" actId="1076"/>
          <ac:picMkLst>
            <pc:docMk/>
            <pc:sldMk cId="1274839006" sldId="446"/>
            <ac:picMk id="5" creationId="{4659687B-5E49-9408-88CA-D077DEC4ABFE}"/>
          </ac:picMkLst>
        </pc:picChg>
      </pc:sldChg>
      <pc:sldChg chg="addSp modSp new mod">
        <pc:chgData name="Juan David Suarez" userId="e850854423d4af7c" providerId="LiveId" clId="{79669D4D-7368-4F20-81FD-5E9952EBC3D4}" dt="2025-04-10T21:04:12.215" v="7898" actId="20577"/>
        <pc:sldMkLst>
          <pc:docMk/>
          <pc:sldMk cId="4202246838" sldId="447"/>
        </pc:sldMkLst>
        <pc:spChg chg="mod">
          <ac:chgData name="Juan David Suarez" userId="e850854423d4af7c" providerId="LiveId" clId="{79669D4D-7368-4F20-81FD-5E9952EBC3D4}" dt="2025-04-10T21:04:12.215" v="7898" actId="20577"/>
          <ac:spMkLst>
            <pc:docMk/>
            <pc:sldMk cId="4202246838" sldId="447"/>
            <ac:spMk id="2" creationId="{BCC6B9D6-4D46-5E86-B6BB-3EB1732DCD50}"/>
          </ac:spMkLst>
        </pc:spChg>
        <pc:picChg chg="add mod">
          <ac:chgData name="Juan David Suarez" userId="e850854423d4af7c" providerId="LiveId" clId="{79669D4D-7368-4F20-81FD-5E9952EBC3D4}" dt="2025-04-10T21:04:04.184" v="7870" actId="1076"/>
          <ac:picMkLst>
            <pc:docMk/>
            <pc:sldMk cId="4202246838" sldId="447"/>
            <ac:picMk id="5" creationId="{5A43CE46-E709-A372-21E8-6452A4BA24D3}"/>
          </ac:picMkLst>
        </pc:picChg>
      </pc:sldChg>
      <pc:sldChg chg="addSp new">
        <pc:chgData name="Juan David Suarez" userId="e850854423d4af7c" providerId="LiveId" clId="{79669D4D-7368-4F20-81FD-5E9952EBC3D4}" dt="2025-04-10T21:13:05.876" v="7900"/>
        <pc:sldMkLst>
          <pc:docMk/>
          <pc:sldMk cId="90247311" sldId="448"/>
        </pc:sldMkLst>
        <pc:picChg chg="add">
          <ac:chgData name="Juan David Suarez" userId="e850854423d4af7c" providerId="LiveId" clId="{79669D4D-7368-4F20-81FD-5E9952EBC3D4}" dt="2025-04-10T21:13:05.876" v="7900"/>
          <ac:picMkLst>
            <pc:docMk/>
            <pc:sldMk cId="90247311" sldId="448"/>
            <ac:picMk id="1026" creationId="{48709CD3-08BA-7491-8C98-7297EF64A319}"/>
          </ac:picMkLst>
        </pc:picChg>
      </pc:sldChg>
    </pc:docChg>
  </pc:docChgLst>
  <pc:docChgLst>
    <pc:chgData name="Juan David Suarez" userId="e850854423d4af7c" providerId="LiveId" clId="{B29A0A88-7117-45DF-A3B6-D96F464B8C5B}"/>
    <pc:docChg chg="custSel delSld modSld">
      <pc:chgData name="Juan David Suarez" userId="e850854423d4af7c" providerId="LiveId" clId="{B29A0A88-7117-45DF-A3B6-D96F464B8C5B}" dt="2024-09-25T18:17:25.637" v="59" actId="47"/>
      <pc:docMkLst>
        <pc:docMk/>
      </pc:docMkLst>
      <pc:sldChg chg="addSp delSp modSp mod">
        <pc:chgData name="Juan David Suarez" userId="e850854423d4af7c" providerId="LiveId" clId="{B29A0A88-7117-45DF-A3B6-D96F464B8C5B}" dt="2024-09-25T18:16:27.581" v="46" actId="20577"/>
        <pc:sldMkLst>
          <pc:docMk/>
          <pc:sldMk cId="901669273" sldId="302"/>
        </pc:sldMkLst>
      </pc:sldChg>
      <pc:sldChg chg="addSp modSp">
        <pc:chgData name="Juan David Suarez" userId="e850854423d4af7c" providerId="LiveId" clId="{B29A0A88-7117-45DF-A3B6-D96F464B8C5B}" dt="2024-09-25T18:16:33.040" v="47"/>
        <pc:sldMkLst>
          <pc:docMk/>
          <pc:sldMk cId="902349259" sldId="326"/>
        </pc:sldMkLst>
      </pc:sldChg>
      <pc:sldChg chg="addSp modSp">
        <pc:chgData name="Juan David Suarez" userId="e850854423d4af7c" providerId="LiveId" clId="{B29A0A88-7117-45DF-A3B6-D96F464B8C5B}" dt="2024-09-25T18:16:43.478" v="51"/>
        <pc:sldMkLst>
          <pc:docMk/>
          <pc:sldMk cId="1915641132" sldId="327"/>
        </pc:sldMkLst>
      </pc:sldChg>
      <pc:sldChg chg="addSp modSp">
        <pc:chgData name="Juan David Suarez" userId="e850854423d4af7c" providerId="LiveId" clId="{B29A0A88-7117-45DF-A3B6-D96F464B8C5B}" dt="2024-09-25T18:16:48.891" v="54"/>
        <pc:sldMkLst>
          <pc:docMk/>
          <pc:sldMk cId="451706576" sldId="328"/>
        </pc:sldMkLst>
      </pc:sldChg>
      <pc:sldChg chg="addSp modSp">
        <pc:chgData name="Juan David Suarez" userId="e850854423d4af7c" providerId="LiveId" clId="{B29A0A88-7117-45DF-A3B6-D96F464B8C5B}" dt="2024-09-25T18:16:45.053" v="52"/>
        <pc:sldMkLst>
          <pc:docMk/>
          <pc:sldMk cId="1460562643" sldId="329"/>
        </pc:sldMkLst>
      </pc:sldChg>
      <pc:sldChg chg="addSp modSp">
        <pc:chgData name="Juan David Suarez" userId="e850854423d4af7c" providerId="LiveId" clId="{B29A0A88-7117-45DF-A3B6-D96F464B8C5B}" dt="2024-09-25T18:16:52.848" v="56"/>
        <pc:sldMkLst>
          <pc:docMk/>
          <pc:sldMk cId="3298731097" sldId="330"/>
        </pc:sldMkLst>
      </pc:sldChg>
      <pc:sldChg chg="addSp modSp">
        <pc:chgData name="Juan David Suarez" userId="e850854423d4af7c" providerId="LiveId" clId="{B29A0A88-7117-45DF-A3B6-D96F464B8C5B}" dt="2024-09-25T18:16:54.848" v="57"/>
        <pc:sldMkLst>
          <pc:docMk/>
          <pc:sldMk cId="1147466022" sldId="332"/>
        </pc:sldMkLst>
      </pc:sldChg>
      <pc:sldChg chg="del">
        <pc:chgData name="Juan David Suarez" userId="e850854423d4af7c" providerId="LiveId" clId="{B29A0A88-7117-45DF-A3B6-D96F464B8C5B}" dt="2024-09-25T18:17:25.637" v="59" actId="47"/>
        <pc:sldMkLst>
          <pc:docMk/>
          <pc:sldMk cId="2766569241" sldId="396"/>
        </pc:sldMkLst>
      </pc:sldChg>
      <pc:sldChg chg="addSp modSp mod">
        <pc:chgData name="Juan David Suarez" userId="e850854423d4af7c" providerId="LiveId" clId="{B29A0A88-7117-45DF-A3B6-D96F464B8C5B}" dt="2024-09-25T18:16:35.640" v="49" actId="1036"/>
        <pc:sldMkLst>
          <pc:docMk/>
          <pc:sldMk cId="3840784859" sldId="408"/>
        </pc:sldMkLst>
      </pc:sldChg>
      <pc:sldChg chg="addSp modSp">
        <pc:chgData name="Juan David Suarez" userId="e850854423d4af7c" providerId="LiveId" clId="{B29A0A88-7117-45DF-A3B6-D96F464B8C5B}" dt="2024-09-25T18:16:46.847" v="53"/>
        <pc:sldMkLst>
          <pc:docMk/>
          <pc:sldMk cId="1382864253" sldId="409"/>
        </pc:sldMkLst>
      </pc:sldChg>
      <pc:sldChg chg="addSp modSp">
        <pc:chgData name="Juan David Suarez" userId="e850854423d4af7c" providerId="LiveId" clId="{B29A0A88-7117-45DF-A3B6-D96F464B8C5B}" dt="2024-09-25T18:16:50.792" v="55"/>
        <pc:sldMkLst>
          <pc:docMk/>
          <pc:sldMk cId="3851843191" sldId="410"/>
        </pc:sldMkLst>
      </pc:sldChg>
      <pc:sldChg chg="addSp modSp">
        <pc:chgData name="Juan David Suarez" userId="e850854423d4af7c" providerId="LiveId" clId="{B29A0A88-7117-45DF-A3B6-D96F464B8C5B}" dt="2024-09-25T18:16:57.210" v="58"/>
        <pc:sldMkLst>
          <pc:docMk/>
          <pc:sldMk cId="4062313479" sldId="411"/>
        </pc:sldMkLst>
      </pc:sldChg>
    </pc:docChg>
  </pc:docChgLst>
  <pc:docChgLst>
    <pc:chgData name="Juan David Suarez" userId="e850854423d4af7c" providerId="LiveId" clId="{DD6FCB09-9ED6-4150-838A-84CFE0945DFB}"/>
    <pc:docChg chg="modSld">
      <pc:chgData name="Juan David Suarez" userId="e850854423d4af7c" providerId="LiveId" clId="{DD6FCB09-9ED6-4150-838A-84CFE0945DFB}" dt="2025-01-28T15:20:02.251" v="0" actId="1036"/>
      <pc:docMkLst>
        <pc:docMk/>
      </pc:docMkLst>
      <pc:sldChg chg="modSp mod">
        <pc:chgData name="Juan David Suarez" userId="e850854423d4af7c" providerId="LiveId" clId="{DD6FCB09-9ED6-4150-838A-84CFE0945DFB}" dt="2025-01-28T15:20:02.251" v="0" actId="1036"/>
        <pc:sldMkLst>
          <pc:docMk/>
          <pc:sldMk cId="991009201" sldId="37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DD!$C$2:$C$3</c:f>
              <c:strCache>
                <c:ptCount val="2"/>
                <c:pt idx="0">
                  <c:v>% de recuperacion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DD!$B$4:$B$48</c:f>
              <c:numCache>
                <c:formatCode>0.00%</c:formatCode>
                <c:ptCount val="45"/>
                <c:pt idx="0">
                  <c:v>0.02</c:v>
                </c:pt>
                <c:pt idx="1">
                  <c:v>0.04</c:v>
                </c:pt>
                <c:pt idx="2">
                  <c:v>0.06</c:v>
                </c:pt>
                <c:pt idx="3">
                  <c:v>0.08</c:v>
                </c:pt>
                <c:pt idx="4">
                  <c:v>0.1</c:v>
                </c:pt>
                <c:pt idx="5">
                  <c:v>0.12000000000000001</c:v>
                </c:pt>
                <c:pt idx="6">
                  <c:v>0.14000000000000001</c:v>
                </c:pt>
                <c:pt idx="7">
                  <c:v>0.16</c:v>
                </c:pt>
                <c:pt idx="8">
                  <c:v>0.18</c:v>
                </c:pt>
                <c:pt idx="9">
                  <c:v>0.19999999999999998</c:v>
                </c:pt>
                <c:pt idx="10">
                  <c:v>0.21999999999999997</c:v>
                </c:pt>
                <c:pt idx="11">
                  <c:v>0.23999999999999996</c:v>
                </c:pt>
                <c:pt idx="12">
                  <c:v>0.25999999999999995</c:v>
                </c:pt>
                <c:pt idx="13">
                  <c:v>0.27999999999999997</c:v>
                </c:pt>
                <c:pt idx="14">
                  <c:v>0.3</c:v>
                </c:pt>
                <c:pt idx="15">
                  <c:v>0.32</c:v>
                </c:pt>
                <c:pt idx="16">
                  <c:v>0.34</c:v>
                </c:pt>
                <c:pt idx="17">
                  <c:v>0.36000000000000004</c:v>
                </c:pt>
                <c:pt idx="18">
                  <c:v>0.38000000000000006</c:v>
                </c:pt>
                <c:pt idx="19">
                  <c:v>0.40000000000000008</c:v>
                </c:pt>
                <c:pt idx="20">
                  <c:v>0.4200000000000001</c:v>
                </c:pt>
                <c:pt idx="21">
                  <c:v>0.44000000000000011</c:v>
                </c:pt>
                <c:pt idx="22">
                  <c:v>0.46000000000000013</c:v>
                </c:pt>
                <c:pt idx="23">
                  <c:v>0.48000000000000015</c:v>
                </c:pt>
                <c:pt idx="24">
                  <c:v>0.50000000000000011</c:v>
                </c:pt>
                <c:pt idx="25">
                  <c:v>0.52000000000000013</c:v>
                </c:pt>
                <c:pt idx="26">
                  <c:v>0.54000000000000015</c:v>
                </c:pt>
                <c:pt idx="27">
                  <c:v>0.56000000000000016</c:v>
                </c:pt>
                <c:pt idx="28">
                  <c:v>0.58000000000000018</c:v>
                </c:pt>
                <c:pt idx="29">
                  <c:v>0.6000000000000002</c:v>
                </c:pt>
                <c:pt idx="30">
                  <c:v>0.62000000000000022</c:v>
                </c:pt>
                <c:pt idx="31">
                  <c:v>0.64000000000000024</c:v>
                </c:pt>
                <c:pt idx="32">
                  <c:v>0.66000000000000025</c:v>
                </c:pt>
                <c:pt idx="33">
                  <c:v>0.68000000000000027</c:v>
                </c:pt>
                <c:pt idx="34">
                  <c:v>0.70000000000000029</c:v>
                </c:pt>
                <c:pt idx="35">
                  <c:v>0.72000000000000031</c:v>
                </c:pt>
                <c:pt idx="36">
                  <c:v>0.74000000000000032</c:v>
                </c:pt>
                <c:pt idx="37">
                  <c:v>0.76000000000000034</c:v>
                </c:pt>
                <c:pt idx="38">
                  <c:v>0.78000000000000036</c:v>
                </c:pt>
                <c:pt idx="39">
                  <c:v>0.80000000000000038</c:v>
                </c:pt>
                <c:pt idx="40">
                  <c:v>0.8200000000000004</c:v>
                </c:pt>
                <c:pt idx="41">
                  <c:v>0.84000000000000041</c:v>
                </c:pt>
                <c:pt idx="42">
                  <c:v>0.86000000000000043</c:v>
                </c:pt>
                <c:pt idx="43">
                  <c:v>0.88000000000000045</c:v>
                </c:pt>
                <c:pt idx="44">
                  <c:v>0.90000000000000047</c:v>
                </c:pt>
              </c:numCache>
            </c:numRef>
          </c:cat>
          <c:val>
            <c:numRef>
              <c:f>DD!$C$4:$C$48</c:f>
              <c:numCache>
                <c:formatCode>0.00%</c:formatCode>
                <c:ptCount val="45"/>
                <c:pt idx="0">
                  <c:v>2.0408163265306145E-2</c:v>
                </c:pt>
                <c:pt idx="1">
                  <c:v>4.1666666666666741E-2</c:v>
                </c:pt>
                <c:pt idx="2">
                  <c:v>6.3829787234042534E-2</c:v>
                </c:pt>
                <c:pt idx="3">
                  <c:v>8.6956521739130377E-2</c:v>
                </c:pt>
                <c:pt idx="4">
                  <c:v>0.11111111111111116</c:v>
                </c:pt>
                <c:pt idx="5">
                  <c:v>0.13636363636363646</c:v>
                </c:pt>
                <c:pt idx="6">
                  <c:v>0.16279069767441867</c:v>
                </c:pt>
                <c:pt idx="7">
                  <c:v>0.19047619047619047</c:v>
                </c:pt>
                <c:pt idx="8">
                  <c:v>0.21951219512195097</c:v>
                </c:pt>
                <c:pt idx="9">
                  <c:v>0.25</c:v>
                </c:pt>
                <c:pt idx="10">
                  <c:v>0.28205128205128216</c:v>
                </c:pt>
                <c:pt idx="11">
                  <c:v>0.31578947368421062</c:v>
                </c:pt>
                <c:pt idx="12">
                  <c:v>0.35135135135135132</c:v>
                </c:pt>
                <c:pt idx="13">
                  <c:v>0.38888888888888884</c:v>
                </c:pt>
                <c:pt idx="14">
                  <c:v>0.4285714285714286</c:v>
                </c:pt>
                <c:pt idx="15">
                  <c:v>0.47058823529411797</c:v>
                </c:pt>
                <c:pt idx="16">
                  <c:v>0.51515151515151536</c:v>
                </c:pt>
                <c:pt idx="17">
                  <c:v>0.56250000000000022</c:v>
                </c:pt>
                <c:pt idx="18">
                  <c:v>0.61290322580645196</c:v>
                </c:pt>
                <c:pt idx="19">
                  <c:v>0.66666666666666696</c:v>
                </c:pt>
                <c:pt idx="20">
                  <c:v>0.7241379310344831</c:v>
                </c:pt>
                <c:pt idx="21">
                  <c:v>0.78571428571428603</c:v>
                </c:pt>
                <c:pt idx="22">
                  <c:v>0.85185185185185253</c:v>
                </c:pt>
                <c:pt idx="23">
                  <c:v>0.92307692307692402</c:v>
                </c:pt>
                <c:pt idx="24">
                  <c:v>1.0000000000000004</c:v>
                </c:pt>
                <c:pt idx="25">
                  <c:v>1.0833333333333339</c:v>
                </c:pt>
                <c:pt idx="26">
                  <c:v>1.1739130434782616</c:v>
                </c:pt>
                <c:pt idx="27">
                  <c:v>1.2727272727272738</c:v>
                </c:pt>
                <c:pt idx="28">
                  <c:v>1.3809523809523818</c:v>
                </c:pt>
                <c:pt idx="29">
                  <c:v>1.5000000000000013</c:v>
                </c:pt>
                <c:pt idx="30">
                  <c:v>1.6315789473684226</c:v>
                </c:pt>
                <c:pt idx="31">
                  <c:v>1.7777777777777795</c:v>
                </c:pt>
                <c:pt idx="32">
                  <c:v>1.9411764705882373</c:v>
                </c:pt>
                <c:pt idx="33">
                  <c:v>2.1250000000000027</c:v>
                </c:pt>
                <c:pt idx="34">
                  <c:v>2.3333333333333366</c:v>
                </c:pt>
                <c:pt idx="35">
                  <c:v>2.5714285714285752</c:v>
                </c:pt>
                <c:pt idx="36">
                  <c:v>2.8461538461538511</c:v>
                </c:pt>
                <c:pt idx="37">
                  <c:v>3.1666666666666723</c:v>
                </c:pt>
                <c:pt idx="38">
                  <c:v>3.545454545454553</c:v>
                </c:pt>
                <c:pt idx="39">
                  <c:v>4.0000000000000089</c:v>
                </c:pt>
                <c:pt idx="40">
                  <c:v>4.5555555555555678</c:v>
                </c:pt>
                <c:pt idx="41">
                  <c:v>5.2500000000000169</c:v>
                </c:pt>
                <c:pt idx="42">
                  <c:v>6.1428571428571646</c:v>
                </c:pt>
                <c:pt idx="43">
                  <c:v>7.3333333333333641</c:v>
                </c:pt>
                <c:pt idx="44">
                  <c:v>9.0000000000000462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506-4EB2-8843-C194B336D8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9172592"/>
        <c:axId val="489168752"/>
      </c:lineChart>
      <c:catAx>
        <c:axId val="489172592"/>
        <c:scaling>
          <c:orientation val="minMax"/>
        </c:scaling>
        <c:delete val="0"/>
        <c:axPos val="b"/>
        <c:numFmt formatCode="0.0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9168752"/>
        <c:crosses val="autoZero"/>
        <c:auto val="1"/>
        <c:lblAlgn val="ctr"/>
        <c:lblOffset val="100"/>
        <c:noMultiLvlLbl val="0"/>
      </c:catAx>
      <c:valAx>
        <c:axId val="489168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9172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68BDC9-8B28-40C2-A718-F06541509735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F1B34A-0FDC-4755-AB2F-57E415BA8AFF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Diseño</a:t>
          </a:r>
        </a:p>
      </dgm:t>
    </dgm:pt>
    <dgm:pt modelId="{AD8F4296-4779-4D9E-992D-06675B734BD3}" type="par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5471AD5E-1A5A-4DBE-8EB5-2626AEB540FC}" type="sibTrans" cxnId="{BCAB4B7D-A95B-493A-8A4C-B031DE79DFB1}">
      <dgm:prSet/>
      <dgm:spPr/>
      <dgm:t>
        <a:bodyPr/>
        <a:lstStyle/>
        <a:p>
          <a:endParaRPr lang="es-CO" noProof="0" dirty="0"/>
        </a:p>
      </dgm:t>
    </dgm:pt>
    <dgm:pt modelId="{C0C37854-4DC5-4362-A954-039FEE0B752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Decidir qué mercado negociar y el marco de tiempo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233B6657-709F-4AB7-9896-716750FF884E}" type="par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8FEF3B46-8A48-4748-AA7F-ED30B23D869B}" type="sibTrans" cxnId="{AAD0F575-942F-4E27-9AF9-7E05B6C67FFF}">
      <dgm:prSet/>
      <dgm:spPr/>
      <dgm:t>
        <a:bodyPr/>
        <a:lstStyle/>
        <a:p>
          <a:endParaRPr lang="es-CO" noProof="0" dirty="0"/>
        </a:p>
      </dgm:t>
    </dgm:pt>
    <dgm:pt modelId="{9FF436A5-B44C-4717-81A8-8C0049C7282E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Operativa/ metodología </a:t>
          </a:r>
        </a:p>
      </dgm:t>
    </dgm:pt>
    <dgm:pt modelId="{036715AF-136B-42CA-97E9-D6B495FA1A7F}" type="par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59FA6B82-BAEA-4516-BF36-A7213105F8F6}" type="sibTrans" cxnId="{431EC2D3-6295-49C9-976E-037729D0C74B}">
      <dgm:prSet/>
      <dgm:spPr/>
      <dgm:t>
        <a:bodyPr/>
        <a:lstStyle/>
        <a:p>
          <a:endParaRPr lang="es-CO" noProof="0" dirty="0"/>
        </a:p>
      </dgm:t>
    </dgm:pt>
    <dgm:pt modelId="{9284BBC1-772A-42EB-B3AD-68052B786287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 err="1">
              <a:solidFill>
                <a:schemeClr val="accent5">
                  <a:lumMod val="85000"/>
                  <a:lumOff val="15000"/>
                </a:schemeClr>
              </a:solidFill>
            </a:rPr>
            <a:t>Backtest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5FA908F6-CA2C-420B-8A4E-D6F6C2B2979D}" type="par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A7E07530-5B2A-4CB8-A3B1-0045E184A984}" type="sibTrans" cxnId="{5B7656DC-A1D1-42B5-8606-14936E2048DF}">
      <dgm:prSet/>
      <dgm:spPr/>
      <dgm:t>
        <a:bodyPr/>
        <a:lstStyle/>
        <a:p>
          <a:endParaRPr lang="es-CO" noProof="0" dirty="0"/>
        </a:p>
      </dgm:t>
    </dgm:pt>
    <dgm:pt modelId="{B948A4E1-40D9-4D6B-8316-141E760A2E6C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BDBEED7A-9641-4D0F-8904-FD804B06B4FC}" type="par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7A0598B7-6F8F-4522-9FAA-861260C12DF0}" type="sibTrans" cxnId="{7816227A-3A4A-4898-90B4-128B3C79B453}">
      <dgm:prSet/>
      <dgm:spPr/>
      <dgm:t>
        <a:bodyPr/>
        <a:lstStyle/>
        <a:p>
          <a:endParaRPr lang="es-CO" noProof="0" dirty="0"/>
        </a:p>
      </dgm:t>
    </dgm:pt>
    <dgm:pt modelId="{BC76B611-0056-419A-B4FD-DFBBC725D14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gm:t>
    </dgm:pt>
    <dgm:pt modelId="{731FA91C-95A6-466A-931D-58E3FAE0584E}" type="par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726A129-579C-4D2E-8CC1-989779FA4DD7}" type="sibTrans" cxnId="{6E20374F-6692-4776-A375-C808EDDE871E}">
      <dgm:prSet/>
      <dgm:spPr/>
      <dgm:t>
        <a:bodyPr/>
        <a:lstStyle/>
        <a:p>
          <a:endParaRPr lang="es-CO" noProof="0" dirty="0"/>
        </a:p>
      </dgm:t>
    </dgm:pt>
    <dgm:pt modelId="{E1DE9309-DBB6-486B-A5CA-48738ECB0A41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Puesta en marcha y seguimiento</a:t>
          </a:r>
        </a:p>
      </dgm:t>
    </dgm:pt>
    <dgm:pt modelId="{81071C1C-0E73-47D8-B0BA-2AB7205BEEC4}" type="par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46B1ED84-0DAC-4435-A06A-0248EE9C2689}" type="sibTrans" cxnId="{C760D91A-3F3B-4D49-A4C2-37F2361995BC}">
      <dgm:prSet/>
      <dgm:spPr/>
      <dgm:t>
        <a:bodyPr/>
        <a:lstStyle/>
        <a:p>
          <a:endParaRPr lang="es-CO" noProof="0" dirty="0"/>
        </a:p>
      </dgm:t>
    </dgm:pt>
    <dgm:pt modelId="{78FB5CDF-385D-4535-85A9-78117BFCD8C8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CO" noProof="0" dirty="0"/>
            <a:t>Testeo y optimización</a:t>
          </a:r>
        </a:p>
      </dgm:t>
    </dgm:pt>
    <dgm:pt modelId="{CC18ECB4-3751-4A64-B1E5-8C6F7416277B}" type="parTrans" cxnId="{649E53CB-A7D0-408C-A69C-5A3BF5A5E48C}">
      <dgm:prSet/>
      <dgm:spPr/>
      <dgm:t>
        <a:bodyPr/>
        <a:lstStyle/>
        <a:p>
          <a:endParaRPr lang="en-US"/>
        </a:p>
      </dgm:t>
    </dgm:pt>
    <dgm:pt modelId="{97E2CC7F-15AB-4D7E-AFC0-0AF9167E3B04}" type="sibTrans" cxnId="{649E53CB-A7D0-408C-A69C-5A3BF5A5E48C}">
      <dgm:prSet/>
      <dgm:spPr/>
      <dgm:t>
        <a:bodyPr/>
        <a:lstStyle/>
        <a:p>
          <a:endParaRPr lang="en-US"/>
        </a:p>
      </dgm:t>
    </dgm:pt>
    <dgm:pt modelId="{5FF59FEA-9284-41FD-97E9-08D940C7DDFF}">
      <dgm:prSet phldrT="[Texto]"/>
      <dgm:spPr>
        <a:solidFill>
          <a:schemeClr val="accent2"/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Definir la premisa del sistema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426696BE-063E-47AA-8FE3-B9F2038146CD}" type="parTrans" cxnId="{36D05143-8B02-4BBC-A55E-361BFC8303F5}">
      <dgm:prSet/>
      <dgm:spPr/>
      <dgm:t>
        <a:bodyPr/>
        <a:lstStyle/>
        <a:p>
          <a:endParaRPr lang="en-US"/>
        </a:p>
      </dgm:t>
    </dgm:pt>
    <dgm:pt modelId="{597F128D-C329-4DD1-84C1-5014E644ABCC}" type="sibTrans" cxnId="{36D05143-8B02-4BBC-A55E-361BFC8303F5}">
      <dgm:prSet/>
      <dgm:spPr/>
      <dgm:t>
        <a:bodyPr/>
        <a:lstStyle/>
        <a:p>
          <a:endParaRPr lang="en-US"/>
        </a:p>
      </dgm:t>
    </dgm:pt>
    <dgm:pt modelId="{3511AF56-8259-4A4E-904E-413D0F0C71D1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Organización y verificación de datos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03386992-516A-4BC1-9667-FADB9B572CDC}" type="parTrans" cxnId="{C653308A-EC12-4EEA-92E5-E6CCF8781341}">
      <dgm:prSet/>
      <dgm:spPr/>
      <dgm:t>
        <a:bodyPr/>
        <a:lstStyle/>
        <a:p>
          <a:endParaRPr lang="en-US"/>
        </a:p>
      </dgm:t>
    </dgm:pt>
    <dgm:pt modelId="{E9CF44B0-A0CD-46E8-BB9B-5E034699BC3A}" type="sibTrans" cxnId="{C653308A-EC12-4EEA-92E5-E6CCF8781341}">
      <dgm:prSet/>
      <dgm:spPr/>
      <dgm:t>
        <a:bodyPr/>
        <a:lstStyle/>
        <a:p>
          <a:endParaRPr lang="en-US"/>
        </a:p>
      </dgm:t>
    </dgm:pt>
    <dgm:pt modelId="{883DE011-9357-4BCB-9ECE-4F5749B7AD8B}">
      <dgm:prSet phldrT="[Texto]"/>
      <dgm:spPr>
        <a:solidFill>
          <a:schemeClr val="bg1">
            <a:lumMod val="65000"/>
          </a:schemeClr>
        </a:solidFill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Selección de método de trading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717E7E5A-E4C1-479A-8A71-E11035DD7D5F}" type="parTrans" cxnId="{C580C8E2-1680-496E-844D-25B439696F69}">
      <dgm:prSet/>
      <dgm:spPr/>
      <dgm:t>
        <a:bodyPr/>
        <a:lstStyle/>
        <a:p>
          <a:endParaRPr lang="en-US"/>
        </a:p>
      </dgm:t>
    </dgm:pt>
    <dgm:pt modelId="{C9312352-936E-4F58-A6CC-C1D9B34AE1B4}" type="sibTrans" cxnId="{C580C8E2-1680-496E-844D-25B439696F69}">
      <dgm:prSet/>
      <dgm:spPr/>
      <dgm:t>
        <a:bodyPr/>
        <a:lstStyle/>
        <a:p>
          <a:endParaRPr lang="en-US"/>
        </a:p>
      </dgm:t>
    </dgm:pt>
    <dgm:pt modelId="{E667B941-A402-448D-B734-4DC53D38DA51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Diseño de entrada (simples o complejas)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CDE95382-098B-4D8E-9B27-13A56FA71EBB}" type="parTrans" cxnId="{6D50E0B8-72F6-4622-8901-AA8A581CD8FF}">
      <dgm:prSet/>
      <dgm:spPr/>
      <dgm:t>
        <a:bodyPr/>
        <a:lstStyle/>
        <a:p>
          <a:endParaRPr lang="en-US"/>
        </a:p>
      </dgm:t>
    </dgm:pt>
    <dgm:pt modelId="{DD5020FB-CCC6-4F82-A5C5-0B9568EA86FF}" type="sibTrans" cxnId="{6D50E0B8-72F6-4622-8901-AA8A581CD8FF}">
      <dgm:prSet/>
      <dgm:spPr/>
      <dgm:t>
        <a:bodyPr/>
        <a:lstStyle/>
        <a:p>
          <a:endParaRPr lang="en-US"/>
        </a:p>
      </dgm:t>
    </dgm:pt>
    <dgm:pt modelId="{5E6265A4-A761-4F05-8FB9-D9C977D8A4AB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Test de entradas con salidas simples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616256CF-DBE5-41D7-BF7C-AA79EF43723D}" type="parTrans" cxnId="{2CA2C1D4-73E5-40FA-990E-F4897B173A26}">
      <dgm:prSet/>
      <dgm:spPr/>
      <dgm:t>
        <a:bodyPr/>
        <a:lstStyle/>
        <a:p>
          <a:endParaRPr lang="en-US"/>
        </a:p>
      </dgm:t>
    </dgm:pt>
    <dgm:pt modelId="{A981942A-818C-4E72-8934-CB8656A510F0}" type="sibTrans" cxnId="{2CA2C1D4-73E5-40FA-990E-F4897B173A26}">
      <dgm:prSet/>
      <dgm:spPr/>
      <dgm:t>
        <a:bodyPr/>
        <a:lstStyle/>
        <a:p>
          <a:endParaRPr lang="en-US"/>
        </a:p>
      </dgm:t>
    </dgm:pt>
    <dgm:pt modelId="{B3954E6B-C477-46A8-9752-95B7236F06AE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Diseño de filtros para mejorar entradas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3FFF13C3-A207-4E80-ACC7-0556DB9700F0}" type="parTrans" cxnId="{FCF80313-9030-4E1C-8B11-9CC45E00EEEA}">
      <dgm:prSet/>
      <dgm:spPr/>
      <dgm:t>
        <a:bodyPr/>
        <a:lstStyle/>
        <a:p>
          <a:endParaRPr lang="en-US"/>
        </a:p>
      </dgm:t>
    </dgm:pt>
    <dgm:pt modelId="{A018A7BB-6CD3-446E-8BFC-298DC563DA20}" type="sibTrans" cxnId="{FCF80313-9030-4E1C-8B11-9CC45E00EEEA}">
      <dgm:prSet/>
      <dgm:spPr/>
      <dgm:t>
        <a:bodyPr/>
        <a:lstStyle/>
        <a:p>
          <a:endParaRPr lang="en-US"/>
        </a:p>
      </dgm:t>
    </dgm:pt>
    <dgm:pt modelId="{A0BC6E22-68E5-4F3F-B1EF-8E22325FE6FF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Diseño de salidas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45AD90D7-428F-4F25-BBBF-3A9B655B44A9}" type="parTrans" cxnId="{16C8BE66-2B36-4023-AAF4-C0C9292D8B66}">
      <dgm:prSet/>
      <dgm:spPr/>
      <dgm:t>
        <a:bodyPr/>
        <a:lstStyle/>
        <a:p>
          <a:endParaRPr lang="en-US"/>
        </a:p>
      </dgm:t>
    </dgm:pt>
    <dgm:pt modelId="{67627DCA-985B-43A0-A9B9-BD475051EC61}" type="sibTrans" cxnId="{16C8BE66-2B36-4023-AAF4-C0C9292D8B66}">
      <dgm:prSet/>
      <dgm:spPr/>
      <dgm:t>
        <a:bodyPr/>
        <a:lstStyle/>
        <a:p>
          <a:endParaRPr lang="en-US"/>
        </a:p>
      </dgm:t>
    </dgm:pt>
    <dgm:pt modelId="{A6DF2CBA-7D76-4391-BDCD-CA05A625B788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Font typeface="+mj-lt"/>
            <a:buNone/>
          </a:pPr>
          <a:r>
            <a:rPr lang="es-CO" dirty="0">
              <a:solidFill>
                <a:schemeClr val="accent5">
                  <a:lumMod val="85000"/>
                  <a:lumOff val="15000"/>
                </a:schemeClr>
              </a:solidFill>
            </a:rPr>
            <a:t>Estrategias de Money Management</a:t>
          </a:r>
          <a:endParaRPr lang="es-CO" noProof="0" dirty="0">
            <a:solidFill>
              <a:schemeClr val="accent5">
                <a:lumMod val="85000"/>
                <a:lumOff val="15000"/>
              </a:schemeClr>
            </a:solidFill>
          </a:endParaRPr>
        </a:p>
      </dgm:t>
    </dgm:pt>
    <dgm:pt modelId="{B383F58E-1120-4DDF-AE50-16E10278C33B}" type="parTrans" cxnId="{0B475284-D62D-47A0-9D0C-51658E7729D1}">
      <dgm:prSet/>
      <dgm:spPr/>
      <dgm:t>
        <a:bodyPr/>
        <a:lstStyle/>
        <a:p>
          <a:endParaRPr lang="en-US"/>
        </a:p>
      </dgm:t>
    </dgm:pt>
    <dgm:pt modelId="{B68DA2B2-355C-498F-A121-127820D0C9BC}" type="sibTrans" cxnId="{0B475284-D62D-47A0-9D0C-51658E7729D1}">
      <dgm:prSet/>
      <dgm:spPr/>
      <dgm:t>
        <a:bodyPr/>
        <a:lstStyle/>
        <a:p>
          <a:endParaRPr lang="en-US"/>
        </a:p>
      </dgm:t>
    </dgm:pt>
    <dgm:pt modelId="{985488B2-B179-4198-800F-7D915DA22A6E}">
      <dgm:prSet phldrT="[Texto]"/>
      <dgm:spPr>
        <a:noFill/>
        <a:ln>
          <a:solidFill>
            <a:srgbClr val="0071BD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gm:t>
    </dgm:pt>
    <dgm:pt modelId="{6A40B2B3-22F3-4742-8422-03F6D8D913F0}" type="parTrans" cxnId="{2CB2DB7D-CBF6-4474-9E50-558136034787}">
      <dgm:prSet/>
      <dgm:spPr/>
      <dgm:t>
        <a:bodyPr/>
        <a:lstStyle/>
        <a:p>
          <a:endParaRPr lang="en-US"/>
        </a:p>
      </dgm:t>
    </dgm:pt>
    <dgm:pt modelId="{9FBB04A4-9892-49B6-A836-B35557B50B6F}" type="sibTrans" cxnId="{2CB2DB7D-CBF6-4474-9E50-558136034787}">
      <dgm:prSet/>
      <dgm:spPr/>
      <dgm:t>
        <a:bodyPr/>
        <a:lstStyle/>
        <a:p>
          <a:endParaRPr lang="en-US"/>
        </a:p>
      </dgm:t>
    </dgm:pt>
    <dgm:pt modelId="{13D7EA02-DB70-4DC6-8336-6B7D63A96083}" type="pres">
      <dgm:prSet presAssocID="{8368BDC9-8B28-40C2-A718-F0654150973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58F2D76-9CA3-4CB2-889F-37FB6D7FD88B}" type="pres">
      <dgm:prSet presAssocID="{76F1B34A-0FDC-4755-AB2F-57E415BA8AFF}" presName="horFlow" presStyleCnt="0"/>
      <dgm:spPr/>
    </dgm:pt>
    <dgm:pt modelId="{5F5E0A6B-3BF6-48D5-8E01-99BB1854E363}" type="pres">
      <dgm:prSet presAssocID="{76F1B34A-0FDC-4755-AB2F-57E415BA8AFF}" presName="bigChev" presStyleLbl="node1" presStyleIdx="0" presStyleCnt="4"/>
      <dgm:spPr/>
    </dgm:pt>
    <dgm:pt modelId="{F0A98733-95C4-47E4-BC51-2FD91E49B8C7}" type="pres">
      <dgm:prSet presAssocID="{233B6657-709F-4AB7-9896-716750FF884E}" presName="parTrans" presStyleCnt="0"/>
      <dgm:spPr/>
    </dgm:pt>
    <dgm:pt modelId="{854AB178-08A9-4DBF-835A-D68165241D1B}" type="pres">
      <dgm:prSet presAssocID="{C0C37854-4DC5-4362-A954-039FEE0B752B}" presName="node" presStyleLbl="alignAccFollowNode1" presStyleIdx="0" presStyleCnt="13">
        <dgm:presLayoutVars>
          <dgm:bulletEnabled val="1"/>
        </dgm:presLayoutVars>
      </dgm:prSet>
      <dgm:spPr/>
    </dgm:pt>
    <dgm:pt modelId="{8B3B2239-4591-46C1-A378-067CF99E9B35}" type="pres">
      <dgm:prSet presAssocID="{8FEF3B46-8A48-4748-AA7F-ED30B23D869B}" presName="sibTrans" presStyleCnt="0"/>
      <dgm:spPr/>
    </dgm:pt>
    <dgm:pt modelId="{6C7AA255-EFDF-4490-89F5-412704EA249F}" type="pres">
      <dgm:prSet presAssocID="{5FF59FEA-9284-41FD-97E9-08D940C7DDFF}" presName="node" presStyleLbl="alignAccFollowNode1" presStyleIdx="1" presStyleCnt="13">
        <dgm:presLayoutVars>
          <dgm:bulletEnabled val="1"/>
        </dgm:presLayoutVars>
      </dgm:prSet>
      <dgm:spPr/>
    </dgm:pt>
    <dgm:pt modelId="{FEFB65C5-DA1D-4CEA-B66C-EE2BFE0690CB}" type="pres">
      <dgm:prSet presAssocID="{597F128D-C329-4DD1-84C1-5014E644ABCC}" presName="sibTrans" presStyleCnt="0"/>
      <dgm:spPr/>
    </dgm:pt>
    <dgm:pt modelId="{5A99009C-B950-43E7-B94B-CD081AD51DA2}" type="pres">
      <dgm:prSet presAssocID="{3511AF56-8259-4A4E-904E-413D0F0C71D1}" presName="node" presStyleLbl="alignAccFollowNode1" presStyleIdx="2" presStyleCnt="13">
        <dgm:presLayoutVars>
          <dgm:bulletEnabled val="1"/>
        </dgm:presLayoutVars>
      </dgm:prSet>
      <dgm:spPr/>
    </dgm:pt>
    <dgm:pt modelId="{171B376E-B4CB-48D7-AE86-0D089EB80E65}" type="pres">
      <dgm:prSet presAssocID="{E9CF44B0-A0CD-46E8-BB9B-5E034699BC3A}" presName="sibTrans" presStyleCnt="0"/>
      <dgm:spPr/>
    </dgm:pt>
    <dgm:pt modelId="{C28A0BB2-1E9F-49BF-9963-E4D57E28F154}" type="pres">
      <dgm:prSet presAssocID="{883DE011-9357-4BCB-9ECE-4F5749B7AD8B}" presName="node" presStyleLbl="alignAccFollowNode1" presStyleIdx="3" presStyleCnt="13">
        <dgm:presLayoutVars>
          <dgm:bulletEnabled val="1"/>
        </dgm:presLayoutVars>
      </dgm:prSet>
      <dgm:spPr/>
    </dgm:pt>
    <dgm:pt modelId="{0AAEBCE7-8616-42A9-9ABC-629B6354D332}" type="pres">
      <dgm:prSet presAssocID="{76F1B34A-0FDC-4755-AB2F-57E415BA8AFF}" presName="vSp" presStyleCnt="0"/>
      <dgm:spPr/>
    </dgm:pt>
    <dgm:pt modelId="{55E5295F-0EA9-4BFA-BF72-4A2CB5727A73}" type="pres">
      <dgm:prSet presAssocID="{9FF436A5-B44C-4717-81A8-8C0049C7282E}" presName="horFlow" presStyleCnt="0"/>
      <dgm:spPr/>
    </dgm:pt>
    <dgm:pt modelId="{84CEFD98-D1E1-499D-BEC7-973580121C5B}" type="pres">
      <dgm:prSet presAssocID="{9FF436A5-B44C-4717-81A8-8C0049C7282E}" presName="bigChev" presStyleLbl="node1" presStyleIdx="1" presStyleCnt="4"/>
      <dgm:spPr/>
    </dgm:pt>
    <dgm:pt modelId="{F52CE080-9790-4B95-BE22-02842B0BF770}" type="pres">
      <dgm:prSet presAssocID="{CDE95382-098B-4D8E-9B27-13A56FA71EBB}" presName="parTrans" presStyleCnt="0"/>
      <dgm:spPr/>
    </dgm:pt>
    <dgm:pt modelId="{3AD50942-1F1D-421C-90EC-68E0A696B48F}" type="pres">
      <dgm:prSet presAssocID="{E667B941-A402-448D-B734-4DC53D38DA51}" presName="node" presStyleLbl="alignAccFollowNode1" presStyleIdx="4" presStyleCnt="13">
        <dgm:presLayoutVars>
          <dgm:bulletEnabled val="1"/>
        </dgm:presLayoutVars>
      </dgm:prSet>
      <dgm:spPr/>
    </dgm:pt>
    <dgm:pt modelId="{E97EFDEE-8301-4F68-AE9B-D97AE59016DD}" type="pres">
      <dgm:prSet presAssocID="{DD5020FB-CCC6-4F82-A5C5-0B9568EA86FF}" presName="sibTrans" presStyleCnt="0"/>
      <dgm:spPr/>
    </dgm:pt>
    <dgm:pt modelId="{9BDEA364-5BCE-409A-AC8D-913BFAAA7964}" type="pres">
      <dgm:prSet presAssocID="{5E6265A4-A761-4F05-8FB9-D9C977D8A4AB}" presName="node" presStyleLbl="alignAccFollowNode1" presStyleIdx="5" presStyleCnt="13">
        <dgm:presLayoutVars>
          <dgm:bulletEnabled val="1"/>
        </dgm:presLayoutVars>
      </dgm:prSet>
      <dgm:spPr/>
    </dgm:pt>
    <dgm:pt modelId="{DB1B1C4F-5B57-4D15-8685-0460F53A6DD5}" type="pres">
      <dgm:prSet presAssocID="{A981942A-818C-4E72-8934-CB8656A510F0}" presName="sibTrans" presStyleCnt="0"/>
      <dgm:spPr/>
    </dgm:pt>
    <dgm:pt modelId="{85BC3A4B-3D02-45B3-B69C-10ED3ADF6CD5}" type="pres">
      <dgm:prSet presAssocID="{B3954E6B-C477-46A8-9752-95B7236F06AE}" presName="node" presStyleLbl="alignAccFollowNode1" presStyleIdx="6" presStyleCnt="13">
        <dgm:presLayoutVars>
          <dgm:bulletEnabled val="1"/>
        </dgm:presLayoutVars>
      </dgm:prSet>
      <dgm:spPr/>
    </dgm:pt>
    <dgm:pt modelId="{033C533F-7387-4E7C-BB64-8C00BC8E849D}" type="pres">
      <dgm:prSet presAssocID="{A018A7BB-6CD3-446E-8BFC-298DC563DA20}" presName="sibTrans" presStyleCnt="0"/>
      <dgm:spPr/>
    </dgm:pt>
    <dgm:pt modelId="{FBA430E2-E170-427C-8A1B-13855646D2E6}" type="pres">
      <dgm:prSet presAssocID="{A0BC6E22-68E5-4F3F-B1EF-8E22325FE6FF}" presName="node" presStyleLbl="alignAccFollowNode1" presStyleIdx="7" presStyleCnt="13">
        <dgm:presLayoutVars>
          <dgm:bulletEnabled val="1"/>
        </dgm:presLayoutVars>
      </dgm:prSet>
      <dgm:spPr/>
    </dgm:pt>
    <dgm:pt modelId="{A9E73418-E162-4D4D-8B7B-7103591156FE}" type="pres">
      <dgm:prSet presAssocID="{67627DCA-985B-43A0-A9B9-BD475051EC61}" presName="sibTrans" presStyleCnt="0"/>
      <dgm:spPr/>
    </dgm:pt>
    <dgm:pt modelId="{AF062FE6-7007-4414-94D5-785FE4FCE939}" type="pres">
      <dgm:prSet presAssocID="{A6DF2CBA-7D76-4391-BDCD-CA05A625B788}" presName="node" presStyleLbl="alignAccFollowNode1" presStyleIdx="8" presStyleCnt="13">
        <dgm:presLayoutVars>
          <dgm:bulletEnabled val="1"/>
        </dgm:presLayoutVars>
      </dgm:prSet>
      <dgm:spPr/>
    </dgm:pt>
    <dgm:pt modelId="{E9E2BC08-ACC2-4860-AF3C-C993251EA77B}" type="pres">
      <dgm:prSet presAssocID="{9FF436A5-B44C-4717-81A8-8C0049C7282E}" presName="vSp" presStyleCnt="0"/>
      <dgm:spPr/>
    </dgm:pt>
    <dgm:pt modelId="{C1406F83-122F-454E-8ADF-D40EBCE36CB8}" type="pres">
      <dgm:prSet presAssocID="{78FB5CDF-385D-4535-85A9-78117BFCD8C8}" presName="horFlow" presStyleCnt="0"/>
      <dgm:spPr/>
    </dgm:pt>
    <dgm:pt modelId="{0C0EB968-A795-4720-99C6-3B980069FBFA}" type="pres">
      <dgm:prSet presAssocID="{78FB5CDF-385D-4535-85A9-78117BFCD8C8}" presName="bigChev" presStyleLbl="node1" presStyleIdx="2" presStyleCnt="4"/>
      <dgm:spPr/>
    </dgm:pt>
    <dgm:pt modelId="{E4354C83-2A8B-4697-8713-41197E7C44E1}" type="pres">
      <dgm:prSet presAssocID="{5FA908F6-CA2C-420B-8A4E-D6F6C2B2979D}" presName="parTrans" presStyleCnt="0"/>
      <dgm:spPr/>
    </dgm:pt>
    <dgm:pt modelId="{541B0BC6-B035-4818-8535-A5D4DE786BDB}" type="pres">
      <dgm:prSet presAssocID="{9284BBC1-772A-42EB-B3AD-68052B786287}" presName="node" presStyleLbl="alignAccFollowNode1" presStyleIdx="9" presStyleCnt="13">
        <dgm:presLayoutVars>
          <dgm:bulletEnabled val="1"/>
        </dgm:presLayoutVars>
      </dgm:prSet>
      <dgm:spPr/>
    </dgm:pt>
    <dgm:pt modelId="{029DF2F7-8059-47EE-B319-7AB18E4C9D6F}" type="pres">
      <dgm:prSet presAssocID="{A7E07530-5B2A-4CB8-A3B1-0045E184A984}" presName="sibTrans" presStyleCnt="0"/>
      <dgm:spPr/>
    </dgm:pt>
    <dgm:pt modelId="{73859E42-A616-4A42-A185-9AE31A6C1953}" type="pres">
      <dgm:prSet presAssocID="{B948A4E1-40D9-4D6B-8316-141E760A2E6C}" presName="node" presStyleLbl="alignAccFollowNode1" presStyleIdx="10" presStyleCnt="13">
        <dgm:presLayoutVars>
          <dgm:bulletEnabled val="1"/>
        </dgm:presLayoutVars>
      </dgm:prSet>
      <dgm:spPr/>
    </dgm:pt>
    <dgm:pt modelId="{97DE7599-874F-4DD9-9451-863DE9A715F9}" type="pres">
      <dgm:prSet presAssocID="{78FB5CDF-385D-4535-85A9-78117BFCD8C8}" presName="vSp" presStyleCnt="0"/>
      <dgm:spPr/>
    </dgm:pt>
    <dgm:pt modelId="{D655C9E6-24C3-4309-93D6-1421032478EE}" type="pres">
      <dgm:prSet presAssocID="{E1DE9309-DBB6-486B-A5CA-48738ECB0A41}" presName="horFlow" presStyleCnt="0"/>
      <dgm:spPr/>
    </dgm:pt>
    <dgm:pt modelId="{1F6E74D7-D3A2-4AFA-8AE9-90E50B8F597E}" type="pres">
      <dgm:prSet presAssocID="{E1DE9309-DBB6-486B-A5CA-48738ECB0A41}" presName="bigChev" presStyleLbl="node1" presStyleIdx="3" presStyleCnt="4"/>
      <dgm:spPr/>
    </dgm:pt>
    <dgm:pt modelId="{71AE583F-0B84-4545-8342-D403EDEAE7DA}" type="pres">
      <dgm:prSet presAssocID="{731FA91C-95A6-466A-931D-58E3FAE0584E}" presName="parTrans" presStyleCnt="0"/>
      <dgm:spPr/>
    </dgm:pt>
    <dgm:pt modelId="{0208FD42-861C-48EC-9E9C-07872A314886}" type="pres">
      <dgm:prSet presAssocID="{BC76B611-0056-419A-B4FD-DFBBC725D14B}" presName="node" presStyleLbl="alignAccFollowNode1" presStyleIdx="11" presStyleCnt="13">
        <dgm:presLayoutVars>
          <dgm:bulletEnabled val="1"/>
        </dgm:presLayoutVars>
      </dgm:prSet>
      <dgm:spPr/>
    </dgm:pt>
    <dgm:pt modelId="{7CBC48A7-75A8-4FD0-8C52-69D69121856E}" type="pres">
      <dgm:prSet presAssocID="{E726A129-579C-4D2E-8CC1-989779FA4DD7}" presName="sibTrans" presStyleCnt="0"/>
      <dgm:spPr/>
    </dgm:pt>
    <dgm:pt modelId="{D1BEF0AA-0454-4763-B94F-06E05516C41E}" type="pres">
      <dgm:prSet presAssocID="{985488B2-B179-4198-800F-7D915DA22A6E}" presName="node" presStyleLbl="alignAccFollowNode1" presStyleIdx="12" presStyleCnt="13">
        <dgm:presLayoutVars>
          <dgm:bulletEnabled val="1"/>
        </dgm:presLayoutVars>
      </dgm:prSet>
      <dgm:spPr/>
    </dgm:pt>
  </dgm:ptLst>
  <dgm:cxnLst>
    <dgm:cxn modelId="{FE18C90B-3A13-425B-8E34-02FD0AC5A582}" type="presOf" srcId="{A0BC6E22-68E5-4F3F-B1EF-8E22325FE6FF}" destId="{FBA430E2-E170-427C-8A1B-13855646D2E6}" srcOrd="0" destOrd="0" presId="urn:microsoft.com/office/officeart/2005/8/layout/lProcess3"/>
    <dgm:cxn modelId="{FCF80313-9030-4E1C-8B11-9CC45E00EEEA}" srcId="{9FF436A5-B44C-4717-81A8-8C0049C7282E}" destId="{B3954E6B-C477-46A8-9752-95B7236F06AE}" srcOrd="2" destOrd="0" parTransId="{3FFF13C3-A207-4E80-ACC7-0556DB9700F0}" sibTransId="{A018A7BB-6CD3-446E-8BFC-298DC563DA20}"/>
    <dgm:cxn modelId="{C760D91A-3F3B-4D49-A4C2-37F2361995BC}" srcId="{8368BDC9-8B28-40C2-A718-F06541509735}" destId="{E1DE9309-DBB6-486B-A5CA-48738ECB0A41}" srcOrd="3" destOrd="0" parTransId="{81071C1C-0E73-47D8-B0BA-2AB7205BEEC4}" sibTransId="{46B1ED84-0DAC-4435-A06A-0248EE9C2689}"/>
    <dgm:cxn modelId="{ACF52036-D795-4831-967E-B6414461F8B8}" type="presOf" srcId="{C0C37854-4DC5-4362-A954-039FEE0B752B}" destId="{854AB178-08A9-4DBF-835A-D68165241D1B}" srcOrd="0" destOrd="0" presId="urn:microsoft.com/office/officeart/2005/8/layout/lProcess3"/>
    <dgm:cxn modelId="{25332F42-4185-4954-9F83-E1885C147D0A}" type="presOf" srcId="{8368BDC9-8B28-40C2-A718-F06541509735}" destId="{13D7EA02-DB70-4DC6-8336-6B7D63A96083}" srcOrd="0" destOrd="0" presId="urn:microsoft.com/office/officeart/2005/8/layout/lProcess3"/>
    <dgm:cxn modelId="{98FBF062-7433-4BC1-B32C-42ABE7F4EAF9}" type="presOf" srcId="{5E6265A4-A761-4F05-8FB9-D9C977D8A4AB}" destId="{9BDEA364-5BCE-409A-AC8D-913BFAAA7964}" srcOrd="0" destOrd="0" presId="urn:microsoft.com/office/officeart/2005/8/layout/lProcess3"/>
    <dgm:cxn modelId="{1C482043-5418-46E4-8955-01AB59CFB202}" type="presOf" srcId="{9284BBC1-772A-42EB-B3AD-68052B786287}" destId="{541B0BC6-B035-4818-8535-A5D4DE786BDB}" srcOrd="0" destOrd="0" presId="urn:microsoft.com/office/officeart/2005/8/layout/lProcess3"/>
    <dgm:cxn modelId="{36D05143-8B02-4BBC-A55E-361BFC8303F5}" srcId="{76F1B34A-0FDC-4755-AB2F-57E415BA8AFF}" destId="{5FF59FEA-9284-41FD-97E9-08D940C7DDFF}" srcOrd="1" destOrd="0" parTransId="{426696BE-063E-47AA-8FE3-B9F2038146CD}" sibTransId="{597F128D-C329-4DD1-84C1-5014E644ABCC}"/>
    <dgm:cxn modelId="{16C8BE66-2B36-4023-AAF4-C0C9292D8B66}" srcId="{9FF436A5-B44C-4717-81A8-8C0049C7282E}" destId="{A0BC6E22-68E5-4F3F-B1EF-8E22325FE6FF}" srcOrd="3" destOrd="0" parTransId="{45AD90D7-428F-4F25-BBBF-3A9B655B44A9}" sibTransId="{67627DCA-985B-43A0-A9B9-BD475051EC61}"/>
    <dgm:cxn modelId="{B0D1806D-3EBF-44D4-97B4-06AD5A92D038}" type="presOf" srcId="{E667B941-A402-448D-B734-4DC53D38DA51}" destId="{3AD50942-1F1D-421C-90EC-68E0A696B48F}" srcOrd="0" destOrd="0" presId="urn:microsoft.com/office/officeart/2005/8/layout/lProcess3"/>
    <dgm:cxn modelId="{78F8FC4D-DC44-48E9-9579-CC24226BD0CE}" type="presOf" srcId="{B948A4E1-40D9-4D6B-8316-141E760A2E6C}" destId="{73859E42-A616-4A42-A185-9AE31A6C1953}" srcOrd="0" destOrd="0" presId="urn:microsoft.com/office/officeart/2005/8/layout/lProcess3"/>
    <dgm:cxn modelId="{6E20374F-6692-4776-A375-C808EDDE871E}" srcId="{E1DE9309-DBB6-486B-A5CA-48738ECB0A41}" destId="{BC76B611-0056-419A-B4FD-DFBBC725D14B}" srcOrd="0" destOrd="0" parTransId="{731FA91C-95A6-466A-931D-58E3FAE0584E}" sibTransId="{E726A129-579C-4D2E-8CC1-989779FA4DD7}"/>
    <dgm:cxn modelId="{AAD0F575-942F-4E27-9AF9-7E05B6C67FFF}" srcId="{76F1B34A-0FDC-4755-AB2F-57E415BA8AFF}" destId="{C0C37854-4DC5-4362-A954-039FEE0B752B}" srcOrd="0" destOrd="0" parTransId="{233B6657-709F-4AB7-9896-716750FF884E}" sibTransId="{8FEF3B46-8A48-4748-AA7F-ED30B23D869B}"/>
    <dgm:cxn modelId="{582F9176-28E8-40B6-911D-23D35C6CBE18}" type="presOf" srcId="{A6DF2CBA-7D76-4391-BDCD-CA05A625B788}" destId="{AF062FE6-7007-4414-94D5-785FE4FCE939}" srcOrd="0" destOrd="0" presId="urn:microsoft.com/office/officeart/2005/8/layout/lProcess3"/>
    <dgm:cxn modelId="{7816227A-3A4A-4898-90B4-128B3C79B453}" srcId="{78FB5CDF-385D-4535-85A9-78117BFCD8C8}" destId="{B948A4E1-40D9-4D6B-8316-141E760A2E6C}" srcOrd="1" destOrd="0" parTransId="{BDBEED7A-9641-4D0F-8904-FD804B06B4FC}" sibTransId="{7A0598B7-6F8F-4522-9FAA-861260C12DF0}"/>
    <dgm:cxn modelId="{BCAB4B7D-A95B-493A-8A4C-B031DE79DFB1}" srcId="{8368BDC9-8B28-40C2-A718-F06541509735}" destId="{76F1B34A-0FDC-4755-AB2F-57E415BA8AFF}" srcOrd="0" destOrd="0" parTransId="{AD8F4296-4779-4D9E-992D-06675B734BD3}" sibTransId="{5471AD5E-1A5A-4DBE-8EB5-2626AEB540FC}"/>
    <dgm:cxn modelId="{2CB2DB7D-CBF6-4474-9E50-558136034787}" srcId="{E1DE9309-DBB6-486B-A5CA-48738ECB0A41}" destId="{985488B2-B179-4198-800F-7D915DA22A6E}" srcOrd="1" destOrd="0" parTransId="{6A40B2B3-22F3-4742-8422-03F6D8D913F0}" sibTransId="{9FBB04A4-9892-49B6-A836-B35557B50B6F}"/>
    <dgm:cxn modelId="{AC498F7E-13AC-49F0-868A-79467C6276DE}" type="presOf" srcId="{76F1B34A-0FDC-4755-AB2F-57E415BA8AFF}" destId="{5F5E0A6B-3BF6-48D5-8E01-99BB1854E363}" srcOrd="0" destOrd="0" presId="urn:microsoft.com/office/officeart/2005/8/layout/lProcess3"/>
    <dgm:cxn modelId="{0B475284-D62D-47A0-9D0C-51658E7729D1}" srcId="{9FF436A5-B44C-4717-81A8-8C0049C7282E}" destId="{A6DF2CBA-7D76-4391-BDCD-CA05A625B788}" srcOrd="4" destOrd="0" parTransId="{B383F58E-1120-4DDF-AE50-16E10278C33B}" sibTransId="{B68DA2B2-355C-498F-A121-127820D0C9BC}"/>
    <dgm:cxn modelId="{817C9289-1B1B-4B16-AF81-AF824E1D3AE1}" type="presOf" srcId="{883DE011-9357-4BCB-9ECE-4F5749B7AD8B}" destId="{C28A0BB2-1E9F-49BF-9963-E4D57E28F154}" srcOrd="0" destOrd="0" presId="urn:microsoft.com/office/officeart/2005/8/layout/lProcess3"/>
    <dgm:cxn modelId="{C653308A-EC12-4EEA-92E5-E6CCF8781341}" srcId="{76F1B34A-0FDC-4755-AB2F-57E415BA8AFF}" destId="{3511AF56-8259-4A4E-904E-413D0F0C71D1}" srcOrd="2" destOrd="0" parTransId="{03386992-516A-4BC1-9667-FADB9B572CDC}" sibTransId="{E9CF44B0-A0CD-46E8-BB9B-5E034699BC3A}"/>
    <dgm:cxn modelId="{DE03A18A-1F5D-41C5-B866-1D893AC75443}" type="presOf" srcId="{78FB5CDF-385D-4535-85A9-78117BFCD8C8}" destId="{0C0EB968-A795-4720-99C6-3B980069FBFA}" srcOrd="0" destOrd="0" presId="urn:microsoft.com/office/officeart/2005/8/layout/lProcess3"/>
    <dgm:cxn modelId="{30174A9F-3A01-4AC2-9164-E5668D86266D}" type="presOf" srcId="{9FF436A5-B44C-4717-81A8-8C0049C7282E}" destId="{84CEFD98-D1E1-499D-BEC7-973580121C5B}" srcOrd="0" destOrd="0" presId="urn:microsoft.com/office/officeart/2005/8/layout/lProcess3"/>
    <dgm:cxn modelId="{42FF1CA2-E7B9-4C74-93A9-F550DF1BE6CD}" type="presOf" srcId="{985488B2-B179-4198-800F-7D915DA22A6E}" destId="{D1BEF0AA-0454-4763-B94F-06E05516C41E}" srcOrd="0" destOrd="0" presId="urn:microsoft.com/office/officeart/2005/8/layout/lProcess3"/>
    <dgm:cxn modelId="{2BB707AE-2159-4429-88F8-953E6EF25780}" type="presOf" srcId="{B3954E6B-C477-46A8-9752-95B7236F06AE}" destId="{85BC3A4B-3D02-45B3-B69C-10ED3ADF6CD5}" srcOrd="0" destOrd="0" presId="urn:microsoft.com/office/officeart/2005/8/layout/lProcess3"/>
    <dgm:cxn modelId="{259CA7B6-6491-462D-B13C-4058B060D4FD}" type="presOf" srcId="{BC76B611-0056-419A-B4FD-DFBBC725D14B}" destId="{0208FD42-861C-48EC-9E9C-07872A314886}" srcOrd="0" destOrd="0" presId="urn:microsoft.com/office/officeart/2005/8/layout/lProcess3"/>
    <dgm:cxn modelId="{6D50E0B8-72F6-4622-8901-AA8A581CD8FF}" srcId="{9FF436A5-B44C-4717-81A8-8C0049C7282E}" destId="{E667B941-A402-448D-B734-4DC53D38DA51}" srcOrd="0" destOrd="0" parTransId="{CDE95382-098B-4D8E-9B27-13A56FA71EBB}" sibTransId="{DD5020FB-CCC6-4F82-A5C5-0B9568EA86FF}"/>
    <dgm:cxn modelId="{98789AC8-88B2-449B-A70F-9D47D7DDF380}" type="presOf" srcId="{3511AF56-8259-4A4E-904E-413D0F0C71D1}" destId="{5A99009C-B950-43E7-B94B-CD081AD51DA2}" srcOrd="0" destOrd="0" presId="urn:microsoft.com/office/officeart/2005/8/layout/lProcess3"/>
    <dgm:cxn modelId="{649E53CB-A7D0-408C-A69C-5A3BF5A5E48C}" srcId="{8368BDC9-8B28-40C2-A718-F06541509735}" destId="{78FB5CDF-385D-4535-85A9-78117BFCD8C8}" srcOrd="2" destOrd="0" parTransId="{CC18ECB4-3751-4A64-B1E5-8C6F7416277B}" sibTransId="{97E2CC7F-15AB-4D7E-AFC0-0AF9167E3B04}"/>
    <dgm:cxn modelId="{3A75B9D1-E67B-453A-AC7B-2D842478D54E}" type="presOf" srcId="{E1DE9309-DBB6-486B-A5CA-48738ECB0A41}" destId="{1F6E74D7-D3A2-4AFA-8AE9-90E50B8F597E}" srcOrd="0" destOrd="0" presId="urn:microsoft.com/office/officeart/2005/8/layout/lProcess3"/>
    <dgm:cxn modelId="{431EC2D3-6295-49C9-976E-037729D0C74B}" srcId="{8368BDC9-8B28-40C2-A718-F06541509735}" destId="{9FF436A5-B44C-4717-81A8-8C0049C7282E}" srcOrd="1" destOrd="0" parTransId="{036715AF-136B-42CA-97E9-D6B495FA1A7F}" sibTransId="{59FA6B82-BAEA-4516-BF36-A7213105F8F6}"/>
    <dgm:cxn modelId="{2CA2C1D4-73E5-40FA-990E-F4897B173A26}" srcId="{9FF436A5-B44C-4717-81A8-8C0049C7282E}" destId="{5E6265A4-A761-4F05-8FB9-D9C977D8A4AB}" srcOrd="1" destOrd="0" parTransId="{616256CF-DBE5-41D7-BF7C-AA79EF43723D}" sibTransId="{A981942A-818C-4E72-8934-CB8656A510F0}"/>
    <dgm:cxn modelId="{5B7656DC-A1D1-42B5-8606-14936E2048DF}" srcId="{78FB5CDF-385D-4535-85A9-78117BFCD8C8}" destId="{9284BBC1-772A-42EB-B3AD-68052B786287}" srcOrd="0" destOrd="0" parTransId="{5FA908F6-CA2C-420B-8A4E-D6F6C2B2979D}" sibTransId="{A7E07530-5B2A-4CB8-A3B1-0045E184A984}"/>
    <dgm:cxn modelId="{C580C8E2-1680-496E-844D-25B439696F69}" srcId="{76F1B34A-0FDC-4755-AB2F-57E415BA8AFF}" destId="{883DE011-9357-4BCB-9ECE-4F5749B7AD8B}" srcOrd="3" destOrd="0" parTransId="{717E7E5A-E4C1-479A-8A71-E11035DD7D5F}" sibTransId="{C9312352-936E-4F58-A6CC-C1D9B34AE1B4}"/>
    <dgm:cxn modelId="{FAEDACEA-8F00-495C-A67B-C13D8B8768BE}" type="presOf" srcId="{5FF59FEA-9284-41FD-97E9-08D940C7DDFF}" destId="{6C7AA255-EFDF-4490-89F5-412704EA249F}" srcOrd="0" destOrd="0" presId="urn:microsoft.com/office/officeart/2005/8/layout/lProcess3"/>
    <dgm:cxn modelId="{2E1E3393-1D61-4025-8964-B6C4D732E649}" type="presParOf" srcId="{13D7EA02-DB70-4DC6-8336-6B7D63A96083}" destId="{258F2D76-9CA3-4CB2-889F-37FB6D7FD88B}" srcOrd="0" destOrd="0" presId="urn:microsoft.com/office/officeart/2005/8/layout/lProcess3"/>
    <dgm:cxn modelId="{0451DEC0-B4AE-45BD-844F-2867A665CFED}" type="presParOf" srcId="{258F2D76-9CA3-4CB2-889F-37FB6D7FD88B}" destId="{5F5E0A6B-3BF6-48D5-8E01-99BB1854E363}" srcOrd="0" destOrd="0" presId="urn:microsoft.com/office/officeart/2005/8/layout/lProcess3"/>
    <dgm:cxn modelId="{FC3EF98B-A50A-40C3-B4EB-27B902AF58CB}" type="presParOf" srcId="{258F2D76-9CA3-4CB2-889F-37FB6D7FD88B}" destId="{F0A98733-95C4-47E4-BC51-2FD91E49B8C7}" srcOrd="1" destOrd="0" presId="urn:microsoft.com/office/officeart/2005/8/layout/lProcess3"/>
    <dgm:cxn modelId="{D9BC1DD3-E2C6-426B-ADC3-22AF6EFF61CC}" type="presParOf" srcId="{258F2D76-9CA3-4CB2-889F-37FB6D7FD88B}" destId="{854AB178-08A9-4DBF-835A-D68165241D1B}" srcOrd="2" destOrd="0" presId="urn:microsoft.com/office/officeart/2005/8/layout/lProcess3"/>
    <dgm:cxn modelId="{0CE7E60E-962F-4AC6-B559-2BF34714A375}" type="presParOf" srcId="{258F2D76-9CA3-4CB2-889F-37FB6D7FD88B}" destId="{8B3B2239-4591-46C1-A378-067CF99E9B35}" srcOrd="3" destOrd="0" presId="urn:microsoft.com/office/officeart/2005/8/layout/lProcess3"/>
    <dgm:cxn modelId="{11F23A9B-3A70-4593-A56C-C00EDA4693C7}" type="presParOf" srcId="{258F2D76-9CA3-4CB2-889F-37FB6D7FD88B}" destId="{6C7AA255-EFDF-4490-89F5-412704EA249F}" srcOrd="4" destOrd="0" presId="urn:microsoft.com/office/officeart/2005/8/layout/lProcess3"/>
    <dgm:cxn modelId="{C9416503-ADDA-4DFC-A71D-445C406B9DC2}" type="presParOf" srcId="{258F2D76-9CA3-4CB2-889F-37FB6D7FD88B}" destId="{FEFB65C5-DA1D-4CEA-B66C-EE2BFE0690CB}" srcOrd="5" destOrd="0" presId="urn:microsoft.com/office/officeart/2005/8/layout/lProcess3"/>
    <dgm:cxn modelId="{8455A9D0-B3C3-4F28-982F-5963BEC8214D}" type="presParOf" srcId="{258F2D76-9CA3-4CB2-889F-37FB6D7FD88B}" destId="{5A99009C-B950-43E7-B94B-CD081AD51DA2}" srcOrd="6" destOrd="0" presId="urn:microsoft.com/office/officeart/2005/8/layout/lProcess3"/>
    <dgm:cxn modelId="{89B7E3A7-D0E3-49F1-8416-5239BF8CDAFB}" type="presParOf" srcId="{258F2D76-9CA3-4CB2-889F-37FB6D7FD88B}" destId="{171B376E-B4CB-48D7-AE86-0D089EB80E65}" srcOrd="7" destOrd="0" presId="urn:microsoft.com/office/officeart/2005/8/layout/lProcess3"/>
    <dgm:cxn modelId="{5B2E1666-A2C2-4696-9A37-CEC1FD134336}" type="presParOf" srcId="{258F2D76-9CA3-4CB2-889F-37FB6D7FD88B}" destId="{C28A0BB2-1E9F-49BF-9963-E4D57E28F154}" srcOrd="8" destOrd="0" presId="urn:microsoft.com/office/officeart/2005/8/layout/lProcess3"/>
    <dgm:cxn modelId="{B9ADFCEC-5E65-47EC-B8C9-3C65FC1EA42B}" type="presParOf" srcId="{13D7EA02-DB70-4DC6-8336-6B7D63A96083}" destId="{0AAEBCE7-8616-42A9-9ABC-629B6354D332}" srcOrd="1" destOrd="0" presId="urn:microsoft.com/office/officeart/2005/8/layout/lProcess3"/>
    <dgm:cxn modelId="{1D6F1787-BB95-4A13-92F9-D6576570512F}" type="presParOf" srcId="{13D7EA02-DB70-4DC6-8336-6B7D63A96083}" destId="{55E5295F-0EA9-4BFA-BF72-4A2CB5727A73}" srcOrd="2" destOrd="0" presId="urn:microsoft.com/office/officeart/2005/8/layout/lProcess3"/>
    <dgm:cxn modelId="{B236CBB9-7A29-4947-8A9A-0CEDFD6D25E3}" type="presParOf" srcId="{55E5295F-0EA9-4BFA-BF72-4A2CB5727A73}" destId="{84CEFD98-D1E1-499D-BEC7-973580121C5B}" srcOrd="0" destOrd="0" presId="urn:microsoft.com/office/officeart/2005/8/layout/lProcess3"/>
    <dgm:cxn modelId="{2B0E7905-5399-41CA-B901-62EBEC656D2F}" type="presParOf" srcId="{55E5295F-0EA9-4BFA-BF72-4A2CB5727A73}" destId="{F52CE080-9790-4B95-BE22-02842B0BF770}" srcOrd="1" destOrd="0" presId="urn:microsoft.com/office/officeart/2005/8/layout/lProcess3"/>
    <dgm:cxn modelId="{B06FDBA9-1900-407D-8CFA-539613A4520B}" type="presParOf" srcId="{55E5295F-0EA9-4BFA-BF72-4A2CB5727A73}" destId="{3AD50942-1F1D-421C-90EC-68E0A696B48F}" srcOrd="2" destOrd="0" presId="urn:microsoft.com/office/officeart/2005/8/layout/lProcess3"/>
    <dgm:cxn modelId="{2ECDC4C1-E55E-4441-A5A4-6089371844F0}" type="presParOf" srcId="{55E5295F-0EA9-4BFA-BF72-4A2CB5727A73}" destId="{E97EFDEE-8301-4F68-AE9B-D97AE59016DD}" srcOrd="3" destOrd="0" presId="urn:microsoft.com/office/officeart/2005/8/layout/lProcess3"/>
    <dgm:cxn modelId="{7619E3EA-8BAD-474B-94C8-4258A07473AF}" type="presParOf" srcId="{55E5295F-0EA9-4BFA-BF72-4A2CB5727A73}" destId="{9BDEA364-5BCE-409A-AC8D-913BFAAA7964}" srcOrd="4" destOrd="0" presId="urn:microsoft.com/office/officeart/2005/8/layout/lProcess3"/>
    <dgm:cxn modelId="{F81C5D6D-D9AB-40FA-8E3A-64867A3E14F3}" type="presParOf" srcId="{55E5295F-0EA9-4BFA-BF72-4A2CB5727A73}" destId="{DB1B1C4F-5B57-4D15-8685-0460F53A6DD5}" srcOrd="5" destOrd="0" presId="urn:microsoft.com/office/officeart/2005/8/layout/lProcess3"/>
    <dgm:cxn modelId="{6DB12B17-9D3C-4E40-B77F-62909CF8301C}" type="presParOf" srcId="{55E5295F-0EA9-4BFA-BF72-4A2CB5727A73}" destId="{85BC3A4B-3D02-45B3-B69C-10ED3ADF6CD5}" srcOrd="6" destOrd="0" presId="urn:microsoft.com/office/officeart/2005/8/layout/lProcess3"/>
    <dgm:cxn modelId="{DB9B0FB3-A527-4F72-A922-CA31114A9B96}" type="presParOf" srcId="{55E5295F-0EA9-4BFA-BF72-4A2CB5727A73}" destId="{033C533F-7387-4E7C-BB64-8C00BC8E849D}" srcOrd="7" destOrd="0" presId="urn:microsoft.com/office/officeart/2005/8/layout/lProcess3"/>
    <dgm:cxn modelId="{26315019-FB2A-4B16-B892-2371987982C0}" type="presParOf" srcId="{55E5295F-0EA9-4BFA-BF72-4A2CB5727A73}" destId="{FBA430E2-E170-427C-8A1B-13855646D2E6}" srcOrd="8" destOrd="0" presId="urn:microsoft.com/office/officeart/2005/8/layout/lProcess3"/>
    <dgm:cxn modelId="{CABB231F-9C6E-473D-9347-87AD41C23FB7}" type="presParOf" srcId="{55E5295F-0EA9-4BFA-BF72-4A2CB5727A73}" destId="{A9E73418-E162-4D4D-8B7B-7103591156FE}" srcOrd="9" destOrd="0" presId="urn:microsoft.com/office/officeart/2005/8/layout/lProcess3"/>
    <dgm:cxn modelId="{EF8018BE-2B5E-48F3-94B5-C4153E1C31F5}" type="presParOf" srcId="{55E5295F-0EA9-4BFA-BF72-4A2CB5727A73}" destId="{AF062FE6-7007-4414-94D5-785FE4FCE939}" srcOrd="10" destOrd="0" presId="urn:microsoft.com/office/officeart/2005/8/layout/lProcess3"/>
    <dgm:cxn modelId="{A868AF7F-BA11-41E1-8D69-43A456C599B5}" type="presParOf" srcId="{13D7EA02-DB70-4DC6-8336-6B7D63A96083}" destId="{E9E2BC08-ACC2-4860-AF3C-C993251EA77B}" srcOrd="3" destOrd="0" presId="urn:microsoft.com/office/officeart/2005/8/layout/lProcess3"/>
    <dgm:cxn modelId="{4E43BF00-1A56-4F1E-90B3-9936B0C7DEC4}" type="presParOf" srcId="{13D7EA02-DB70-4DC6-8336-6B7D63A96083}" destId="{C1406F83-122F-454E-8ADF-D40EBCE36CB8}" srcOrd="4" destOrd="0" presId="urn:microsoft.com/office/officeart/2005/8/layout/lProcess3"/>
    <dgm:cxn modelId="{05191C2E-1ED0-4BBE-9E9F-D9C41518ADDF}" type="presParOf" srcId="{C1406F83-122F-454E-8ADF-D40EBCE36CB8}" destId="{0C0EB968-A795-4720-99C6-3B980069FBFA}" srcOrd="0" destOrd="0" presId="urn:microsoft.com/office/officeart/2005/8/layout/lProcess3"/>
    <dgm:cxn modelId="{C21ABB7D-0AB6-4DB4-9816-B9A6E6EE9024}" type="presParOf" srcId="{C1406F83-122F-454E-8ADF-D40EBCE36CB8}" destId="{E4354C83-2A8B-4697-8713-41197E7C44E1}" srcOrd="1" destOrd="0" presId="urn:microsoft.com/office/officeart/2005/8/layout/lProcess3"/>
    <dgm:cxn modelId="{BD99610E-71E8-4D18-BF8F-5C9B0DB12FD0}" type="presParOf" srcId="{C1406F83-122F-454E-8ADF-D40EBCE36CB8}" destId="{541B0BC6-B035-4818-8535-A5D4DE786BDB}" srcOrd="2" destOrd="0" presId="urn:microsoft.com/office/officeart/2005/8/layout/lProcess3"/>
    <dgm:cxn modelId="{1ABF30F9-4307-4F7D-8D3F-83568DE78E19}" type="presParOf" srcId="{C1406F83-122F-454E-8ADF-D40EBCE36CB8}" destId="{029DF2F7-8059-47EE-B319-7AB18E4C9D6F}" srcOrd="3" destOrd="0" presId="urn:microsoft.com/office/officeart/2005/8/layout/lProcess3"/>
    <dgm:cxn modelId="{BC67DB3B-4C86-4277-8D15-339811091521}" type="presParOf" srcId="{C1406F83-122F-454E-8ADF-D40EBCE36CB8}" destId="{73859E42-A616-4A42-A185-9AE31A6C1953}" srcOrd="4" destOrd="0" presId="urn:microsoft.com/office/officeart/2005/8/layout/lProcess3"/>
    <dgm:cxn modelId="{FBC58F58-D4FE-4E7B-AD1A-74733FB594EE}" type="presParOf" srcId="{13D7EA02-DB70-4DC6-8336-6B7D63A96083}" destId="{97DE7599-874F-4DD9-9451-863DE9A715F9}" srcOrd="5" destOrd="0" presId="urn:microsoft.com/office/officeart/2005/8/layout/lProcess3"/>
    <dgm:cxn modelId="{4EC1D213-1292-44FC-9249-1621D6FD6546}" type="presParOf" srcId="{13D7EA02-DB70-4DC6-8336-6B7D63A96083}" destId="{D655C9E6-24C3-4309-93D6-1421032478EE}" srcOrd="6" destOrd="0" presId="urn:microsoft.com/office/officeart/2005/8/layout/lProcess3"/>
    <dgm:cxn modelId="{35150504-0875-4B29-AB41-2140C6C63700}" type="presParOf" srcId="{D655C9E6-24C3-4309-93D6-1421032478EE}" destId="{1F6E74D7-D3A2-4AFA-8AE9-90E50B8F597E}" srcOrd="0" destOrd="0" presId="urn:microsoft.com/office/officeart/2005/8/layout/lProcess3"/>
    <dgm:cxn modelId="{7B6C3396-CAF5-4F20-8317-DBD371E5333D}" type="presParOf" srcId="{D655C9E6-24C3-4309-93D6-1421032478EE}" destId="{71AE583F-0B84-4545-8342-D403EDEAE7DA}" srcOrd="1" destOrd="0" presId="urn:microsoft.com/office/officeart/2005/8/layout/lProcess3"/>
    <dgm:cxn modelId="{CD4C9DFD-0469-41F7-958D-3FCB30E125E5}" type="presParOf" srcId="{D655C9E6-24C3-4309-93D6-1421032478EE}" destId="{0208FD42-861C-48EC-9E9C-07872A314886}" srcOrd="2" destOrd="0" presId="urn:microsoft.com/office/officeart/2005/8/layout/lProcess3"/>
    <dgm:cxn modelId="{FFD45D3B-5256-4F5C-8E85-069B1446175E}" type="presParOf" srcId="{D655C9E6-24C3-4309-93D6-1421032478EE}" destId="{7CBC48A7-75A8-4FD0-8C52-69D69121856E}" srcOrd="3" destOrd="0" presId="urn:microsoft.com/office/officeart/2005/8/layout/lProcess3"/>
    <dgm:cxn modelId="{98DCF3F8-F292-4DBF-8233-833A2C77568A}" type="presParOf" srcId="{D655C9E6-24C3-4309-93D6-1421032478EE}" destId="{D1BEF0AA-0454-4763-B94F-06E05516C41E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E0A6B-3BF6-48D5-8E01-99BB1854E363}">
      <dsp:nvSpPr>
        <dsp:cNvPr id="0" name=""/>
        <dsp:cNvSpPr/>
      </dsp:nvSpPr>
      <dsp:spPr>
        <a:xfrm>
          <a:off x="1198" y="63571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Diseño</a:t>
          </a:r>
        </a:p>
      </dsp:txBody>
      <dsp:txXfrm>
        <a:off x="493535" y="63571"/>
        <a:ext cx="1477011" cy="984674"/>
      </dsp:txXfrm>
    </dsp:sp>
    <dsp:sp modelId="{854AB178-08A9-4DBF-835A-D68165241D1B}">
      <dsp:nvSpPr>
        <dsp:cNvPr id="0" name=""/>
        <dsp:cNvSpPr/>
      </dsp:nvSpPr>
      <dsp:spPr>
        <a:xfrm>
          <a:off x="2142864" y="147268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Decidir qué mercado negociar y el marco de tiempo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2551504" y="147268"/>
        <a:ext cx="1225920" cy="817279"/>
      </dsp:txXfrm>
    </dsp:sp>
    <dsp:sp modelId="{6C7AA255-EFDF-4490-89F5-412704EA249F}">
      <dsp:nvSpPr>
        <dsp:cNvPr id="0" name=""/>
        <dsp:cNvSpPr/>
      </dsp:nvSpPr>
      <dsp:spPr>
        <a:xfrm>
          <a:off x="3900016" y="147268"/>
          <a:ext cx="2043199" cy="817279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Definir la premisa del sistema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4308656" y="147268"/>
        <a:ext cx="1225920" cy="817279"/>
      </dsp:txXfrm>
    </dsp:sp>
    <dsp:sp modelId="{5A99009C-B950-43E7-B94B-CD081AD51DA2}">
      <dsp:nvSpPr>
        <dsp:cNvPr id="0" name=""/>
        <dsp:cNvSpPr/>
      </dsp:nvSpPr>
      <dsp:spPr>
        <a:xfrm>
          <a:off x="5657167" y="147268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Organización y verificación de datos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6065807" y="147268"/>
        <a:ext cx="1225920" cy="817279"/>
      </dsp:txXfrm>
    </dsp:sp>
    <dsp:sp modelId="{C28A0BB2-1E9F-49BF-9963-E4D57E28F154}">
      <dsp:nvSpPr>
        <dsp:cNvPr id="0" name=""/>
        <dsp:cNvSpPr/>
      </dsp:nvSpPr>
      <dsp:spPr>
        <a:xfrm>
          <a:off x="7414319" y="147268"/>
          <a:ext cx="2043199" cy="817279"/>
        </a:xfrm>
        <a:prstGeom prst="chevron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Selección de método de trading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7822959" y="147268"/>
        <a:ext cx="1225920" cy="817279"/>
      </dsp:txXfrm>
    </dsp:sp>
    <dsp:sp modelId="{84CEFD98-D1E1-499D-BEC7-973580121C5B}">
      <dsp:nvSpPr>
        <dsp:cNvPr id="0" name=""/>
        <dsp:cNvSpPr/>
      </dsp:nvSpPr>
      <dsp:spPr>
        <a:xfrm>
          <a:off x="1198" y="1186099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Operativa/ metodología </a:t>
          </a:r>
        </a:p>
      </dsp:txBody>
      <dsp:txXfrm>
        <a:off x="493535" y="1186099"/>
        <a:ext cx="1477011" cy="984674"/>
      </dsp:txXfrm>
    </dsp:sp>
    <dsp:sp modelId="{3AD50942-1F1D-421C-90EC-68E0A696B48F}">
      <dsp:nvSpPr>
        <dsp:cNvPr id="0" name=""/>
        <dsp:cNvSpPr/>
      </dsp:nvSpPr>
      <dsp:spPr>
        <a:xfrm>
          <a:off x="2142864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Diseño de entrada (simples o complejas)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2551504" y="1269797"/>
        <a:ext cx="1225920" cy="817279"/>
      </dsp:txXfrm>
    </dsp:sp>
    <dsp:sp modelId="{9BDEA364-5BCE-409A-AC8D-913BFAAA7964}">
      <dsp:nvSpPr>
        <dsp:cNvPr id="0" name=""/>
        <dsp:cNvSpPr/>
      </dsp:nvSpPr>
      <dsp:spPr>
        <a:xfrm>
          <a:off x="3900016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Test de entradas con salidas simples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4308656" y="1269797"/>
        <a:ext cx="1225920" cy="817279"/>
      </dsp:txXfrm>
    </dsp:sp>
    <dsp:sp modelId="{85BC3A4B-3D02-45B3-B69C-10ED3ADF6CD5}">
      <dsp:nvSpPr>
        <dsp:cNvPr id="0" name=""/>
        <dsp:cNvSpPr/>
      </dsp:nvSpPr>
      <dsp:spPr>
        <a:xfrm>
          <a:off x="5657167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Diseño de filtros para mejorar entradas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6065807" y="1269797"/>
        <a:ext cx="1225920" cy="817279"/>
      </dsp:txXfrm>
    </dsp:sp>
    <dsp:sp modelId="{FBA430E2-E170-427C-8A1B-13855646D2E6}">
      <dsp:nvSpPr>
        <dsp:cNvPr id="0" name=""/>
        <dsp:cNvSpPr/>
      </dsp:nvSpPr>
      <dsp:spPr>
        <a:xfrm>
          <a:off x="7414319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Diseño de salidas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7822959" y="1269797"/>
        <a:ext cx="1225920" cy="817279"/>
      </dsp:txXfrm>
    </dsp:sp>
    <dsp:sp modelId="{AF062FE6-7007-4414-94D5-785FE4FCE939}">
      <dsp:nvSpPr>
        <dsp:cNvPr id="0" name=""/>
        <dsp:cNvSpPr/>
      </dsp:nvSpPr>
      <dsp:spPr>
        <a:xfrm>
          <a:off x="9171470" y="1269797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Estrategias de Money Management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9580110" y="1269797"/>
        <a:ext cx="1225920" cy="817279"/>
      </dsp:txXfrm>
    </dsp:sp>
    <dsp:sp modelId="{0C0EB968-A795-4720-99C6-3B980069FBFA}">
      <dsp:nvSpPr>
        <dsp:cNvPr id="0" name=""/>
        <dsp:cNvSpPr/>
      </dsp:nvSpPr>
      <dsp:spPr>
        <a:xfrm>
          <a:off x="1198" y="2308628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Testeo y optimización</a:t>
          </a:r>
        </a:p>
      </dsp:txBody>
      <dsp:txXfrm>
        <a:off x="493535" y="2308628"/>
        <a:ext cx="1477011" cy="984674"/>
      </dsp:txXfrm>
    </dsp:sp>
    <dsp:sp modelId="{541B0BC6-B035-4818-8535-A5D4DE786BDB}">
      <dsp:nvSpPr>
        <dsp:cNvPr id="0" name=""/>
        <dsp:cNvSpPr/>
      </dsp:nvSpPr>
      <dsp:spPr>
        <a:xfrm>
          <a:off x="2142864" y="2392326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 err="1">
              <a:solidFill>
                <a:schemeClr val="accent5">
                  <a:lumMod val="85000"/>
                  <a:lumOff val="15000"/>
                </a:schemeClr>
              </a:solidFill>
            </a:rPr>
            <a:t>Backtest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2551504" y="2392326"/>
        <a:ext cx="1225920" cy="817279"/>
      </dsp:txXfrm>
    </dsp:sp>
    <dsp:sp modelId="{73859E42-A616-4A42-A185-9AE31A6C1953}">
      <dsp:nvSpPr>
        <dsp:cNvPr id="0" name=""/>
        <dsp:cNvSpPr/>
      </dsp:nvSpPr>
      <dsp:spPr>
        <a:xfrm>
          <a:off x="3900016" y="2392326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CO" sz="1300" kern="1200" dirty="0">
              <a:solidFill>
                <a:schemeClr val="accent5">
                  <a:lumMod val="85000"/>
                  <a:lumOff val="15000"/>
                </a:schemeClr>
              </a:solidFill>
            </a:rPr>
            <a:t>Optimización de parámetros y robustez </a:t>
          </a:r>
          <a:endParaRPr lang="es-CO" sz="1300" kern="1200" noProof="0" dirty="0">
            <a:solidFill>
              <a:schemeClr val="accent5">
                <a:lumMod val="85000"/>
                <a:lumOff val="15000"/>
              </a:schemeClr>
            </a:solidFill>
          </a:endParaRPr>
        </a:p>
      </dsp:txBody>
      <dsp:txXfrm>
        <a:off x="4308656" y="2392326"/>
        <a:ext cx="1225920" cy="817279"/>
      </dsp:txXfrm>
    </dsp:sp>
    <dsp:sp modelId="{1F6E74D7-D3A2-4AFA-8AE9-90E50B8F597E}">
      <dsp:nvSpPr>
        <dsp:cNvPr id="0" name=""/>
        <dsp:cNvSpPr/>
      </dsp:nvSpPr>
      <dsp:spPr>
        <a:xfrm>
          <a:off x="1198" y="3431157"/>
          <a:ext cx="2461685" cy="984674"/>
        </a:xfrm>
        <a:prstGeom prst="chevron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Puesta en marcha y seguimiento</a:t>
          </a:r>
        </a:p>
      </dsp:txBody>
      <dsp:txXfrm>
        <a:off x="493535" y="3431157"/>
        <a:ext cx="1477011" cy="984674"/>
      </dsp:txXfrm>
    </dsp:sp>
    <dsp:sp modelId="{0208FD42-861C-48EC-9E9C-07872A314886}">
      <dsp:nvSpPr>
        <dsp:cNvPr id="0" name=""/>
        <dsp:cNvSpPr/>
      </dsp:nvSpPr>
      <dsp:spPr>
        <a:xfrm>
          <a:off x="2142864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Operativa real</a:t>
          </a:r>
        </a:p>
      </dsp:txBody>
      <dsp:txXfrm>
        <a:off x="2551504" y="3514854"/>
        <a:ext cx="1225920" cy="817279"/>
      </dsp:txXfrm>
    </dsp:sp>
    <dsp:sp modelId="{D1BEF0AA-0454-4763-B94F-06E05516C41E}">
      <dsp:nvSpPr>
        <dsp:cNvPr id="0" name=""/>
        <dsp:cNvSpPr/>
      </dsp:nvSpPr>
      <dsp:spPr>
        <a:xfrm>
          <a:off x="3900016" y="3514854"/>
          <a:ext cx="2043199" cy="817279"/>
        </a:xfrm>
        <a:prstGeom prst="chevron">
          <a:avLst/>
        </a:prstGeom>
        <a:noFill/>
        <a:ln w="12700" cap="flat" cmpd="sng" algn="ctr">
          <a:solidFill>
            <a:srgbClr val="0071BD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Seguimiento al sistema</a:t>
          </a:r>
        </a:p>
      </dsp:txBody>
      <dsp:txXfrm>
        <a:off x="4308656" y="3514854"/>
        <a:ext cx="1225920" cy="817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F74AD2-459D-4ADA-A3E9-9DCEA7890B3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808FAE-6ED9-4C94-9E9A-04CCEE53240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6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0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198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8494E-4E2F-1C40-8B7B-C0D0B7FB2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019820-22D1-6B44-9B2F-4A9436BEE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9D7963-CE38-8E49-9AE2-40B94CCD1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E00018-E873-CA46-B8D8-B565A6E97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274B16-C74A-544B-8E70-BE219BAC5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5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37D57-53D9-7B42-B2BE-EB3487A3E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32DA36-E214-AB45-9899-5E825E6E7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9CC55C-4C14-9545-A1F8-FA061BFC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1D8A5C-E521-4646-8E21-2B913CB2B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44D73F-320F-CE4A-8B0A-11C58423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AE1201E-05CF-483B-292D-9AB7780880DC}"/>
              </a:ext>
            </a:extLst>
          </p:cNvPr>
          <p:cNvSpPr/>
          <p:nvPr userDrawn="1"/>
        </p:nvSpPr>
        <p:spPr>
          <a:xfrm>
            <a:off x="515937" y="6180881"/>
            <a:ext cx="11371263" cy="57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5"/>
                </a:solidFill>
              </a:rPr>
              <a:t>Transacciones en derivados, incluyendo futuros, opciones, son complejos y acarrean un alto riesgo de pérdida financiera. No invierta dinero que no pueda permitirse perder. El rendimiento pasado no garantiza resultados futuros.</a:t>
            </a:r>
            <a:endParaRPr lang="en-US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060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37D57-53D9-7B42-B2BE-EB3487A3E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32DA36-E214-AB45-9899-5E825E6E7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9CC55C-4C14-9545-A1F8-FA061BFC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1D8A5C-E521-4646-8E21-2B913CB2B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44D73F-320F-CE4A-8B0A-11C58423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AE1201E-05CF-483B-292D-9AB7780880DC}"/>
              </a:ext>
            </a:extLst>
          </p:cNvPr>
          <p:cNvSpPr/>
          <p:nvPr userDrawn="1"/>
        </p:nvSpPr>
        <p:spPr>
          <a:xfrm>
            <a:off x="515937" y="6180881"/>
            <a:ext cx="11371263" cy="57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5"/>
                </a:solidFill>
              </a:rPr>
              <a:t>Transacciones en derivados, incluyendo futuros, opciones, son complejos y acarrean un alto riesgo de pérdida financiera. No invierta dinero que no pueda permitirse perder. El rendimiento pasado no garantiza resultados futuros.</a:t>
            </a:r>
            <a:endParaRPr lang="en-US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234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 userDrawn="1"/>
        </p:nvSpPr>
        <p:spPr>
          <a:xfrm>
            <a:off x="0" y="2088498"/>
            <a:ext cx="12191999" cy="165365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Título 1"/>
          <p:cNvSpPr txBox="1">
            <a:spLocks/>
          </p:cNvSpPr>
          <p:nvPr userDrawn="1"/>
        </p:nvSpPr>
        <p:spPr>
          <a:xfrm>
            <a:off x="0" y="2322455"/>
            <a:ext cx="12191999" cy="11639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DIN Light" panose="02020500000000000000"/>
                <a:ea typeface="+mj-ea"/>
                <a:cs typeface="+mj-cs"/>
              </a:defRPr>
            </a:lvl1pPr>
          </a:lstStyle>
          <a:p>
            <a:endParaRPr lang="es-CO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37937D57-53D9-7B42-B2BE-EB3487A3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8445"/>
            <a:ext cx="12191999" cy="1200034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5540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 userDrawn="1"/>
        </p:nvSpPr>
        <p:spPr>
          <a:xfrm>
            <a:off x="0" y="2088498"/>
            <a:ext cx="12191999" cy="1653655"/>
          </a:xfrm>
          <a:prstGeom prst="rect">
            <a:avLst/>
          </a:prstGeom>
          <a:solidFill>
            <a:schemeClr val="tx1">
              <a:lumMod val="95000"/>
              <a:lumOff val="5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Título 1"/>
          <p:cNvSpPr txBox="1">
            <a:spLocks/>
          </p:cNvSpPr>
          <p:nvPr userDrawn="1"/>
        </p:nvSpPr>
        <p:spPr>
          <a:xfrm>
            <a:off x="0" y="2322455"/>
            <a:ext cx="12191999" cy="11639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DIN Light" panose="02020500000000000000"/>
                <a:ea typeface="+mj-ea"/>
                <a:cs typeface="+mj-cs"/>
              </a:defRPr>
            </a:lvl1pPr>
          </a:lstStyle>
          <a:p>
            <a:endParaRPr lang="es-CO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37937D57-53D9-7B42-B2BE-EB3487A3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8445"/>
            <a:ext cx="12191999" cy="1200034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86524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0" y="2088498"/>
            <a:ext cx="12191999" cy="1653655"/>
          </a:xfrm>
          <a:prstGeom prst="rect">
            <a:avLst/>
          </a:prstGeom>
          <a:solidFill>
            <a:schemeClr val="accent4">
              <a:lumMod val="50000"/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7937D57-53D9-7B42-B2BE-EB3487A3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8445"/>
            <a:ext cx="12191999" cy="1200034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1180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139"/>
          <a:stretch/>
        </p:blipFill>
        <p:spPr>
          <a:xfrm>
            <a:off x="-1" y="-1"/>
            <a:ext cx="12191999" cy="6845301"/>
          </a:xfrm>
          <a:prstGeom prst="rect">
            <a:avLst/>
          </a:prstGeom>
        </p:spPr>
      </p:pic>
      <p:sp>
        <p:nvSpPr>
          <p:cNvPr id="7" name="Rectángulo 6"/>
          <p:cNvSpPr/>
          <p:nvPr userDrawn="1"/>
        </p:nvSpPr>
        <p:spPr>
          <a:xfrm>
            <a:off x="0" y="2088498"/>
            <a:ext cx="12191999" cy="1653655"/>
          </a:xfrm>
          <a:prstGeom prst="rect">
            <a:avLst/>
          </a:prstGeom>
          <a:solidFill>
            <a:schemeClr val="tx1">
              <a:lumMod val="95000"/>
              <a:lumOff val="5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7937D57-53D9-7B42-B2BE-EB3487A3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8445"/>
            <a:ext cx="12191999" cy="1200034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67748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0645-BBB2-1A4E-BD89-518754690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930C67-6D2F-9B4F-A31F-FF5CF9C7F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1C26CB-FBE4-CB4E-BDFD-491E4020D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B94ADB-68F5-7C4E-A087-10EBB408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F27728-0610-1142-86F3-420D6B9E5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10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4B188-078A-384F-AC4D-49E766145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B9B3C2-D3D8-1F4A-9E29-C37D69FE9B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E32908E-69D3-5540-BB89-456892524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E94424-CC94-184F-A986-74E06BB5B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52448B-FA71-D941-A8F0-0FA60170E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9A703D-91D0-3944-9F18-27A120839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762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945B92-21B9-9243-9E37-C4BD589B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4F19BA-957D-2440-BEB6-F303366C6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FEC927-7AD2-AD4D-A961-3C464A35D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DDFD7B2-A2FC-A141-99FA-7D28179DD3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2ED03B-EC5B-0342-BDF9-CECE5598BD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7BC132C-1C84-5A44-9799-592714BD3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41F27ED-9F8D-4D46-95B2-501AFE9CF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05CBAA8-F71A-7044-8232-DAD4CB443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86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C247EE-34F5-3D4D-A6FD-7E2A35AC2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F015B53-2D7C-7C48-8B26-F837F93AD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822B51C-9D13-DE4A-A650-9EBF82C85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CF20C4-FB13-FF4C-A31B-E697B695D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62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353156C-445E-5542-BADF-04057C2A3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EF6B26C-0BF6-2443-A16E-C1668C95D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38F2A3-F73B-454E-B070-88E11A163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38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48B62-8BB3-8C49-B340-59FE3D75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9779C0-26AB-B44D-9150-439DF3714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2F5FF42-50B5-FB40-8083-477B757C9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A44473-2A82-9E48-89FD-21CF91FFA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2295FD-EBD7-0C4B-BD76-48C02A26B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B54E75-1B81-3248-AB0B-20B0E54AA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209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232628-4A0D-C947-800F-44A5EA870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013F4B-1FCF-094A-AA90-6CF682FF32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DBFA2B-AA6D-9C4C-8B4A-1E2E78B69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5F85C9-FA5D-8A43-936C-966854061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D63E62-F8D4-E34F-9FF1-54B8C85B9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D7001C-F236-F14D-998E-C785CEFED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5015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8079DA-578B-C342-B404-5F208F40B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6684535-CDDB-3049-AE5D-FAB245E88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38ADD-7DAF-7C48-AB96-D08326E1A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3158F3-C521-2D41-BE29-55987AD9C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C5B468-ADA3-E14B-A95B-6C8B0D661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71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146EB4-7651-DB4C-9F7C-FE972ACE44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4010C9A-E9B1-AA4A-8438-86E866148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DFF736-69A3-194C-A453-1274F7025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9EF998-041A-C946-A6A3-431B0D8FC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25C4FD-6948-7B4B-B2A2-5528F778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25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501B4D-B9D4-3449-9502-1D4931C53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12000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ECBDEE-D386-C141-88DE-683511975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9" y="2196792"/>
            <a:ext cx="11160124" cy="3879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Editar los estilos de texto del patrón
Segundo nivel
Tercer nivel
Cuarto nivel
Quinto nivel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6DDDE3-436B-4F44-9A39-6F132CA745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29C80-6FBA-CD49-AA7B-B7D8986119E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D29976-A570-A04D-95C3-D27CD3E5F1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94C1A0-924A-094C-B79D-7438E179F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Conector recto 9"/>
          <p:cNvCxnSpPr/>
          <p:nvPr userDrawn="1"/>
        </p:nvCxnSpPr>
        <p:spPr>
          <a:xfrm>
            <a:off x="515936" y="535275"/>
            <a:ext cx="11160125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BCD8E388-65A8-C47C-E5A6-F4E59CE691A1}"/>
              </a:ext>
            </a:extLst>
          </p:cNvPr>
          <p:cNvSpPr/>
          <p:nvPr userDrawn="1"/>
        </p:nvSpPr>
        <p:spPr>
          <a:xfrm>
            <a:off x="515935" y="114300"/>
            <a:ext cx="3589340" cy="3143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s-CO" noProof="0" dirty="0">
                <a:solidFill>
                  <a:schemeClr val="accent5">
                    <a:lumMod val="75000"/>
                    <a:lumOff val="25000"/>
                  </a:schemeClr>
                </a:solidFill>
              </a:rPr>
              <a:t>Cómo diseñar sistemas de trading, por Juan David Suarez</a:t>
            </a:r>
          </a:p>
        </p:txBody>
      </p:sp>
    </p:spTree>
    <p:extLst>
      <p:ext uri="{BB962C8B-B14F-4D97-AF65-F5344CB8AC3E}">
        <p14:creationId xmlns:p14="http://schemas.microsoft.com/office/powerpoint/2010/main" val="2757314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700" r:id="rId3"/>
    <p:sldLayoutId id="2147483696" r:id="rId4"/>
    <p:sldLayoutId id="2147483699" r:id="rId5"/>
    <p:sldLayoutId id="2147483697" r:id="rId6"/>
    <p:sldLayoutId id="2147483698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7355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3137574" y="2990593"/>
            <a:ext cx="597016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3200" b="1" dirty="0"/>
              <a:t>Secretos para predecir el mercado</a:t>
            </a:r>
          </a:p>
          <a:p>
            <a:pPr algn="ctr"/>
            <a:r>
              <a:rPr lang="es-CO" sz="1600" b="1" dirty="0"/>
              <a:t>Juan David Suarez</a:t>
            </a:r>
          </a:p>
          <a:p>
            <a:pPr algn="ctr"/>
            <a:r>
              <a:rPr lang="es-CO" dirty="0"/>
              <a:t>Abril 10</a:t>
            </a:r>
          </a:p>
        </p:txBody>
      </p:sp>
      <p:sp>
        <p:nvSpPr>
          <p:cNvPr id="2" name="Rectángulo 1"/>
          <p:cNvSpPr/>
          <p:nvPr/>
        </p:nvSpPr>
        <p:spPr>
          <a:xfrm>
            <a:off x="8656644" y="5154625"/>
            <a:ext cx="301941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200" dirty="0">
                <a:solidFill>
                  <a:schemeClr val="bg1">
                    <a:lumMod val="50000"/>
                  </a:schemeClr>
                </a:solidFill>
              </a:rPr>
              <a:t>El contenido del presente documento es de carácter confidencial y de propiedad intelectual de  Juan David Suarez. Ninguna de sus partes podrá divulgarse de manera alguna, sin previa autorización escrita.</a:t>
            </a:r>
          </a:p>
          <a:p>
            <a:pPr algn="r"/>
            <a:endParaRPr lang="es-CO" sz="1200" dirty="0">
              <a:solidFill>
                <a:schemeClr val="bg1">
                  <a:lumMod val="50000"/>
                </a:schemeClr>
              </a:solidFill>
            </a:endParaRPr>
          </a:p>
          <a:p>
            <a:pPr algn="r"/>
            <a:r>
              <a:rPr lang="es-CO" sz="1200" dirty="0">
                <a:solidFill>
                  <a:schemeClr val="bg1">
                    <a:lumMod val="50000"/>
                  </a:schemeClr>
                </a:solidFill>
              </a:rPr>
              <a:t>Todos los derechos reservados.</a:t>
            </a:r>
          </a:p>
        </p:txBody>
      </p:sp>
    </p:spTree>
    <p:extLst>
      <p:ext uri="{BB962C8B-B14F-4D97-AF65-F5344CB8AC3E}">
        <p14:creationId xmlns:p14="http://schemas.microsoft.com/office/powerpoint/2010/main" val="3315228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5B161-53BC-2355-760F-5BBFCF19A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503644"/>
            <a:ext cx="11160125" cy="1200034"/>
          </a:xfrm>
        </p:spPr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Disclaimer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3E78DF-DB60-55D5-47D6-E25856631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805651"/>
            <a:ext cx="11160124" cy="4270953"/>
          </a:xfrm>
        </p:spPr>
        <p:txBody>
          <a:bodyPr>
            <a:normAutofit fontScale="77500" lnSpcReduction="20000"/>
          </a:bodyPr>
          <a:lstStyle/>
          <a:p>
            <a:r>
              <a:rPr lang="es-ES" dirty="0"/>
              <a:t>El contenido de esta presentación es </a:t>
            </a:r>
            <a:r>
              <a:rPr lang="es-ES" b="1" dirty="0">
                <a:solidFill>
                  <a:schemeClr val="accent5"/>
                </a:solidFill>
              </a:rPr>
              <a:t>solo con fines informativos/ Educativo</a:t>
            </a:r>
            <a:r>
              <a:rPr lang="es-ES" dirty="0">
                <a:solidFill>
                  <a:schemeClr val="accent5"/>
                </a:solidFill>
              </a:rPr>
              <a:t>s y no debe interpretarse como una recomendación de inversión o asesoría financiera. </a:t>
            </a:r>
            <a:r>
              <a:rPr lang="es-ES" dirty="0"/>
              <a:t>El trading en mercados financieros, incluidos futuros, opciones, divisas (</a:t>
            </a:r>
            <a:r>
              <a:rPr lang="es-ES" dirty="0" err="1"/>
              <a:t>forex</a:t>
            </a:r>
            <a:r>
              <a:rPr lang="es-ES" dirty="0"/>
              <a:t>) y otros productos financieros, conlleva riesgos significativos de pérdida. No es adecuado para todos los inversores.</a:t>
            </a:r>
          </a:p>
          <a:p>
            <a:r>
              <a:rPr lang="es-ES" dirty="0"/>
              <a:t>Antes de participar en cualquier actividad de trading, </a:t>
            </a:r>
            <a:r>
              <a:rPr lang="es-ES" b="1" dirty="0">
                <a:solidFill>
                  <a:schemeClr val="accent5"/>
                </a:solidFill>
              </a:rPr>
              <a:t>debe considerar cuidadosamente sus objetivos de inversión, nivel de experiencia y tolerancia al riesgo</a:t>
            </a:r>
            <a:r>
              <a:rPr lang="es-ES" dirty="0"/>
              <a:t>. Existe la posibilidad de que pierda parte o la totalidad de su inversión inicial, por lo que no debe invertir dinero que no pueda permitirse perder.</a:t>
            </a:r>
          </a:p>
          <a:p>
            <a:r>
              <a:rPr lang="es-ES" dirty="0"/>
              <a:t>El trading con apalancamiento, en particular, aumenta tanto los riesgos como las posibles recompensas. Las condiciones del mercado, la volatilidad y otros factores pueden tener un impacto negativo significativo en los resultados de sus operaciones.</a:t>
            </a:r>
          </a:p>
          <a:p>
            <a:r>
              <a:rPr lang="es-ES" dirty="0"/>
              <a:t>El rendimiento pasado no es necesariamente indicativo de resultados futuros.</a:t>
            </a:r>
          </a:p>
          <a:p>
            <a:r>
              <a:rPr lang="es-ES" b="1" dirty="0"/>
              <a:t>Las opiniones del expositor son a nombre propio y no muestra ninguna opinión del fondo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28213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El trading algorítmico es ciencia y arte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C373B7-84A2-E37F-1632-8FEADF17C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533849"/>
            <a:ext cx="4744550" cy="4768665"/>
          </a:xfrm>
        </p:spPr>
        <p:txBody>
          <a:bodyPr/>
          <a:lstStyle/>
          <a:p>
            <a:r>
              <a:rPr lang="es-CO" dirty="0">
                <a:solidFill>
                  <a:schemeClr val="accent5">
                    <a:lumMod val="85000"/>
                    <a:lumOff val="15000"/>
                  </a:schemeClr>
                </a:solidFill>
              </a:rPr>
              <a:t>Es ciencia:</a:t>
            </a:r>
          </a:p>
          <a:p>
            <a:pPr lvl="1"/>
            <a:r>
              <a:rPr lang="es-CO" dirty="0">
                <a:solidFill>
                  <a:schemeClr val="accent5">
                    <a:lumMod val="85000"/>
                    <a:lumOff val="15000"/>
                  </a:schemeClr>
                </a:solidFill>
              </a:rPr>
              <a:t>Necesita un proceso claro </a:t>
            </a:r>
          </a:p>
          <a:p>
            <a:pPr lvl="1"/>
            <a:r>
              <a:rPr lang="es-CO" dirty="0">
                <a:solidFill>
                  <a:schemeClr val="accent5">
                    <a:lumMod val="85000"/>
                    <a:lumOff val="15000"/>
                  </a:schemeClr>
                </a:solidFill>
              </a:rPr>
              <a:t>Debe ser capaz de probar hipótesis con método cuantitativos</a:t>
            </a:r>
          </a:p>
        </p:txBody>
      </p:sp>
      <p:pic>
        <p:nvPicPr>
          <p:cNvPr id="2050" name="Picture 2" descr="Market veterans mourn slow death of historic trading pits">
            <a:extLst>
              <a:ext uri="{FF2B5EF4-FFF2-40B4-BE49-F238E27FC236}">
                <a16:creationId xmlns:a16="http://schemas.microsoft.com/office/drawing/2014/main" id="{2B6AFCA7-1A47-3CBA-FE25-91B0ABB4B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680" y="3706056"/>
            <a:ext cx="3491529" cy="2439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at is quantitative trading? | IMC">
            <a:extLst>
              <a:ext uri="{FF2B5EF4-FFF2-40B4-BE49-F238E27FC236}">
                <a16:creationId xmlns:a16="http://schemas.microsoft.com/office/drawing/2014/main" id="{8E2ADF1A-3C69-B8D6-ECE7-574024E3F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146" y="4019363"/>
            <a:ext cx="4057343" cy="1953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52003425-C0EB-AC5D-72B0-ADBED6802A78}"/>
              </a:ext>
            </a:extLst>
          </p:cNvPr>
          <p:cNvSpPr txBox="1">
            <a:spLocks/>
          </p:cNvSpPr>
          <p:nvPr/>
        </p:nvSpPr>
        <p:spPr>
          <a:xfrm>
            <a:off x="6862950" y="899148"/>
            <a:ext cx="4895158" cy="47686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s-CO" dirty="0">
              <a:solidFill>
                <a:schemeClr val="accent5">
                  <a:lumMod val="85000"/>
                  <a:lumOff val="1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CO" dirty="0">
                <a:solidFill>
                  <a:schemeClr val="accent5">
                    <a:lumMod val="85000"/>
                    <a:lumOff val="15000"/>
                  </a:schemeClr>
                </a:solidFill>
              </a:rPr>
              <a:t>Es arte: </a:t>
            </a:r>
          </a:p>
          <a:p>
            <a:pPr lvl="1"/>
            <a:r>
              <a:rPr lang="es-CO" dirty="0">
                <a:solidFill>
                  <a:schemeClr val="accent5">
                    <a:lumMod val="85000"/>
                    <a:lumOff val="15000"/>
                  </a:schemeClr>
                </a:solidFill>
              </a:rPr>
              <a:t>Debe haber creatividad en la creación de estrategias </a:t>
            </a:r>
          </a:p>
          <a:p>
            <a:pPr lvl="1"/>
            <a:r>
              <a:rPr lang="es-CO" dirty="0">
                <a:solidFill>
                  <a:schemeClr val="accent5">
                    <a:lumMod val="85000"/>
                    <a:lumOff val="15000"/>
                  </a:schemeClr>
                </a:solidFill>
              </a:rPr>
              <a:t>Su operatividad requiere gestión (no es solo dejarlo y ya)</a:t>
            </a:r>
          </a:p>
          <a:p>
            <a:pPr lvl="1"/>
            <a:r>
              <a:rPr lang="es-CO" dirty="0">
                <a:solidFill>
                  <a:schemeClr val="accent5">
                    <a:lumMod val="85000"/>
                    <a:lumOff val="15000"/>
                  </a:schemeClr>
                </a:solidFill>
              </a:rPr>
              <a:t>Se debe tener experiencia</a:t>
            </a:r>
          </a:p>
          <a:p>
            <a:endParaRPr lang="es-CO" dirty="0">
              <a:solidFill>
                <a:schemeClr val="accent5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26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13175-5681-1FEC-D0F2-EB44D250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Es muy importante tener un proceso claro…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41382D0E-39E6-D237-1057-2DEB927BB8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7710570"/>
              </p:ext>
            </p:extLst>
          </p:nvPr>
        </p:nvGraphicFramePr>
        <p:xfrm>
          <a:off x="601884" y="1446835"/>
          <a:ext cx="11215868" cy="4479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46626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293440D-191B-442C-A118-D39F1DC93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4667"/>
            <a:ext cx="11160125" cy="723272"/>
          </a:xfrm>
        </p:spPr>
        <p:txBody>
          <a:bodyPr/>
          <a:lstStyle/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Algunas fuentes:</a:t>
            </a:r>
            <a:endParaRPr lang="es-CO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A905263-5FED-9D8F-61B2-220A58F66607}"/>
              </a:ext>
            </a:extLst>
          </p:cNvPr>
          <p:cNvSpPr/>
          <p:nvPr/>
        </p:nvSpPr>
        <p:spPr>
          <a:xfrm>
            <a:off x="8200106" y="1831638"/>
            <a:ext cx="2999874" cy="10662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accent4">
                    <a:lumMod val="50000"/>
                  </a:schemeClr>
                </a:solidFill>
              </a:rPr>
              <a:t>Análisis Inter mercado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3ED4FE9-98C8-F937-E308-4365D7D6A73C}"/>
              </a:ext>
            </a:extLst>
          </p:cNvPr>
          <p:cNvSpPr/>
          <p:nvPr/>
        </p:nvSpPr>
        <p:spPr>
          <a:xfrm>
            <a:off x="4879390" y="1831638"/>
            <a:ext cx="2999874" cy="106629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>
                <a:solidFill>
                  <a:schemeClr val="accent4">
                    <a:lumMod val="50000"/>
                  </a:schemeClr>
                </a:solidFill>
              </a:rPr>
              <a:t>Market</a:t>
            </a:r>
            <a:r>
              <a:rPr lang="es-CO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s-CO" dirty="0" err="1">
                <a:solidFill>
                  <a:schemeClr val="accent4">
                    <a:lumMod val="50000"/>
                  </a:schemeClr>
                </a:solidFill>
              </a:rPr>
              <a:t>Internals</a:t>
            </a:r>
            <a:endParaRPr lang="es-CO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C869135-7A00-7A86-4D21-76A37CC840E9}"/>
              </a:ext>
            </a:extLst>
          </p:cNvPr>
          <p:cNvSpPr/>
          <p:nvPr/>
        </p:nvSpPr>
        <p:spPr>
          <a:xfrm>
            <a:off x="1668379" y="3159655"/>
            <a:ext cx="2999874" cy="106629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>
                <a:solidFill>
                  <a:schemeClr val="accent4">
                    <a:lumMod val="50000"/>
                  </a:schemeClr>
                </a:solidFill>
              </a:rPr>
              <a:t>Trends</a:t>
            </a:r>
            <a:endParaRPr lang="es-CO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D0E5686-0627-8B03-1030-1ECE97DCD598}"/>
              </a:ext>
            </a:extLst>
          </p:cNvPr>
          <p:cNvSpPr/>
          <p:nvPr/>
        </p:nvSpPr>
        <p:spPr>
          <a:xfrm>
            <a:off x="8200106" y="3159655"/>
            <a:ext cx="2999874" cy="10662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accent4">
                    <a:lumMod val="50000"/>
                  </a:schemeClr>
                </a:solidFill>
              </a:rPr>
              <a:t>Estacionalidades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BBD275F-23D6-C54D-49E6-4654899C43E5}"/>
              </a:ext>
            </a:extLst>
          </p:cNvPr>
          <p:cNvSpPr/>
          <p:nvPr/>
        </p:nvSpPr>
        <p:spPr>
          <a:xfrm>
            <a:off x="4879390" y="4502606"/>
            <a:ext cx="2999874" cy="10662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>
                <a:solidFill>
                  <a:schemeClr val="accent4">
                    <a:lumMod val="50000"/>
                  </a:schemeClr>
                </a:solidFill>
              </a:rPr>
              <a:t>Market</a:t>
            </a:r>
            <a:r>
              <a:rPr lang="es-CO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s-CO" dirty="0" err="1">
                <a:solidFill>
                  <a:schemeClr val="accent4">
                    <a:lumMod val="50000"/>
                  </a:schemeClr>
                </a:solidFill>
              </a:rPr>
              <a:t>Positioning</a:t>
            </a:r>
            <a:r>
              <a:rPr lang="es-CO" dirty="0">
                <a:solidFill>
                  <a:schemeClr val="accent4">
                    <a:lumMod val="50000"/>
                  </a:schemeClr>
                </a:solidFill>
              </a:rPr>
              <a:t> / COT data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ED39225-2F42-AE45-924E-509DBE796BFA}"/>
              </a:ext>
            </a:extLst>
          </p:cNvPr>
          <p:cNvSpPr/>
          <p:nvPr/>
        </p:nvSpPr>
        <p:spPr>
          <a:xfrm>
            <a:off x="4879390" y="3196231"/>
            <a:ext cx="2999874" cy="106629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>
                <a:solidFill>
                  <a:schemeClr val="accent4">
                    <a:lumMod val="50000"/>
                  </a:schemeClr>
                </a:solidFill>
              </a:rPr>
              <a:t>Countertrends</a:t>
            </a:r>
            <a:endParaRPr lang="es-CO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AB67A30-5350-749F-8180-8609B72EBC24}"/>
              </a:ext>
            </a:extLst>
          </p:cNvPr>
          <p:cNvSpPr/>
          <p:nvPr/>
        </p:nvSpPr>
        <p:spPr>
          <a:xfrm>
            <a:off x="1668379" y="1831638"/>
            <a:ext cx="2999874" cy="106629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accent4">
                    <a:lumMod val="50000"/>
                  </a:schemeClr>
                </a:solidFill>
              </a:rPr>
              <a:t>Ineficiencias de mercados (arbitraje)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594DE2F-7747-0537-65BE-CAE78A4DA93F}"/>
              </a:ext>
            </a:extLst>
          </p:cNvPr>
          <p:cNvSpPr/>
          <p:nvPr/>
        </p:nvSpPr>
        <p:spPr>
          <a:xfrm>
            <a:off x="8200106" y="4463185"/>
            <a:ext cx="2999874" cy="1066293"/>
          </a:xfrm>
          <a:prstGeom prst="rect">
            <a:avLst/>
          </a:prstGeom>
          <a:solidFill>
            <a:schemeClr val="accent2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accent5"/>
                </a:solidFill>
              </a:rPr>
              <a:t>Patrones de largo plazo /</a:t>
            </a:r>
            <a:r>
              <a:rPr lang="es-CO" dirty="0" err="1">
                <a:solidFill>
                  <a:schemeClr val="accent5"/>
                </a:solidFill>
              </a:rPr>
              <a:t>Economic</a:t>
            </a:r>
            <a:r>
              <a:rPr lang="es-CO" dirty="0">
                <a:solidFill>
                  <a:schemeClr val="accent5"/>
                </a:solidFill>
              </a:rPr>
              <a:t> </a:t>
            </a:r>
            <a:r>
              <a:rPr lang="es-CO" dirty="0" err="1">
                <a:solidFill>
                  <a:schemeClr val="accent5"/>
                </a:solidFill>
              </a:rPr>
              <a:t>forces</a:t>
            </a:r>
            <a:endParaRPr lang="es-CO" dirty="0">
              <a:solidFill>
                <a:schemeClr val="accent5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011E692-9790-3300-A063-D8928F78D9F5}"/>
              </a:ext>
            </a:extLst>
          </p:cNvPr>
          <p:cNvSpPr/>
          <p:nvPr/>
        </p:nvSpPr>
        <p:spPr>
          <a:xfrm>
            <a:off x="1668379" y="4502606"/>
            <a:ext cx="2999874" cy="106629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accent4">
                    <a:lumMod val="50000"/>
                  </a:schemeClr>
                </a:solidFill>
              </a:rPr>
              <a:t>Price </a:t>
            </a:r>
            <a:r>
              <a:rPr lang="es-CO" dirty="0" err="1">
                <a:solidFill>
                  <a:schemeClr val="accent4">
                    <a:lumMod val="50000"/>
                  </a:schemeClr>
                </a:solidFill>
              </a:rPr>
              <a:t>based</a:t>
            </a:r>
            <a:r>
              <a:rPr lang="es-CO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s-CO" dirty="0" err="1">
                <a:solidFill>
                  <a:schemeClr val="accent4">
                    <a:lumMod val="50000"/>
                  </a:schemeClr>
                </a:solidFill>
              </a:rPr>
              <a:t>patterns</a:t>
            </a:r>
            <a:r>
              <a:rPr lang="es-CO" dirty="0">
                <a:solidFill>
                  <a:schemeClr val="accent4">
                    <a:lumMod val="50000"/>
                  </a:schemeClr>
                </a:solidFill>
              </a:rPr>
              <a:t> / </a:t>
            </a:r>
            <a:r>
              <a:rPr lang="es-CO" dirty="0" err="1">
                <a:solidFill>
                  <a:schemeClr val="accent4">
                    <a:lumMod val="50000"/>
                  </a:schemeClr>
                </a:solidFill>
              </a:rPr>
              <a:t>Technical</a:t>
            </a:r>
            <a:r>
              <a:rPr lang="es-CO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s-CO" dirty="0" err="1">
                <a:solidFill>
                  <a:schemeClr val="accent4">
                    <a:lumMod val="50000"/>
                  </a:schemeClr>
                </a:solidFill>
              </a:rPr>
              <a:t>patterns</a:t>
            </a:r>
            <a:endParaRPr lang="es-CO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825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1A403-9D9A-4447-6A85-2261BE13F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5D1779-8359-02FB-47B7-C0E6457C2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278445"/>
            <a:ext cx="12191999" cy="1200034"/>
          </a:xfrm>
        </p:spPr>
        <p:txBody>
          <a:bodyPr/>
          <a:lstStyle/>
          <a:p>
            <a:r>
              <a:rPr lang="es-CO" noProof="0" dirty="0"/>
              <a:t>Antes de empezar la lección mas importante</a:t>
            </a:r>
          </a:p>
        </p:txBody>
      </p:sp>
    </p:spTree>
    <p:extLst>
      <p:ext uri="{BB962C8B-B14F-4D97-AF65-F5344CB8AC3E}">
        <p14:creationId xmlns:p14="http://schemas.microsoft.com/office/powerpoint/2010/main" val="2877911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8D155-49BD-E497-FCEB-2BE9F283C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54577C-AED9-9AF1-B96D-57A785783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>
            <a:normAutofit fontScale="90000"/>
          </a:bodyPr>
          <a:lstStyle/>
          <a:p>
            <a:r>
              <a:rPr lang="es-CO" b="1" dirty="0"/>
              <a:t>La parte mas difícil de las perdidas es recuperarlas</a:t>
            </a:r>
            <a:endParaRPr lang="es-CO" b="1" noProof="0" dirty="0"/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98062D91-E5F6-81FC-1FBE-6DBAEE44989A}"/>
              </a:ext>
            </a:extLst>
          </p:cNvPr>
          <p:cNvGraphicFramePr>
            <a:graphicFrameLocks/>
          </p:cNvGraphicFramePr>
          <p:nvPr/>
        </p:nvGraphicFramePr>
        <p:xfrm>
          <a:off x="515937" y="1613647"/>
          <a:ext cx="6282896" cy="45074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9BDF2E52-E2D0-B6E0-7716-64C3B5D63CC8}"/>
              </a:ext>
            </a:extLst>
          </p:cNvPr>
          <p:cNvGraphicFramePr>
            <a:graphicFrameLocks noGrp="1"/>
          </p:cNvGraphicFramePr>
          <p:nvPr/>
        </p:nvGraphicFramePr>
        <p:xfrm>
          <a:off x="7667925" y="1637706"/>
          <a:ext cx="2917600" cy="4268232"/>
        </p:xfrm>
        <a:graphic>
          <a:graphicData uri="http://schemas.openxmlformats.org/drawingml/2006/table">
            <a:tbl>
              <a:tblPr/>
              <a:tblGrid>
                <a:gridCol w="1458800">
                  <a:extLst>
                    <a:ext uri="{9D8B030D-6E8A-4147-A177-3AD203B41FA5}">
                      <a16:colId xmlns:a16="http://schemas.microsoft.com/office/drawing/2014/main" val="1231572289"/>
                    </a:ext>
                  </a:extLst>
                </a:gridCol>
                <a:gridCol w="1458800">
                  <a:extLst>
                    <a:ext uri="{9D8B030D-6E8A-4147-A177-3AD203B41FA5}">
                      <a16:colId xmlns:a16="http://schemas.microsoft.com/office/drawing/2014/main" val="3796528415"/>
                    </a:ext>
                  </a:extLst>
                </a:gridCol>
              </a:tblGrid>
              <a:tr h="17784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DD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% de recuperacion 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190667"/>
                  </a:ext>
                </a:extLst>
              </a:tr>
              <a:tr h="177843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540403"/>
                  </a:ext>
                </a:extLst>
              </a:tr>
              <a:tr h="177843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2.04%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802167"/>
                  </a:ext>
                </a:extLst>
              </a:tr>
              <a:tr h="177843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4.17%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345308"/>
                  </a:ext>
                </a:extLst>
              </a:tr>
              <a:tr h="177843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6.38%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588986"/>
                  </a:ext>
                </a:extLst>
              </a:tr>
              <a:tr h="177843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8.70%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380652"/>
                  </a:ext>
                </a:extLst>
              </a:tr>
              <a:tr h="177843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11.11%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9842"/>
                  </a:ext>
                </a:extLst>
              </a:tr>
              <a:tr h="177843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13.64%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494821"/>
                  </a:ext>
                </a:extLst>
              </a:tr>
              <a:tr h="177843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16.28%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607965"/>
                  </a:ext>
                </a:extLst>
              </a:tr>
              <a:tr h="177843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19.05%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753577"/>
                  </a:ext>
                </a:extLst>
              </a:tr>
              <a:tr h="177843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21.95%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577502"/>
                  </a:ext>
                </a:extLst>
              </a:tr>
              <a:tr h="177843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104078"/>
                  </a:ext>
                </a:extLst>
              </a:tr>
              <a:tr h="177843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28.21%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01689"/>
                  </a:ext>
                </a:extLst>
              </a:tr>
              <a:tr h="177843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31.58%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343176"/>
                  </a:ext>
                </a:extLst>
              </a:tr>
              <a:tr h="177843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35.14%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494149"/>
                  </a:ext>
                </a:extLst>
              </a:tr>
              <a:tr h="177843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38.89%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7822"/>
                  </a:ext>
                </a:extLst>
              </a:tr>
              <a:tr h="177843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42.86%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1758179"/>
                  </a:ext>
                </a:extLst>
              </a:tr>
              <a:tr h="177843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47.06%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108988"/>
                  </a:ext>
                </a:extLst>
              </a:tr>
              <a:tr h="177843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51.52%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528541"/>
                  </a:ext>
                </a:extLst>
              </a:tr>
              <a:tr h="177843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56.25%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6352797"/>
                  </a:ext>
                </a:extLst>
              </a:tr>
              <a:tr h="177843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61.29%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452982"/>
                  </a:ext>
                </a:extLst>
              </a:tr>
              <a:tr h="177843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66.67%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04014"/>
                  </a:ext>
                </a:extLst>
              </a:tr>
              <a:tr h="177843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72.41%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881915"/>
                  </a:ext>
                </a:extLst>
              </a:tr>
              <a:tr h="177843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78.57%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6478416"/>
                  </a:ext>
                </a:extLst>
              </a:tr>
            </a:tbl>
          </a:graphicData>
        </a:graphic>
      </p:graphicFrame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2906FF2C-CDD8-156B-A3FD-235A1E9F9C3F}"/>
              </a:ext>
            </a:extLst>
          </p:cNvPr>
          <p:cNvCxnSpPr>
            <a:cxnSpLocks/>
          </p:cNvCxnSpPr>
          <p:nvPr/>
        </p:nvCxnSpPr>
        <p:spPr>
          <a:xfrm>
            <a:off x="7667925" y="2913888"/>
            <a:ext cx="2917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errar llave 9">
            <a:extLst>
              <a:ext uri="{FF2B5EF4-FFF2-40B4-BE49-F238E27FC236}">
                <a16:creationId xmlns:a16="http://schemas.microsoft.com/office/drawing/2014/main" id="{75771C0B-182A-B78A-7AB4-7D5C79BA0419}"/>
              </a:ext>
            </a:extLst>
          </p:cNvPr>
          <p:cNvSpPr/>
          <p:nvPr/>
        </p:nvSpPr>
        <p:spPr>
          <a:xfrm>
            <a:off x="10692384" y="1865376"/>
            <a:ext cx="97536" cy="118262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6B065B9-F75E-855F-F022-C8B63F8392F9}"/>
              </a:ext>
            </a:extLst>
          </p:cNvPr>
          <p:cNvSpPr/>
          <p:nvPr/>
        </p:nvSpPr>
        <p:spPr>
          <a:xfrm>
            <a:off x="11082528" y="1999488"/>
            <a:ext cx="792480" cy="829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Casi que lineal</a:t>
            </a:r>
          </a:p>
        </p:txBody>
      </p:sp>
    </p:spTree>
    <p:extLst>
      <p:ext uri="{BB962C8B-B14F-4D97-AF65-F5344CB8AC3E}">
        <p14:creationId xmlns:p14="http://schemas.microsoft.com/office/powerpoint/2010/main" val="1987994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49883-7AAC-44FE-0223-DDF283932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noProof="0" dirty="0"/>
              <a:t>Algunas reglas para los que empiezan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66EDE7-D286-4EF3-9838-601400624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958321"/>
            <a:ext cx="11160124" cy="4118283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r>
              <a:rPr lang="es-CO" b="1" dirty="0"/>
              <a:t>Reglas:</a:t>
            </a:r>
          </a:p>
          <a:p>
            <a:pPr lvl="1"/>
            <a:r>
              <a:rPr lang="es-CO" dirty="0"/>
              <a:t>Aumentar el capital de riesgo si ha hecho dinero</a:t>
            </a:r>
          </a:p>
          <a:p>
            <a:pPr lvl="1"/>
            <a:r>
              <a:rPr lang="es-CO" dirty="0"/>
              <a:t>En cada </a:t>
            </a:r>
            <a:r>
              <a:rPr lang="es-CO" dirty="0" err="1"/>
              <a:t>trade</a:t>
            </a:r>
            <a:r>
              <a:rPr lang="es-CO" dirty="0"/>
              <a:t> ganador guardar el 50% de la ganancia, el resto dejarlo como capital de riesgo</a:t>
            </a:r>
          </a:p>
          <a:p>
            <a:pPr lvl="1"/>
            <a:r>
              <a:rPr lang="es-CO" dirty="0"/>
              <a:t>Entrar a posiciones con un </a:t>
            </a:r>
            <a:r>
              <a:rPr lang="es-CO" dirty="0" err="1"/>
              <a:t>risk</a:t>
            </a:r>
            <a:r>
              <a:rPr lang="es-CO" dirty="0"/>
              <a:t> </a:t>
            </a:r>
            <a:r>
              <a:rPr lang="es-CO" dirty="0" err="1"/>
              <a:t>reward</a:t>
            </a:r>
            <a:r>
              <a:rPr lang="es-CO" dirty="0"/>
              <a:t> de 1:3 que este fundamentado por el análisis fundamental y las medidas de extensión de los movimientos (se vera mas adelante)</a:t>
            </a:r>
          </a:p>
          <a:p>
            <a:pPr lvl="1"/>
            <a:r>
              <a:rPr lang="es-CO" dirty="0"/>
              <a:t>Solo arriesgar 2%-3% por </a:t>
            </a:r>
            <a:r>
              <a:rPr lang="es-CO" dirty="0" err="1"/>
              <a:t>trade</a:t>
            </a:r>
            <a:r>
              <a:rPr lang="es-CO" dirty="0"/>
              <a:t> del capital disponible</a:t>
            </a:r>
          </a:p>
          <a:p>
            <a:pPr marL="457200" lvl="1" indent="0">
              <a:buNone/>
            </a:pPr>
            <a:endParaRPr lang="es-CO" dirty="0"/>
          </a:p>
          <a:p>
            <a:pPr marL="457200" lvl="1" indent="0">
              <a:buNone/>
            </a:pPr>
            <a:r>
              <a:rPr lang="es-CO" b="1" dirty="0"/>
              <a:t>Acá la clave esta en el </a:t>
            </a:r>
            <a:r>
              <a:rPr lang="es-CO" b="1" dirty="0" err="1"/>
              <a:t>risk</a:t>
            </a:r>
            <a:r>
              <a:rPr lang="es-CO" b="1" dirty="0"/>
              <a:t> </a:t>
            </a:r>
            <a:r>
              <a:rPr lang="es-CO" b="1" dirty="0" err="1"/>
              <a:t>reward</a:t>
            </a:r>
            <a:r>
              <a:rPr lang="es-CO" b="1" dirty="0"/>
              <a:t>:</a:t>
            </a:r>
          </a:p>
          <a:p>
            <a:pPr lvl="1"/>
            <a:r>
              <a:rPr lang="es-CO" dirty="0"/>
              <a:t>Al tener un </a:t>
            </a:r>
            <a:r>
              <a:rPr lang="es-CO" dirty="0" err="1"/>
              <a:t>risk</a:t>
            </a:r>
            <a:r>
              <a:rPr lang="es-CO" dirty="0"/>
              <a:t> </a:t>
            </a:r>
            <a:r>
              <a:rPr lang="es-CO" dirty="0" err="1"/>
              <a:t>reward</a:t>
            </a:r>
            <a:r>
              <a:rPr lang="es-CO" dirty="0"/>
              <a:t> de 1:3 se puede equivocar el 77% de los tardes (1 </a:t>
            </a:r>
            <a:r>
              <a:rPr lang="es-CO" dirty="0" err="1"/>
              <a:t>trade</a:t>
            </a:r>
            <a:r>
              <a:rPr lang="es-CO" dirty="0"/>
              <a:t> bueno por cada 3)</a:t>
            </a:r>
          </a:p>
        </p:txBody>
      </p:sp>
    </p:spTree>
    <p:extLst>
      <p:ext uri="{BB962C8B-B14F-4D97-AF65-F5344CB8AC3E}">
        <p14:creationId xmlns:p14="http://schemas.microsoft.com/office/powerpoint/2010/main" val="2926810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64A18C-B90F-F7E9-CB1A-2E56210F2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noProof="0" dirty="0"/>
              <a:t>Análisis </a:t>
            </a:r>
            <a:r>
              <a:rPr lang="es-CO" noProof="0" dirty="0" err="1"/>
              <a:t>intermercado</a:t>
            </a:r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958853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A8C68A-7D8A-2012-8683-1F23C4B28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AAF7E5-02C0-DAE1-2503-CCE40E992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4AE9239-8ADC-A0DB-09FC-F8D12A932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8287"/>
            <a:ext cx="12192000" cy="599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3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659687B-5E49-9408-88CA-D077DEC4A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232" y="1220813"/>
            <a:ext cx="6228487" cy="3633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839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59094D-B8ED-332E-8E87-CA977467F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noProof="0" dirty="0"/>
              <a:t>Metodologías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CA3DE9-4788-BF2D-F2A5-54A270400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Relative strength</a:t>
            </a:r>
          </a:p>
          <a:p>
            <a:r>
              <a:rPr lang="en-US" dirty="0"/>
              <a:t>Bollinger bands</a:t>
            </a:r>
          </a:p>
          <a:p>
            <a:r>
              <a:rPr lang="en-US" dirty="0"/>
              <a:t>Disparity Index (MA deviation)</a:t>
            </a:r>
          </a:p>
          <a:p>
            <a:r>
              <a:rPr lang="en-US" dirty="0"/>
              <a:t>Z-score</a:t>
            </a:r>
          </a:p>
          <a:p>
            <a:r>
              <a:rPr lang="en-US" b="1" dirty="0"/>
              <a:t>Linear Regression Slope Index</a:t>
            </a:r>
          </a:p>
          <a:p>
            <a:r>
              <a:rPr lang="en-US" b="1" dirty="0"/>
              <a:t>Regression Divergency</a:t>
            </a:r>
          </a:p>
        </p:txBody>
      </p:sp>
    </p:spTree>
    <p:extLst>
      <p:ext uri="{BB962C8B-B14F-4D97-AF65-F5344CB8AC3E}">
        <p14:creationId xmlns:p14="http://schemas.microsoft.com/office/powerpoint/2010/main" val="2057803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0B537-1E68-A0E0-5909-B9AD85EC9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Relative Strength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AA16DF-0717-9245-F5B9-BD126CC46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726673"/>
            <a:ext cx="11160124" cy="3879812"/>
          </a:xfrm>
        </p:spPr>
        <p:txBody>
          <a:bodyPr/>
          <a:lstStyle/>
          <a:p>
            <a:r>
              <a:rPr lang="es-CO" noProof="0"/>
              <a:t>El relative </a:t>
            </a:r>
            <a:r>
              <a:rPr lang="es-CO" noProof="0" dirty="0" err="1"/>
              <a:t>strength</a:t>
            </a:r>
            <a:r>
              <a:rPr lang="es-CO" noProof="0" dirty="0"/>
              <a:t> se refiere a la fuerza relativa con entre activos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A056B51-ACDF-6256-A17A-FC738825C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73" y="2113213"/>
            <a:ext cx="11576532" cy="4744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42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0970B-A93E-9D02-7C3A-0517FC8CE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30AB7-A711-FAD1-95EC-2DC909124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Relative Strength formula: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6472D25F-7AFB-192E-6FD9-B0F1CE2FD9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0" dirty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 dirty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 dirty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 dirty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 dirty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5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5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chemeClr val="accent5"/>
                    </a:solidFill>
                  </a:rPr>
                  <a:t>Long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accent5"/>
                    </a:solidFill>
                  </a:rPr>
                  <a:t> if: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0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𝐸𝑊𝑀𝐴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i="1" dirty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 dirty="0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i="0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chemeClr val="accent5"/>
                    </a:solidFill>
                  </a:rPr>
                  <a:t>Short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US" i="1" dirty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b="0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0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𝐸𝑊𝑀𝐴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i="1" dirty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 dirty="0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i="0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6472D25F-7AFB-192E-6FD9-B0F1CE2FD9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9426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F99B2-85FF-6BCD-68DB-4AC671D0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Ejemplo</a:t>
            </a:r>
            <a:r>
              <a:rPr lang="en-US" dirty="0"/>
              <a:t> GXG – EWM (50)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1D6C876-B96D-990A-38A0-A4ACE87CF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120" y="1878155"/>
            <a:ext cx="9844469" cy="488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6084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12AA3-F261-B162-E18F-D2538E960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Bollinger bands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AB8D3F5-33BA-C8B9-8603-B8C970EC9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903" y="1958321"/>
            <a:ext cx="6147927" cy="81463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B3EA2C1-707B-7AF5-8FCE-C12F7B675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903" y="2885686"/>
            <a:ext cx="6147927" cy="9066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369B0DB-9F07-08E4-3E66-FB5DC699E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903" y="4530474"/>
            <a:ext cx="6204602" cy="1093531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6B45A184-CE65-6982-AAF9-EFDBDB61E7EE}"/>
              </a:ext>
            </a:extLst>
          </p:cNvPr>
          <p:cNvSpPr/>
          <p:nvPr/>
        </p:nvSpPr>
        <p:spPr>
          <a:xfrm>
            <a:off x="9249854" y="4652402"/>
            <a:ext cx="2426208" cy="849676"/>
          </a:xfrm>
          <a:prstGeom prst="rect">
            <a:avLst/>
          </a:prstGeom>
          <a:solidFill>
            <a:srgbClr val="5A5A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 </a:t>
            </a:r>
            <a:r>
              <a:rPr lang="en-US" dirty="0" err="1"/>
              <a:t>calcula</a:t>
            </a:r>
            <a:r>
              <a:rPr lang="en-US" dirty="0"/>
              <a:t> para ambas series!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D532D7D-BF57-DEDD-37F4-2909837707E0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8000505" y="5077240"/>
            <a:ext cx="12493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619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DB90A-E901-FCDF-E96D-DCFF54D3E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395BA5-E0EC-8CB0-A085-5B1933E80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Bollinger bands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C1A958B-FC79-CAC6-4B84-839A78B1A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006" y="3245598"/>
            <a:ext cx="8930748" cy="1362978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816FE39-2878-7574-BF81-0F5D4478055A}"/>
              </a:ext>
            </a:extLst>
          </p:cNvPr>
          <p:cNvSpPr/>
          <p:nvPr/>
        </p:nvSpPr>
        <p:spPr>
          <a:xfrm>
            <a:off x="7132320" y="3340608"/>
            <a:ext cx="2097024" cy="49987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68197F05-4AC9-4172-3536-D0BC858C66E1}"/>
              </a:ext>
            </a:extLst>
          </p:cNvPr>
          <p:cNvCxnSpPr/>
          <p:nvPr/>
        </p:nvCxnSpPr>
        <p:spPr>
          <a:xfrm flipV="1">
            <a:off x="5949696" y="2633472"/>
            <a:ext cx="780288" cy="707136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74B20A5-1597-B93B-844B-BDA2F0B65CA3}"/>
              </a:ext>
            </a:extLst>
          </p:cNvPr>
          <p:cNvSpPr/>
          <p:nvPr/>
        </p:nvSpPr>
        <p:spPr>
          <a:xfrm>
            <a:off x="6729984" y="1743456"/>
            <a:ext cx="1633728" cy="890016"/>
          </a:xfrm>
          <a:prstGeom prst="rect">
            <a:avLst/>
          </a:prstGeom>
          <a:solidFill>
            <a:srgbClr val="5A5A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Mercado intermarket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992CF1D-9A8B-F950-7915-7BD5B655C561}"/>
              </a:ext>
            </a:extLst>
          </p:cNvPr>
          <p:cNvSpPr/>
          <p:nvPr/>
        </p:nvSpPr>
        <p:spPr>
          <a:xfrm>
            <a:off x="9104026" y="1743456"/>
            <a:ext cx="1633728" cy="890016"/>
          </a:xfrm>
          <a:prstGeom prst="rect">
            <a:avLst/>
          </a:prstGeom>
          <a:solidFill>
            <a:srgbClr val="5A5A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Mercado </a:t>
            </a:r>
            <a:r>
              <a:rPr lang="en-US" dirty="0" err="1"/>
              <a:t>Objetivo</a:t>
            </a:r>
            <a:endParaRPr lang="en-US" dirty="0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8F0AB7C-5625-7604-1154-7D7662FE8A36}"/>
              </a:ext>
            </a:extLst>
          </p:cNvPr>
          <p:cNvCxnSpPr/>
          <p:nvPr/>
        </p:nvCxnSpPr>
        <p:spPr>
          <a:xfrm flipV="1">
            <a:off x="8180832" y="2633472"/>
            <a:ext cx="780288" cy="707136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064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EB6790-8192-4418-EEF5-8AB02A6EF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34274"/>
          </a:xfrm>
        </p:spPr>
        <p:txBody>
          <a:bodyPr/>
          <a:lstStyle/>
          <a:p>
            <a:r>
              <a:rPr lang="en-US" dirty="0" err="1"/>
              <a:t>Colcap</a:t>
            </a:r>
            <a:r>
              <a:rPr lang="en-US" dirty="0"/>
              <a:t> vs PF </a:t>
            </a:r>
            <a:r>
              <a:rPr lang="en-US" dirty="0" err="1"/>
              <a:t>Bancol</a:t>
            </a:r>
            <a:r>
              <a:rPr lang="en-US" dirty="0"/>
              <a:t> – EWMA(40)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6ED2E0-7285-B461-2256-0517F6F73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36EA28A-4C08-C787-D766-3D9A3C46C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87" y="1592561"/>
            <a:ext cx="11160123" cy="526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2934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ACC51-72B7-93B5-0DE5-7334591B3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2F11C6-F2F5-327D-4EDD-6A5B3B404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35C54CC-C656-A286-1EDC-93EDDF84D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05" y="758287"/>
            <a:ext cx="11388268" cy="5000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0336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D9A10-1130-C03E-6543-9C90AF0FF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Disparity Index (MA deviation)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516F40A-AFBB-78CE-21F1-147B16C86A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8633" y="2053249"/>
            <a:ext cx="5854247" cy="1450518"/>
          </a:xfrm>
        </p:spPr>
      </p:pic>
      <p:sp>
        <p:nvSpPr>
          <p:cNvPr id="6" name="Cerrar llave 5">
            <a:extLst>
              <a:ext uri="{FF2B5EF4-FFF2-40B4-BE49-F238E27FC236}">
                <a16:creationId xmlns:a16="http://schemas.microsoft.com/office/drawing/2014/main" id="{008ED62C-D3B1-F4C8-5433-CEBAD3373865}"/>
              </a:ext>
            </a:extLst>
          </p:cNvPr>
          <p:cNvSpPr/>
          <p:nvPr/>
        </p:nvSpPr>
        <p:spPr>
          <a:xfrm>
            <a:off x="8010144" y="1958322"/>
            <a:ext cx="182880" cy="154544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B6A59BB-C2B4-B7F7-2FAF-D90B712FDE00}"/>
              </a:ext>
            </a:extLst>
          </p:cNvPr>
          <p:cNvSpPr/>
          <p:nvPr/>
        </p:nvSpPr>
        <p:spPr>
          <a:xfrm>
            <a:off x="8473440" y="1621536"/>
            <a:ext cx="2426208" cy="1699351"/>
          </a:xfrm>
          <a:prstGeom prst="rect">
            <a:avLst/>
          </a:prstGeom>
          <a:solidFill>
            <a:srgbClr val="5A5A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 </a:t>
            </a:r>
            <a:r>
              <a:rPr lang="en-US" dirty="0" err="1"/>
              <a:t>calcula</a:t>
            </a:r>
            <a:r>
              <a:rPr lang="en-US" dirty="0"/>
              <a:t> para ambas series!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Es solo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cambio</a:t>
            </a:r>
            <a:r>
              <a:rPr lang="en-US" dirty="0"/>
              <a:t> </a:t>
            </a:r>
            <a:r>
              <a:rPr lang="en-US" dirty="0" err="1"/>
              <a:t>porcentual</a:t>
            </a:r>
            <a:r>
              <a:rPr lang="en-US" dirty="0"/>
              <a:t> respect al MA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D014EBC-69BC-19B2-DE37-72E484F92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562" y="4864478"/>
            <a:ext cx="7756734" cy="768686"/>
          </a:xfrm>
          <a:prstGeom prst="rect">
            <a:avLst/>
          </a:prstGeom>
        </p:spPr>
      </p:pic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6FD234C5-4D48-9C03-D777-6627EE2DB87C}"/>
              </a:ext>
            </a:extLst>
          </p:cNvPr>
          <p:cNvCxnSpPr/>
          <p:nvPr/>
        </p:nvCxnSpPr>
        <p:spPr>
          <a:xfrm flipV="1">
            <a:off x="6452966" y="4498848"/>
            <a:ext cx="780288" cy="707136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E300D99-A791-FD92-C70C-59759727DB36}"/>
              </a:ext>
            </a:extLst>
          </p:cNvPr>
          <p:cNvSpPr/>
          <p:nvPr/>
        </p:nvSpPr>
        <p:spPr>
          <a:xfrm>
            <a:off x="7233254" y="3608832"/>
            <a:ext cx="1633728" cy="890016"/>
          </a:xfrm>
          <a:prstGeom prst="rect">
            <a:avLst/>
          </a:prstGeom>
          <a:solidFill>
            <a:srgbClr val="5A5A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Mercado intermarket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DBC591F-8182-213A-F1DF-065967E4A9F3}"/>
              </a:ext>
            </a:extLst>
          </p:cNvPr>
          <p:cNvSpPr/>
          <p:nvPr/>
        </p:nvSpPr>
        <p:spPr>
          <a:xfrm>
            <a:off x="9607296" y="3608832"/>
            <a:ext cx="1633728" cy="890016"/>
          </a:xfrm>
          <a:prstGeom prst="rect">
            <a:avLst/>
          </a:prstGeom>
          <a:solidFill>
            <a:srgbClr val="5A5A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Mercado </a:t>
            </a:r>
            <a:r>
              <a:rPr lang="en-US" dirty="0" err="1"/>
              <a:t>Objetivo</a:t>
            </a:r>
            <a:endParaRPr lang="en-US" dirty="0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2BF71C29-23B9-9161-09AB-D561BF0FC836}"/>
              </a:ext>
            </a:extLst>
          </p:cNvPr>
          <p:cNvCxnSpPr/>
          <p:nvPr/>
        </p:nvCxnSpPr>
        <p:spPr>
          <a:xfrm flipV="1">
            <a:off x="8684102" y="4498848"/>
            <a:ext cx="780288" cy="707136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04A25D50-9969-6F28-7F97-084ED48C2245}"/>
              </a:ext>
            </a:extLst>
          </p:cNvPr>
          <p:cNvCxnSpPr>
            <a:cxnSpLocks/>
          </p:cNvCxnSpPr>
          <p:nvPr/>
        </p:nvCxnSpPr>
        <p:spPr>
          <a:xfrm flipH="1" flipV="1">
            <a:off x="5608320" y="4430359"/>
            <a:ext cx="195072" cy="775625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7B0D376-664D-6963-EFB8-4D632B138D54}"/>
              </a:ext>
            </a:extLst>
          </p:cNvPr>
          <p:cNvSpPr/>
          <p:nvPr/>
        </p:nvSpPr>
        <p:spPr>
          <a:xfrm>
            <a:off x="4523232" y="3540343"/>
            <a:ext cx="1633728" cy="890016"/>
          </a:xfrm>
          <a:prstGeom prst="rect">
            <a:avLst/>
          </a:prstGeom>
          <a:solidFill>
            <a:srgbClr val="5A5A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Signo de la </a:t>
            </a:r>
            <a:r>
              <a:rPr lang="en-US" dirty="0" err="1"/>
              <a:t>relacion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571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A904B-2B39-7442-35CD-A88ABE406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C0773B-BE84-3610-A9EF-AAD957EE3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5AD0D271-4D2C-B3B0-45CC-A31DC0643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7" y="758287"/>
            <a:ext cx="11084978" cy="522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749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7C269A-B087-204A-BE60-6D19A4EF9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DE5B00-1D89-F0F7-74F2-66020DB48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A71402BC-11CC-2348-F0F4-7DA728BD6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3" y="1441038"/>
            <a:ext cx="11684815" cy="5130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0806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9C183-735B-B870-E551-469E908CC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Z-score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38004D2-BD8C-89FA-0BF1-B4285EBC7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9159" y="1056117"/>
            <a:ext cx="4051801" cy="1187221"/>
          </a:xfr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0278C08-53DC-3B51-F7A0-8CBD306F4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900" y="4726640"/>
            <a:ext cx="7671949" cy="869487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CBBD3F49-C8BE-720F-92A2-2EAED49CD6C8}"/>
              </a:ext>
            </a:extLst>
          </p:cNvPr>
          <p:cNvSpPr/>
          <p:nvPr/>
        </p:nvSpPr>
        <p:spPr>
          <a:xfrm>
            <a:off x="8839200" y="1275569"/>
            <a:ext cx="2426208" cy="722338"/>
          </a:xfrm>
          <a:prstGeom prst="rect">
            <a:avLst/>
          </a:prstGeom>
          <a:solidFill>
            <a:srgbClr val="5A5A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noProof="0" dirty="0"/>
              <a:t>Se calcula para ambas series!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CF85DA80-12BE-282E-63A8-5EF060E5F2CF}"/>
              </a:ext>
            </a:extLst>
          </p:cNvPr>
          <p:cNvCxnSpPr>
            <a:stCxn id="5" idx="3"/>
            <a:endCxn id="10" idx="1"/>
          </p:cNvCxnSpPr>
          <p:nvPr/>
        </p:nvCxnSpPr>
        <p:spPr>
          <a:xfrm flipV="1">
            <a:off x="7680960" y="1636738"/>
            <a:ext cx="1158240" cy="12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ED5F05C-3048-D93A-337B-748FA74CA88F}"/>
              </a:ext>
            </a:extLst>
          </p:cNvPr>
          <p:cNvSpPr/>
          <p:nvPr/>
        </p:nvSpPr>
        <p:spPr>
          <a:xfrm>
            <a:off x="4084320" y="3255262"/>
            <a:ext cx="2426208" cy="964749"/>
          </a:xfrm>
          <a:prstGeom prst="rect">
            <a:avLst/>
          </a:prstGeom>
          <a:solidFill>
            <a:srgbClr val="5A5A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noProof="0" dirty="0"/>
              <a:t>Se hace una regresión de los Z Score (B)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A964DF6-2333-4D02-6C9A-36D344675DBE}"/>
              </a:ext>
            </a:extLst>
          </p:cNvPr>
          <p:cNvSpPr/>
          <p:nvPr/>
        </p:nvSpPr>
        <p:spPr>
          <a:xfrm>
            <a:off x="7379558" y="3540343"/>
            <a:ext cx="1633728" cy="890016"/>
          </a:xfrm>
          <a:prstGeom prst="rect">
            <a:avLst/>
          </a:prstGeom>
          <a:solidFill>
            <a:srgbClr val="5A5A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Mercado intermarket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21358B9-1F3E-5218-B8AC-F1F85F547BF0}"/>
              </a:ext>
            </a:extLst>
          </p:cNvPr>
          <p:cNvSpPr/>
          <p:nvPr/>
        </p:nvSpPr>
        <p:spPr>
          <a:xfrm>
            <a:off x="9607296" y="3608832"/>
            <a:ext cx="1633728" cy="890016"/>
          </a:xfrm>
          <a:prstGeom prst="rect">
            <a:avLst/>
          </a:prstGeom>
          <a:solidFill>
            <a:srgbClr val="5A5A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Mercado </a:t>
            </a:r>
            <a:r>
              <a:rPr lang="en-US" dirty="0" err="1"/>
              <a:t>Objetivo</a:t>
            </a:r>
            <a:endParaRPr lang="en-US" dirty="0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F5C545C5-2268-825F-A00A-2AF95A4A94A4}"/>
              </a:ext>
            </a:extLst>
          </p:cNvPr>
          <p:cNvCxnSpPr>
            <a:cxnSpLocks/>
          </p:cNvCxnSpPr>
          <p:nvPr/>
        </p:nvCxnSpPr>
        <p:spPr>
          <a:xfrm flipV="1">
            <a:off x="7546848" y="4373072"/>
            <a:ext cx="493317" cy="52811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0FDDD071-DA69-23E4-92E4-082B6839F4B6}"/>
              </a:ext>
            </a:extLst>
          </p:cNvPr>
          <p:cNvCxnSpPr/>
          <p:nvPr/>
        </p:nvCxnSpPr>
        <p:spPr>
          <a:xfrm flipV="1">
            <a:off x="9300705" y="4463079"/>
            <a:ext cx="780288" cy="707136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4A7DA327-13B6-C1F5-DD57-528EC5DB9114}"/>
              </a:ext>
            </a:extLst>
          </p:cNvPr>
          <p:cNvCxnSpPr>
            <a:cxnSpLocks/>
          </p:cNvCxnSpPr>
          <p:nvPr/>
        </p:nvCxnSpPr>
        <p:spPr>
          <a:xfrm flipH="1" flipV="1">
            <a:off x="5608320" y="4430359"/>
            <a:ext cx="195072" cy="775625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148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2D30E-561E-0DD0-EF08-729A4517F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4ACA94-005C-AB99-FD7E-1ED9349A3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122DE33D-84C2-84BA-4DC3-0FB25ECC5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825" y="892493"/>
            <a:ext cx="11017695" cy="5196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79593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E7090-D436-F8A3-15D1-E84F9A889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252264-E30C-89A2-E143-AC58F692A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326F2C70-1895-4D48-DC1D-17DD37CB8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73" y="1181100"/>
            <a:ext cx="11149718" cy="4895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10228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4D08A-1476-6A7B-472B-9857158B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Linear Regression Slope Index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75A3548-877F-C17B-0322-272A380434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164" y="1823258"/>
            <a:ext cx="8845700" cy="3157100"/>
          </a:xfrm>
        </p:spPr>
      </p:pic>
    </p:spTree>
    <p:extLst>
      <p:ext uri="{BB962C8B-B14F-4D97-AF65-F5344CB8AC3E}">
        <p14:creationId xmlns:p14="http://schemas.microsoft.com/office/powerpoint/2010/main" val="42882176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C3501B-ECF8-BD6F-264B-1AA68BE89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C9DB85-1F71-8814-DE43-A71A92B9C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C3AA17F-66D3-726A-2E66-0A4033525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66" y="758287"/>
            <a:ext cx="7858222" cy="5996081"/>
          </a:xfrm>
          <a:prstGeom prst="rect">
            <a:avLst/>
          </a:prstGeom>
        </p:spPr>
      </p:pic>
      <p:sp>
        <p:nvSpPr>
          <p:cNvPr id="6" name="Cerrar llave 5">
            <a:extLst>
              <a:ext uri="{FF2B5EF4-FFF2-40B4-BE49-F238E27FC236}">
                <a16:creationId xmlns:a16="http://schemas.microsoft.com/office/drawing/2014/main" id="{1172F1EA-8DF1-F7C7-5D04-EBC0B8CD9386}"/>
              </a:ext>
            </a:extLst>
          </p:cNvPr>
          <p:cNvSpPr/>
          <p:nvPr/>
        </p:nvSpPr>
        <p:spPr>
          <a:xfrm>
            <a:off x="8229600" y="758287"/>
            <a:ext cx="633984" cy="552059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8E15E77-CFD8-92A1-E791-A3491A82F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5821" y="1958321"/>
            <a:ext cx="3210373" cy="828791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12572F29-070A-386F-788A-280075015827}"/>
              </a:ext>
            </a:extLst>
          </p:cNvPr>
          <p:cNvSpPr/>
          <p:nvPr/>
        </p:nvSpPr>
        <p:spPr>
          <a:xfrm>
            <a:off x="8863584" y="3023616"/>
            <a:ext cx="3092610" cy="254812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O" noProof="0" dirty="0">
              <a:solidFill>
                <a:schemeClr val="accent5"/>
              </a:solidFill>
            </a:endParaRPr>
          </a:p>
          <a:p>
            <a:pPr marL="342900" indent="-342900">
              <a:buAutoNum type="arabicPeriod"/>
            </a:pPr>
            <a:r>
              <a:rPr lang="es-CO" dirty="0">
                <a:solidFill>
                  <a:schemeClr val="accent5"/>
                </a:solidFill>
              </a:rPr>
              <a:t>Calcular la pendiente</a:t>
            </a:r>
          </a:p>
          <a:p>
            <a:pPr marL="342900" indent="-342900">
              <a:buAutoNum type="arabicPeriod"/>
            </a:pPr>
            <a:r>
              <a:rPr lang="es-CO" noProof="0" dirty="0">
                <a:solidFill>
                  <a:schemeClr val="accent5"/>
                </a:solidFill>
              </a:rPr>
              <a:t>La pendiente en cambios porcentuales (</a:t>
            </a:r>
            <a:r>
              <a:rPr lang="es-CO" noProof="0" dirty="0" err="1">
                <a:solidFill>
                  <a:schemeClr val="accent5"/>
                </a:solidFill>
              </a:rPr>
              <a:t>ojol</a:t>
            </a:r>
            <a:r>
              <a:rPr lang="es-CO" noProof="0" dirty="0">
                <a:solidFill>
                  <a:schemeClr val="accent5"/>
                </a:solidFill>
              </a:rPr>
              <a:t> al P(t-n))</a:t>
            </a:r>
          </a:p>
          <a:p>
            <a:pPr marL="342900" indent="-342900">
              <a:buAutoNum type="arabicPeriod"/>
            </a:pPr>
            <a:r>
              <a:rPr lang="es-CO" dirty="0">
                <a:solidFill>
                  <a:schemeClr val="accent5"/>
                </a:solidFill>
              </a:rPr>
              <a:t>Ajustarlo al movimiento de cada activo, de acuerdo al promedio móvil y la volatilidad</a:t>
            </a:r>
            <a:endParaRPr lang="es-CO" noProof="0" dirty="0">
              <a:solidFill>
                <a:schemeClr val="accent5"/>
              </a:solidFill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66290E6-9FE8-8E0E-CDF6-204793618F85}"/>
              </a:ext>
            </a:extLst>
          </p:cNvPr>
          <p:cNvCxnSpPr>
            <a:cxnSpLocks/>
          </p:cNvCxnSpPr>
          <p:nvPr/>
        </p:nvCxnSpPr>
        <p:spPr>
          <a:xfrm>
            <a:off x="9851136" y="1132740"/>
            <a:ext cx="0" cy="70936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D849A48-0CFA-22A3-DAE0-B9C52CB590F0}"/>
              </a:ext>
            </a:extLst>
          </p:cNvPr>
          <p:cNvSpPr/>
          <p:nvPr/>
        </p:nvSpPr>
        <p:spPr>
          <a:xfrm>
            <a:off x="8745821" y="707136"/>
            <a:ext cx="2812479" cy="71932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noProof="0"/>
              <a:t>D2 es el signo de la </a:t>
            </a:r>
            <a:r>
              <a:rPr lang="es-CO" noProof="0" dirty="0" err="1"/>
              <a:t>relacion</a:t>
            </a:r>
            <a:r>
              <a:rPr lang="es-CO" noProof="0" dirty="0"/>
              <a:t> +1 positive/-1 negative</a:t>
            </a:r>
          </a:p>
        </p:txBody>
      </p:sp>
    </p:spTree>
    <p:extLst>
      <p:ext uri="{BB962C8B-B14F-4D97-AF65-F5344CB8AC3E}">
        <p14:creationId xmlns:p14="http://schemas.microsoft.com/office/powerpoint/2010/main" val="26596723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AD8BCF-199E-8605-4830-CC91B4DE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Regression Divergency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14B12E1-CF43-B5F8-F994-0B007070E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366" y="2092433"/>
            <a:ext cx="8602275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5358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6D8D1D-7D54-F902-DB96-845477C04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399A34-7357-122A-CC58-4939229F4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CB84585-AA32-94D6-3F0B-537F905E7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32" y="554321"/>
            <a:ext cx="8850851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4695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322B3-ADD8-FD45-262D-598B66FFC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0C2045-CA92-07E7-A558-0F5795E42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5688C077-636E-D45C-048F-139D27647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7" y="895350"/>
            <a:ext cx="7962900" cy="506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0797D13B-0B3E-1C26-EE95-05FD22D8C814}"/>
              </a:ext>
            </a:extLst>
          </p:cNvPr>
          <p:cNvCxnSpPr/>
          <p:nvPr/>
        </p:nvCxnSpPr>
        <p:spPr>
          <a:xfrm>
            <a:off x="7485888" y="1463040"/>
            <a:ext cx="0" cy="926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F0A7EDDF-7E3A-A257-44F8-E9BF83814F21}"/>
              </a:ext>
            </a:extLst>
          </p:cNvPr>
          <p:cNvCxnSpPr/>
          <p:nvPr/>
        </p:nvCxnSpPr>
        <p:spPr>
          <a:xfrm flipV="1">
            <a:off x="3474720" y="3218688"/>
            <a:ext cx="0" cy="1792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2576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D1F48A31-68A5-50B2-7EF1-924338910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919163"/>
            <a:ext cx="8686800" cy="501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62937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E6B63-FB5C-C6CD-E79F-0A6F79A66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CFA2EF-6E4B-10AD-EC45-ADE318EB7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3A210A15-D1E1-8D65-8327-E55AAA58B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550" y="0"/>
            <a:ext cx="69469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63556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6990E-F127-FC75-C1D8-519A09134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noProof="0" dirty="0"/>
              <a:t>No nos compliquemos! Usemos a Murray </a:t>
            </a:r>
            <a:r>
              <a:rPr lang="es-CO" noProof="0" dirty="0" err="1"/>
              <a:t>Ruggiero</a:t>
            </a:r>
            <a:endParaRPr lang="es-CO" noProof="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3227579-F5EB-F826-CB03-0EA8CFD238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6839" y="1958321"/>
            <a:ext cx="6363456" cy="3713264"/>
          </a:xfrm>
        </p:spPr>
      </p:pic>
    </p:spTree>
    <p:extLst>
      <p:ext uri="{BB962C8B-B14F-4D97-AF65-F5344CB8AC3E}">
        <p14:creationId xmlns:p14="http://schemas.microsoft.com/office/powerpoint/2010/main" val="1001091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64E6AF-C13C-C91E-4545-C008BA0B2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Ewma_colcap</a:t>
            </a:r>
            <a:r>
              <a:rPr lang="en-US" dirty="0"/>
              <a:t>(10) y </a:t>
            </a:r>
            <a:r>
              <a:rPr lang="en-US" dirty="0" err="1"/>
              <a:t>EWMA_pfbanco</a:t>
            </a:r>
            <a:r>
              <a:rPr lang="en-US" dirty="0"/>
              <a:t>(40)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77A2EE-2C48-2CF1-E607-750D435EB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8" name="Picture 4">
            <a:extLst>
              <a:ext uri="{FF2B5EF4-FFF2-40B4-BE49-F238E27FC236}">
                <a16:creationId xmlns:a16="http://schemas.microsoft.com/office/drawing/2014/main" id="{95B6031A-25C8-5E6F-3E7B-EEBD3C357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777" y="2196792"/>
            <a:ext cx="10239375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52216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AF77D2-C21B-B9F1-731E-D5DDEFF38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Ewma_colcap</a:t>
            </a:r>
            <a:r>
              <a:rPr lang="en-US" dirty="0"/>
              <a:t>(10) y </a:t>
            </a:r>
            <a:r>
              <a:rPr lang="en-US" dirty="0" err="1"/>
              <a:t>EWMA_pfbanco</a:t>
            </a:r>
            <a:r>
              <a:rPr lang="en-US" dirty="0"/>
              <a:t>(40)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C11F59-8C34-4EC8-E13C-AF3D85C74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71CF1126-F991-881A-C42E-4A0DED1B7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9" y="1565955"/>
            <a:ext cx="10678287" cy="5294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4557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E958B5-6D6C-80FE-F96F-6FBDC850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noProof="0" dirty="0"/>
              <a:t>Filtros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096387-3363-FC9B-5417-EEDAF2660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noProof="0" dirty="0"/>
              <a:t>Transformaciones de los indicadores</a:t>
            </a:r>
          </a:p>
          <a:p>
            <a:r>
              <a:rPr lang="es-CO" noProof="0" dirty="0"/>
              <a:t>Correlación</a:t>
            </a:r>
          </a:p>
        </p:txBody>
      </p:sp>
    </p:spTree>
    <p:extLst>
      <p:ext uri="{BB962C8B-B14F-4D97-AF65-F5344CB8AC3E}">
        <p14:creationId xmlns:p14="http://schemas.microsoft.com/office/powerpoint/2010/main" val="30789643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F66209-2FF4-20FB-BC1D-F377CBEC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Ewma_colcap</a:t>
            </a:r>
            <a:r>
              <a:rPr lang="en-US" dirty="0"/>
              <a:t>(10) y </a:t>
            </a:r>
            <a:r>
              <a:rPr lang="en-US" dirty="0" err="1"/>
              <a:t>EWMA_pfbanco</a:t>
            </a:r>
            <a:r>
              <a:rPr lang="en-US" dirty="0"/>
              <a:t>(40)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7D8501-BD48-A0C1-CA75-864C62533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9D0C310B-155A-C60C-989F-069FA25AF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1728779"/>
            <a:ext cx="10154031" cy="503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8992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EAAA4-00E2-5034-99E7-312FE17C8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F1D16-838F-31A1-531A-D13FC157B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EWMA_colcap</a:t>
            </a:r>
            <a:r>
              <a:rPr lang="en-US" dirty="0"/>
              <a:t>(20) y </a:t>
            </a:r>
            <a:r>
              <a:rPr lang="en-US" dirty="0" err="1"/>
              <a:t>EWMA_pfbcol</a:t>
            </a:r>
            <a:r>
              <a:rPr lang="en-US" dirty="0"/>
              <a:t>(40)_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AB2898-FBD3-34CB-87F8-17F91E750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F5CFCB7B-0D1B-9C53-B3C2-4F20A9578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729" y="1710337"/>
            <a:ext cx="10117455" cy="5016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78370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9A6B7A-4136-C9A7-D0D3-6C0A5D6DA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noProof="0"/>
              <a:t>Estacionalidad</a:t>
            </a:r>
          </a:p>
        </p:txBody>
      </p:sp>
    </p:spTree>
    <p:extLst>
      <p:ext uri="{BB962C8B-B14F-4D97-AF65-F5344CB8AC3E}">
        <p14:creationId xmlns:p14="http://schemas.microsoft.com/office/powerpoint/2010/main" val="20730388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CC7F7E-BEE3-3790-F530-858941A9E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973694"/>
          </a:xfrm>
        </p:spPr>
        <p:txBody>
          <a:bodyPr/>
          <a:lstStyle/>
          <a:p>
            <a:r>
              <a:rPr lang="es-CO" b="1" noProof="0" dirty="0">
                <a:solidFill>
                  <a:srgbClr val="5A5A5A"/>
                </a:solidFill>
              </a:rPr>
              <a:t>Fuerzas detrás de los patrones estacionales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F2BF74-8050-D504-3DD7-4BC6A281F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958321"/>
            <a:ext cx="11160124" cy="1720794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CO" noProof="0" dirty="0"/>
              <a:t>Patrones basados en eventos durante fechas fijas (noticias)</a:t>
            </a:r>
          </a:p>
          <a:p>
            <a:pPr marL="514350" indent="-514350">
              <a:buFont typeface="+mj-lt"/>
              <a:buAutoNum type="arabicPeriod"/>
            </a:pPr>
            <a:r>
              <a:rPr lang="es-CO" noProof="0" dirty="0"/>
              <a:t>Fechas relacionadas con eventos que suceden como similar frecuencia (cultivos)</a:t>
            </a:r>
          </a:p>
          <a:p>
            <a:pPr marL="514350" indent="-514350">
              <a:buFont typeface="+mj-lt"/>
              <a:buAutoNum type="arabicPeriod"/>
            </a:pPr>
            <a:r>
              <a:rPr lang="es-CO" noProof="0" dirty="0"/>
              <a:t>Factores psicológicos humanos</a:t>
            </a:r>
            <a:r>
              <a:rPr lang="es-CO" dirty="0"/>
              <a:t> (los viernes y el miedo a que pase algo raro)</a:t>
            </a:r>
            <a:endParaRPr lang="es-CO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4A6F00-4FC3-808E-5D99-373BC4E732EA}"/>
              </a:ext>
            </a:extLst>
          </p:cNvPr>
          <p:cNvSpPr/>
          <p:nvPr/>
        </p:nvSpPr>
        <p:spPr>
          <a:xfrm>
            <a:off x="2463501" y="3969571"/>
            <a:ext cx="1926047" cy="104349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Day of week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C391EDA-F338-04D6-713C-714A9B039175}"/>
              </a:ext>
            </a:extLst>
          </p:cNvPr>
          <p:cNvSpPr/>
          <p:nvPr/>
        </p:nvSpPr>
        <p:spPr>
          <a:xfrm>
            <a:off x="4690333" y="3969571"/>
            <a:ext cx="1926047" cy="104349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Day of month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5C1233B-FF3E-772D-F697-E22D41C26CB5}"/>
              </a:ext>
            </a:extLst>
          </p:cNvPr>
          <p:cNvSpPr/>
          <p:nvPr/>
        </p:nvSpPr>
        <p:spPr>
          <a:xfrm>
            <a:off x="6884893" y="3969571"/>
            <a:ext cx="1926047" cy="104349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Day of year</a:t>
            </a:r>
          </a:p>
        </p:txBody>
      </p:sp>
    </p:spTree>
    <p:extLst>
      <p:ext uri="{BB962C8B-B14F-4D97-AF65-F5344CB8AC3E}">
        <p14:creationId xmlns:p14="http://schemas.microsoft.com/office/powerpoint/2010/main" val="33181145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08E437-CE75-8071-D761-C1C8470E7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952179"/>
          </a:xfrm>
        </p:spPr>
        <p:txBody>
          <a:bodyPr/>
          <a:lstStyle/>
          <a:p>
            <a:r>
              <a:rPr lang="es-CO" b="1" noProof="0" dirty="0">
                <a:solidFill>
                  <a:srgbClr val="5A5A5A"/>
                </a:solidFill>
              </a:rPr>
              <a:t>Como calcular los efectos estacionales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A67227-9D98-6822-ABEE-E028A5460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701" y="1710467"/>
            <a:ext cx="11041362" cy="4366138"/>
          </a:xfrm>
        </p:spPr>
        <p:txBody>
          <a:bodyPr/>
          <a:lstStyle/>
          <a:p>
            <a:r>
              <a:rPr lang="es-CO" noProof="0" dirty="0"/>
              <a:t>Se puede usar el cambio:</a:t>
            </a:r>
          </a:p>
          <a:p>
            <a:pPr lvl="1"/>
            <a:r>
              <a:rPr lang="es-CO" noProof="0" dirty="0"/>
              <a:t>Open-</a:t>
            </a:r>
            <a:r>
              <a:rPr lang="es-CO" noProof="0" dirty="0" err="1"/>
              <a:t>close</a:t>
            </a:r>
            <a:r>
              <a:rPr lang="es-CO" noProof="0" dirty="0"/>
              <a:t> para </a:t>
            </a:r>
            <a:r>
              <a:rPr lang="es-CO" noProof="0" dirty="0" err="1"/>
              <a:t>day</a:t>
            </a:r>
            <a:r>
              <a:rPr lang="es-CO" noProof="0" dirty="0"/>
              <a:t> </a:t>
            </a:r>
            <a:r>
              <a:rPr lang="es-CO" noProof="0" dirty="0" err="1"/>
              <a:t>of</a:t>
            </a:r>
            <a:r>
              <a:rPr lang="es-CO" noProof="0" dirty="0"/>
              <a:t> </a:t>
            </a:r>
            <a:r>
              <a:rPr lang="es-CO" noProof="0" dirty="0" err="1"/>
              <a:t>week</a:t>
            </a:r>
            <a:endParaRPr lang="es-CO" noProof="0" dirty="0"/>
          </a:p>
          <a:p>
            <a:pPr lvl="1"/>
            <a:r>
              <a:rPr lang="es-CO" noProof="0" dirty="0" err="1"/>
              <a:t>Close</a:t>
            </a:r>
            <a:r>
              <a:rPr lang="es-CO" noProof="0" dirty="0"/>
              <a:t> </a:t>
            </a:r>
            <a:r>
              <a:rPr lang="es-CO" noProof="0" dirty="0" err="1"/>
              <a:t>to</a:t>
            </a:r>
            <a:r>
              <a:rPr lang="es-CO" noProof="0" dirty="0"/>
              <a:t> </a:t>
            </a:r>
            <a:r>
              <a:rPr lang="es-CO" noProof="0" dirty="0" err="1"/>
              <a:t>close</a:t>
            </a:r>
            <a:r>
              <a:rPr lang="es-CO" noProof="0" dirty="0"/>
              <a:t> funciona bien en </a:t>
            </a:r>
            <a:r>
              <a:rPr lang="es-CO" noProof="0" dirty="0" err="1"/>
              <a:t>day</a:t>
            </a:r>
            <a:r>
              <a:rPr lang="es-CO" noProof="0" dirty="0"/>
              <a:t> </a:t>
            </a:r>
            <a:r>
              <a:rPr lang="es-CO" noProof="0" dirty="0" err="1"/>
              <a:t>of</a:t>
            </a:r>
            <a:r>
              <a:rPr lang="es-CO" noProof="0" dirty="0"/>
              <a:t> </a:t>
            </a:r>
            <a:r>
              <a:rPr lang="es-CO" noProof="0" dirty="0" err="1"/>
              <a:t>month</a:t>
            </a:r>
            <a:r>
              <a:rPr lang="es-CO" noProof="0" dirty="0"/>
              <a:t> y </a:t>
            </a:r>
            <a:r>
              <a:rPr lang="es-CO" noProof="0" dirty="0" err="1"/>
              <a:t>day</a:t>
            </a:r>
            <a:r>
              <a:rPr lang="es-CO" noProof="0" dirty="0"/>
              <a:t> </a:t>
            </a:r>
            <a:r>
              <a:rPr lang="es-CO" noProof="0" dirty="0" err="1"/>
              <a:t>of</a:t>
            </a:r>
            <a:r>
              <a:rPr lang="es-CO" noProof="0" dirty="0"/>
              <a:t> </a:t>
            </a:r>
            <a:r>
              <a:rPr lang="es-CO" noProof="0" dirty="0" err="1"/>
              <a:t>year</a:t>
            </a:r>
            <a:endParaRPr lang="es-CO" noProof="0" dirty="0"/>
          </a:p>
          <a:p>
            <a:pPr lvl="1"/>
            <a:endParaRPr lang="es-CO" noProof="0" dirty="0"/>
          </a:p>
          <a:p>
            <a:r>
              <a:rPr lang="es-CO" noProof="0" dirty="0"/>
              <a:t>Análisis de datos </a:t>
            </a:r>
            <a:r>
              <a:rPr lang="es-CO" noProof="0" dirty="0" err="1"/>
              <a:t>desestacionalidos</a:t>
            </a:r>
            <a:r>
              <a:rPr lang="es-CO" noProof="0" dirty="0"/>
              <a:t>: </a:t>
            </a:r>
          </a:p>
          <a:p>
            <a:pPr lvl="1"/>
            <a:r>
              <a:rPr lang="es-CO" noProof="0" dirty="0" err="1"/>
              <a:t>Detrend</a:t>
            </a:r>
            <a:r>
              <a:rPr lang="es-CO" noProof="0" dirty="0"/>
              <a:t> </a:t>
            </a:r>
            <a:r>
              <a:rPr lang="es-CO" noProof="0" dirty="0" err="1"/>
              <a:t>from</a:t>
            </a:r>
            <a:r>
              <a:rPr lang="es-CO" noProof="0" dirty="0"/>
              <a:t> a </a:t>
            </a:r>
            <a:r>
              <a:rPr lang="es-CO" noProof="0" dirty="0" err="1"/>
              <a:t>long</a:t>
            </a:r>
            <a:r>
              <a:rPr lang="es-CO" noProof="0" dirty="0"/>
              <a:t> </a:t>
            </a:r>
            <a:r>
              <a:rPr lang="es-CO" noProof="0" dirty="0" err="1"/>
              <a:t>term</a:t>
            </a:r>
            <a:r>
              <a:rPr lang="es-CO" noProof="0" dirty="0"/>
              <a:t> MA</a:t>
            </a:r>
          </a:p>
          <a:p>
            <a:pPr lvl="1"/>
            <a:r>
              <a:rPr lang="es-CO" noProof="0" dirty="0"/>
              <a:t>Estandarizar por </a:t>
            </a:r>
            <a:r>
              <a:rPr lang="es-CO" noProof="0" dirty="0" err="1"/>
              <a:t>year</a:t>
            </a:r>
            <a:endParaRPr lang="es-CO" noProof="0" dirty="0"/>
          </a:p>
          <a:p>
            <a:pPr lvl="1"/>
            <a:r>
              <a:rPr lang="es-CO" noProof="0" dirty="0" err="1"/>
              <a:t>Out</a:t>
            </a:r>
            <a:r>
              <a:rPr lang="es-CO" noProof="0" dirty="0"/>
              <a:t> </a:t>
            </a:r>
            <a:r>
              <a:rPr lang="es-CO" noProof="0" dirty="0" err="1"/>
              <a:t>sample</a:t>
            </a:r>
            <a:r>
              <a:rPr lang="es-CO" noProof="0" dirty="0"/>
              <a:t> test</a:t>
            </a:r>
          </a:p>
          <a:p>
            <a:pPr lvl="1"/>
            <a:r>
              <a:rPr lang="es-CO" noProof="0" dirty="0" err="1"/>
              <a:t>Metodos</a:t>
            </a:r>
            <a:r>
              <a:rPr lang="es-CO" noProof="0" dirty="0"/>
              <a:t> avanzados (Fourier, MESA)</a:t>
            </a:r>
          </a:p>
        </p:txBody>
      </p:sp>
    </p:spTree>
    <p:extLst>
      <p:ext uri="{BB962C8B-B14F-4D97-AF65-F5344CB8AC3E}">
        <p14:creationId xmlns:p14="http://schemas.microsoft.com/office/powerpoint/2010/main" val="33057506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4251F-5BA4-8B8C-F917-0F17D93FE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973694"/>
          </a:xfrm>
        </p:spPr>
        <p:txBody>
          <a:bodyPr/>
          <a:lstStyle/>
          <a:p>
            <a:r>
              <a:rPr lang="es-CO" b="1" noProof="0" dirty="0">
                <a:solidFill>
                  <a:srgbClr val="5A5A5A"/>
                </a:solidFill>
              </a:rPr>
              <a:t>Dia de la semana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A6C66A-C6F7-987E-D534-15EA46105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968649"/>
            <a:ext cx="11160124" cy="4107955"/>
          </a:xfrm>
        </p:spPr>
        <p:txBody>
          <a:bodyPr/>
          <a:lstStyle/>
          <a:p>
            <a:r>
              <a:rPr lang="es-CO" noProof="0" dirty="0"/>
              <a:t>Cambios del open </a:t>
            </a:r>
            <a:r>
              <a:rPr lang="es-CO" noProof="0" dirty="0" err="1"/>
              <a:t>to</a:t>
            </a:r>
            <a:r>
              <a:rPr lang="es-CO" noProof="0" dirty="0"/>
              <a:t> </a:t>
            </a:r>
            <a:r>
              <a:rPr lang="es-CO" noProof="0" dirty="0" err="1"/>
              <a:t>close</a:t>
            </a:r>
            <a:r>
              <a:rPr lang="es-CO" noProof="0" dirty="0"/>
              <a:t> de cada </a:t>
            </a:r>
            <a:r>
              <a:rPr lang="es-CO" noProof="0" dirty="0" err="1"/>
              <a:t>dia</a:t>
            </a:r>
            <a:r>
              <a:rPr lang="es-CO" noProof="0" dirty="0"/>
              <a:t> o </a:t>
            </a:r>
            <a:r>
              <a:rPr lang="es-CO" noProof="0" dirty="0" err="1"/>
              <a:t>close</a:t>
            </a:r>
            <a:r>
              <a:rPr lang="es-CO" noProof="0" dirty="0"/>
              <a:t> </a:t>
            </a:r>
            <a:r>
              <a:rPr lang="es-CO" noProof="0" dirty="0" err="1"/>
              <a:t>to</a:t>
            </a:r>
            <a:r>
              <a:rPr lang="es-CO" noProof="0" dirty="0"/>
              <a:t> </a:t>
            </a:r>
            <a:r>
              <a:rPr lang="es-CO" noProof="0" dirty="0" err="1"/>
              <a:t>close</a:t>
            </a:r>
            <a:r>
              <a:rPr lang="es-CO" noProof="0" dirty="0"/>
              <a:t> </a:t>
            </a:r>
          </a:p>
          <a:p>
            <a:r>
              <a:rPr lang="es-CO" noProof="0" dirty="0"/>
              <a:t>Ver como se han comportado históricamente en su </a:t>
            </a:r>
            <a:r>
              <a:rPr lang="es-CO" noProof="0" dirty="0" err="1"/>
              <a:t>win</a:t>
            </a:r>
            <a:r>
              <a:rPr lang="es-CO" noProof="0" dirty="0"/>
              <a:t> </a:t>
            </a:r>
            <a:r>
              <a:rPr lang="es-CO" noProof="0" dirty="0" err="1"/>
              <a:t>rate</a:t>
            </a:r>
            <a:r>
              <a:rPr lang="es-CO" noProof="0" dirty="0"/>
              <a:t> y su cambio (puede ser porcentual o en dinero)</a:t>
            </a:r>
          </a:p>
          <a:p>
            <a:pPr marL="0" indent="0">
              <a:buNone/>
            </a:pPr>
            <a:r>
              <a:rPr lang="es-CO" noProof="0" dirty="0"/>
              <a:t>Otras alternativas:</a:t>
            </a:r>
          </a:p>
          <a:p>
            <a:pPr lvl="1"/>
            <a:r>
              <a:rPr lang="es-CO" noProof="0" dirty="0"/>
              <a:t>Comparar un día de la semana por mes (ejemplo los lunes de diciembre)</a:t>
            </a:r>
          </a:p>
          <a:p>
            <a:pPr lvl="1"/>
            <a:r>
              <a:rPr lang="es-CO" noProof="0" dirty="0"/>
              <a:t>Mapear cuando el </a:t>
            </a:r>
            <a:r>
              <a:rPr lang="es-CO" noProof="0" dirty="0" err="1"/>
              <a:t>high</a:t>
            </a:r>
            <a:r>
              <a:rPr lang="es-CO" noProof="0" dirty="0"/>
              <a:t> y el </a:t>
            </a:r>
            <a:r>
              <a:rPr lang="es-CO" noProof="0" dirty="0" err="1"/>
              <a:t>low</a:t>
            </a:r>
            <a:r>
              <a:rPr lang="es-CO" noProof="0" dirty="0"/>
              <a:t> de la semana se da </a:t>
            </a:r>
          </a:p>
          <a:p>
            <a:pPr lvl="1"/>
            <a:r>
              <a:rPr lang="es-CO" noProof="0" dirty="0"/>
              <a:t>Comparar </a:t>
            </a:r>
            <a:r>
              <a:rPr lang="es-CO" noProof="0" dirty="0" err="1"/>
              <a:t>week</a:t>
            </a:r>
            <a:r>
              <a:rPr lang="es-CO" noProof="0" dirty="0"/>
              <a:t> </a:t>
            </a:r>
            <a:r>
              <a:rPr lang="es-CO" noProof="0" dirty="0" err="1"/>
              <a:t>of</a:t>
            </a:r>
            <a:r>
              <a:rPr lang="es-CO" noProof="0" dirty="0"/>
              <a:t> </a:t>
            </a:r>
            <a:r>
              <a:rPr lang="es-CO" noProof="0" dirty="0" err="1"/>
              <a:t>year</a:t>
            </a:r>
            <a:endParaRPr lang="es-CO" noProof="0" dirty="0"/>
          </a:p>
          <a:p>
            <a:pPr lvl="1"/>
            <a:r>
              <a:rPr lang="es-CO" noProof="0" dirty="0" err="1"/>
              <a:t>Conditional</a:t>
            </a:r>
            <a:r>
              <a:rPr lang="es-CO" noProof="0" dirty="0"/>
              <a:t> </a:t>
            </a:r>
            <a:r>
              <a:rPr lang="es-CO" noProof="0" dirty="0" err="1"/>
              <a:t>day</a:t>
            </a:r>
            <a:r>
              <a:rPr lang="es-CO" noProof="0" dirty="0"/>
              <a:t> </a:t>
            </a:r>
            <a:r>
              <a:rPr lang="es-CO" noProof="0" dirty="0" err="1"/>
              <a:t>of</a:t>
            </a:r>
            <a:r>
              <a:rPr lang="es-CO" noProof="0" dirty="0"/>
              <a:t> </a:t>
            </a:r>
            <a:r>
              <a:rPr lang="es-CO" noProof="0" dirty="0" err="1"/>
              <a:t>week</a:t>
            </a:r>
            <a:r>
              <a:rPr lang="es-CO" noProof="0" dirty="0"/>
              <a:t> (ejemplo comprar un martes cuando el lunes cayo)</a:t>
            </a:r>
          </a:p>
          <a:p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32779569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6BC7-C4A0-ECA0-2073-55B436B42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716945"/>
          </a:xfrm>
        </p:spPr>
        <p:txBody>
          <a:bodyPr/>
          <a:lstStyle/>
          <a:p>
            <a:r>
              <a:rPr lang="en-US" dirty="0"/>
              <a:t>COP </a:t>
            </a:r>
            <a:r>
              <a:rPr lang="en-US" dirty="0" err="1"/>
              <a:t>interbancario</a:t>
            </a:r>
            <a:r>
              <a:rPr lang="en-US" dirty="0"/>
              <a:t> – Open Close Y close - Close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9334638-78F8-2B8E-E1E6-825B899C5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64" y="2602874"/>
            <a:ext cx="5078446" cy="251776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64097AF-EE29-FE32-28AB-671E9034B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205" y="1629170"/>
            <a:ext cx="3236498" cy="219124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1928CE8-7F18-9384-F4EB-223A40013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776" y="4021720"/>
            <a:ext cx="3251239" cy="2197838"/>
          </a:xfrm>
          <a:prstGeom prst="rect">
            <a:avLst/>
          </a:prstGeom>
        </p:spPr>
      </p:pic>
      <p:sp>
        <p:nvSpPr>
          <p:cNvPr id="10" name="Cerrar llave 9">
            <a:extLst>
              <a:ext uri="{FF2B5EF4-FFF2-40B4-BE49-F238E27FC236}">
                <a16:creationId xmlns:a16="http://schemas.microsoft.com/office/drawing/2014/main" id="{7D5BEBB4-4383-1CDE-893A-4494F80EC647}"/>
              </a:ext>
            </a:extLst>
          </p:cNvPr>
          <p:cNvSpPr/>
          <p:nvPr/>
        </p:nvSpPr>
        <p:spPr>
          <a:xfrm rot="10800000">
            <a:off x="5279136" y="2292096"/>
            <a:ext cx="1024128" cy="35356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F23FB74-B639-22F3-C70F-D94566452EF6}"/>
              </a:ext>
            </a:extLst>
          </p:cNvPr>
          <p:cNvSpPr/>
          <p:nvPr/>
        </p:nvSpPr>
        <p:spPr>
          <a:xfrm>
            <a:off x="7095744" y="1475232"/>
            <a:ext cx="2816352" cy="153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Close open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6568C54-20E1-FBD7-2610-9F288B66F1F9}"/>
              </a:ext>
            </a:extLst>
          </p:cNvPr>
          <p:cNvSpPr/>
          <p:nvPr/>
        </p:nvSpPr>
        <p:spPr>
          <a:xfrm>
            <a:off x="7095744" y="3852672"/>
            <a:ext cx="2816352" cy="153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Close </a:t>
            </a:r>
            <a:r>
              <a:rPr lang="en-US" dirty="0" err="1"/>
              <a:t>Close</a:t>
            </a:r>
            <a:endParaRPr lang="en-U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6526F63-BC46-F079-D25D-C5B9F759EDA4}"/>
              </a:ext>
            </a:extLst>
          </p:cNvPr>
          <p:cNvSpPr/>
          <p:nvPr/>
        </p:nvSpPr>
        <p:spPr>
          <a:xfrm>
            <a:off x="515937" y="3401568"/>
            <a:ext cx="4535424" cy="2926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5E5706B-8671-12EA-AF44-3DF1D7BEA120}"/>
              </a:ext>
            </a:extLst>
          </p:cNvPr>
          <p:cNvSpPr/>
          <p:nvPr/>
        </p:nvSpPr>
        <p:spPr>
          <a:xfrm>
            <a:off x="515937" y="4681728"/>
            <a:ext cx="4535424" cy="2926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4604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D6566-A5D1-430F-CB0F-24C97B66A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7B3250-0658-C570-C302-53E1C792C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B5EBF73F-3E06-1C38-6637-9715A7868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543" y="758287"/>
            <a:ext cx="9439465" cy="5527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277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65B1B9-BDB8-8E27-DBA1-9E174541F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noProof="0" dirty="0"/>
              <a:t>Agreguemos una condición mas: el mes. Al </a:t>
            </a:r>
            <a:r>
              <a:rPr lang="es-CO" noProof="0" dirty="0" err="1"/>
              <a:t>ope</a:t>
            </a:r>
            <a:r>
              <a:rPr lang="es-CO" dirty="0"/>
              <a:t>n </a:t>
            </a:r>
            <a:r>
              <a:rPr lang="es-CO" dirty="0" err="1"/>
              <a:t>close</a:t>
            </a:r>
            <a:endParaRPr lang="es-CO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6A2B8D-1F0A-9FEA-AB94-B901369C8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B1CAB61-45D1-9AD1-69B5-0784CC20B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237" y="1958321"/>
            <a:ext cx="6171723" cy="483067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9EA1C11-C900-5499-5080-481EBC8BA9CF}"/>
              </a:ext>
            </a:extLst>
          </p:cNvPr>
          <p:cNvSpPr/>
          <p:nvPr/>
        </p:nvSpPr>
        <p:spPr>
          <a:xfrm>
            <a:off x="5193792" y="2743200"/>
            <a:ext cx="792480" cy="3657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FE184BE-EBF0-0E74-C9B5-44A8E90AE93D}"/>
              </a:ext>
            </a:extLst>
          </p:cNvPr>
          <p:cNvSpPr/>
          <p:nvPr/>
        </p:nvSpPr>
        <p:spPr>
          <a:xfrm>
            <a:off x="4315968" y="3767328"/>
            <a:ext cx="1670304" cy="3657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A138C0D-C5EF-D0F8-5A99-3AE82DE88A54}"/>
              </a:ext>
            </a:extLst>
          </p:cNvPr>
          <p:cNvSpPr/>
          <p:nvPr/>
        </p:nvSpPr>
        <p:spPr>
          <a:xfrm>
            <a:off x="5193792" y="4779264"/>
            <a:ext cx="963168" cy="14264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4855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082A32-D096-1F71-1B8D-C228F5351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C77592-1F8E-140E-1F88-4C35AAB00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B5C4CFE3-A1CE-079B-8395-8B4A4F4CA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452" y="885825"/>
            <a:ext cx="7494460" cy="5599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99450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82392-8936-66BD-A306-C291493D6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76875"/>
          </a:xfrm>
        </p:spPr>
        <p:txBody>
          <a:bodyPr/>
          <a:lstStyle/>
          <a:p>
            <a:r>
              <a:rPr lang="es-CO" b="1" noProof="0">
                <a:solidFill>
                  <a:srgbClr val="5A5A5A"/>
                </a:solidFill>
              </a:rPr>
              <a:t>Dia del mes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B20AAE-B862-B263-C336-C1B1B6A92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958321"/>
            <a:ext cx="11160124" cy="4118283"/>
          </a:xfrm>
        </p:spPr>
        <p:txBody>
          <a:bodyPr/>
          <a:lstStyle/>
          <a:p>
            <a:r>
              <a:rPr lang="es-CO" noProof="0" dirty="0"/>
              <a:t>Suele darse por cierres de fondos o efectos de rebalanceos</a:t>
            </a:r>
          </a:p>
          <a:p>
            <a:r>
              <a:rPr lang="es-CO" noProof="0" dirty="0"/>
              <a:t>Usarlo en open </a:t>
            </a:r>
            <a:r>
              <a:rPr lang="es-CO" noProof="0" dirty="0" err="1"/>
              <a:t>to</a:t>
            </a:r>
            <a:r>
              <a:rPr lang="es-CO" noProof="0" dirty="0"/>
              <a:t> </a:t>
            </a:r>
            <a:r>
              <a:rPr lang="es-CO" noProof="0" dirty="0" err="1"/>
              <a:t>close</a:t>
            </a:r>
            <a:r>
              <a:rPr lang="es-CO" noProof="0" dirty="0"/>
              <a:t> o </a:t>
            </a:r>
            <a:r>
              <a:rPr lang="es-CO" noProof="0" dirty="0" err="1"/>
              <a:t>close</a:t>
            </a:r>
            <a:r>
              <a:rPr lang="es-CO" noProof="0" dirty="0"/>
              <a:t> </a:t>
            </a:r>
            <a:r>
              <a:rPr lang="es-CO" noProof="0" dirty="0" err="1"/>
              <a:t>to</a:t>
            </a:r>
            <a:r>
              <a:rPr lang="es-CO" noProof="0" dirty="0"/>
              <a:t> </a:t>
            </a:r>
            <a:r>
              <a:rPr lang="es-CO" noProof="0" dirty="0" err="1"/>
              <a:t>close</a:t>
            </a:r>
            <a:r>
              <a:rPr lang="es-CO" noProof="0" dirty="0"/>
              <a:t> basis</a:t>
            </a:r>
          </a:p>
          <a:p>
            <a:r>
              <a:rPr lang="es-CO" noProof="0" dirty="0"/>
              <a:t>Comprar o vender en un día especifico del mes y mantenerlo por n días </a:t>
            </a:r>
          </a:p>
        </p:txBody>
      </p:sp>
    </p:spTree>
    <p:extLst>
      <p:ext uri="{BB962C8B-B14F-4D97-AF65-F5344CB8AC3E}">
        <p14:creationId xmlns:p14="http://schemas.microsoft.com/office/powerpoint/2010/main" val="26967409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31CF4D-93B4-1A4E-2D0D-A46875E74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3D6F96-809E-A915-8F98-C6E8F21B4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4966485E-F1B7-CC28-BB46-F065A94FE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191" y="758287"/>
            <a:ext cx="9280969" cy="5434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23555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95592EE-65FC-0DD2-AF1F-EEFCD74B6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637" y="618017"/>
            <a:ext cx="1476581" cy="5458587"/>
          </a:xfrm>
          <a:prstGeom prst="rect">
            <a:avLst/>
          </a:prstGeom>
        </p:spPr>
      </p:pic>
      <p:pic>
        <p:nvPicPr>
          <p:cNvPr id="23554" name="Picture 2">
            <a:extLst>
              <a:ext uri="{FF2B5EF4-FFF2-40B4-BE49-F238E27FC236}">
                <a16:creationId xmlns:a16="http://schemas.microsoft.com/office/drawing/2014/main" id="{9703F463-067C-9111-1B35-B116FCDF2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415" y="1000125"/>
            <a:ext cx="8296275" cy="485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0032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>
            <a:extLst>
              <a:ext uri="{FF2B5EF4-FFF2-40B4-BE49-F238E27FC236}">
                <a16:creationId xmlns:a16="http://schemas.microsoft.com/office/drawing/2014/main" id="{33CD5868-C65E-CFB1-15BE-CBC94F7B8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25" y="0"/>
            <a:ext cx="102171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D049D93F-83C1-055A-7859-093AB5C04798}"/>
              </a:ext>
            </a:extLst>
          </p:cNvPr>
          <p:cNvSpPr/>
          <p:nvPr/>
        </p:nvSpPr>
        <p:spPr>
          <a:xfrm>
            <a:off x="8631936" y="377952"/>
            <a:ext cx="2682240" cy="23408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529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E4C7F6-ADF8-B325-4DBE-539BA4D6B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1016725"/>
          </a:xfrm>
        </p:spPr>
        <p:txBody>
          <a:bodyPr/>
          <a:lstStyle/>
          <a:p>
            <a:r>
              <a:rPr lang="es-CO" b="1" noProof="0" dirty="0">
                <a:solidFill>
                  <a:srgbClr val="5A5A5A"/>
                </a:solidFill>
              </a:rPr>
              <a:t>Dia del año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5DA05A-CCDD-BA9D-939C-D39C6DD0E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775012"/>
            <a:ext cx="11160124" cy="4301592"/>
          </a:xfrm>
        </p:spPr>
        <p:txBody>
          <a:bodyPr>
            <a:normAutofit/>
          </a:bodyPr>
          <a:lstStyle/>
          <a:p>
            <a:r>
              <a:rPr lang="es-CO" noProof="0" dirty="0"/>
              <a:t>Calcula el rango del año para normalizar el precio y lo usa para proyectar el patrón </a:t>
            </a:r>
          </a:p>
          <a:p>
            <a:r>
              <a:rPr lang="es-CO" noProof="0" dirty="0"/>
              <a:t>K Data line:</a:t>
            </a:r>
          </a:p>
          <a:p>
            <a:pPr lvl="1"/>
            <a:r>
              <a:rPr lang="es-CO" noProof="0" dirty="0"/>
              <a:t>Identificar el día y mes del </a:t>
            </a:r>
            <a:r>
              <a:rPr lang="es-CO" noProof="0" dirty="0" err="1"/>
              <a:t>year</a:t>
            </a:r>
            <a:endParaRPr lang="es-CO" noProof="0" dirty="0"/>
          </a:p>
          <a:p>
            <a:pPr lvl="1"/>
            <a:r>
              <a:rPr lang="es-CO" noProof="0" dirty="0"/>
              <a:t>Usar los últimos 5 años para calcular el promedio del cambio en ese día </a:t>
            </a:r>
          </a:p>
          <a:p>
            <a:pPr lvl="1"/>
            <a:r>
              <a:rPr lang="es-CO" noProof="0" dirty="0"/>
              <a:t>Sumar el </a:t>
            </a:r>
            <a:r>
              <a:rPr lang="es-CO" noProof="0" dirty="0" err="1"/>
              <a:t>average</a:t>
            </a:r>
            <a:r>
              <a:rPr lang="es-CO" noProof="0" dirty="0"/>
              <a:t> </a:t>
            </a:r>
            <a:r>
              <a:rPr lang="es-CO" noProof="0" dirty="0" err="1"/>
              <a:t>value</a:t>
            </a:r>
            <a:r>
              <a:rPr lang="es-CO" noProof="0" dirty="0"/>
              <a:t> al time line </a:t>
            </a:r>
            <a:r>
              <a:rPr lang="es-CO" noProof="0" dirty="0" err="1"/>
              <a:t>value</a:t>
            </a:r>
            <a:r>
              <a:rPr lang="es-CO" noProof="0" dirty="0"/>
              <a:t> del día anterior </a:t>
            </a:r>
          </a:p>
          <a:p>
            <a:pPr lvl="1"/>
            <a:r>
              <a:rPr lang="es-CO" noProof="0" dirty="0" err="1"/>
              <a:t>Tradear</a:t>
            </a:r>
            <a:r>
              <a:rPr lang="es-CO" noProof="0" dirty="0"/>
              <a:t> el índice comprando y vendiendo en los tops and </a:t>
            </a:r>
            <a:r>
              <a:rPr lang="es-CO" noProof="0" dirty="0" err="1"/>
              <a:t>bottoms</a:t>
            </a:r>
            <a:r>
              <a:rPr lang="es-CO" noProof="0" dirty="0"/>
              <a:t> </a:t>
            </a:r>
          </a:p>
          <a:p>
            <a:r>
              <a:rPr lang="es-CO" noProof="0" dirty="0" err="1"/>
              <a:t>Ruggiero</a:t>
            </a:r>
            <a:r>
              <a:rPr lang="es-CO" noProof="0" dirty="0"/>
              <a:t>/Barna </a:t>
            </a:r>
            <a:r>
              <a:rPr lang="es-CO" noProof="0" dirty="0" err="1"/>
              <a:t>Seasonal</a:t>
            </a:r>
            <a:r>
              <a:rPr lang="es-CO" noProof="0" dirty="0"/>
              <a:t> </a:t>
            </a:r>
            <a:r>
              <a:rPr lang="es-CO" noProof="0" dirty="0" err="1"/>
              <a:t>Index</a:t>
            </a:r>
            <a:r>
              <a:rPr lang="es-CO" noProof="0" dirty="0"/>
              <a:t>: </a:t>
            </a:r>
          </a:p>
          <a:p>
            <a:pPr lvl="1"/>
            <a:r>
              <a:rPr lang="es-CO" noProof="0" dirty="0"/>
              <a:t>Les queda para que lo investiguen  (todos los ejemplos será con este)</a:t>
            </a:r>
          </a:p>
          <a:p>
            <a:pPr marL="457200" lvl="1" indent="0">
              <a:buNone/>
            </a:pPr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28330906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6B9D6-4D46-5E86-B6BB-3EB1732DC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Precios</a:t>
            </a:r>
            <a:r>
              <a:rPr lang="en-US" dirty="0"/>
              <a:t> </a:t>
            </a:r>
            <a:r>
              <a:rPr lang="en-US" dirty="0" err="1"/>
              <a:t>normalizados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50388-E9F7-32C7-05DF-960BA696C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43CE46-E709-A372-21E8-6452A4BA2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312" y="-121920"/>
            <a:ext cx="51389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2468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F68261-063D-092D-3CB9-4BFCAFBFE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B04094-05C7-096E-66FA-F30A96ABD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8709CD3-08BA-7491-8C98-7297EF64A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2825"/>
            <a:ext cx="12192000" cy="483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2473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C8D210-82A9-4C48-822B-DFA5F5B0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A658D0-60CB-20BC-4CF5-C56A5E760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674" name="Picture 2">
            <a:extLst>
              <a:ext uri="{FF2B5EF4-FFF2-40B4-BE49-F238E27FC236}">
                <a16:creationId xmlns:a16="http://schemas.microsoft.com/office/drawing/2014/main" id="{AAB539FB-938F-CF06-9824-28C7D9257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660" y="857822"/>
            <a:ext cx="9448501" cy="5864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02743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BA1E42-15AD-7CBE-D2CE-EC15BBCE8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C64F17-FE01-B4DF-6A3F-CC41AD752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88203C5D-26AE-79FA-F619-27B53FCAA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2825"/>
            <a:ext cx="12192000" cy="483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A507E00-55EC-B12A-7AD8-2EA27DAB6CEA}"/>
              </a:ext>
            </a:extLst>
          </p:cNvPr>
          <p:cNvCxnSpPr/>
          <p:nvPr/>
        </p:nvCxnSpPr>
        <p:spPr>
          <a:xfrm flipV="1">
            <a:off x="4413504" y="1267968"/>
            <a:ext cx="0" cy="4059936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3805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DFA2F2-6983-F0C9-A646-520147C5C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7BBA75-2DDF-E51C-2145-005753EBF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22" name="Picture 2">
            <a:extLst>
              <a:ext uri="{FF2B5EF4-FFF2-40B4-BE49-F238E27FC236}">
                <a16:creationId xmlns:a16="http://schemas.microsoft.com/office/drawing/2014/main" id="{806C8AC2-EFE1-54B4-CEB5-B3CD2B2C8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0"/>
            <a:ext cx="114458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31470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9A27F3-776D-72EA-E8E7-9CF2ECEB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801D0A-CDDB-E6B2-B7B2-11E394E86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1746" name="Picture 2">
            <a:extLst>
              <a:ext uri="{FF2B5EF4-FFF2-40B4-BE49-F238E27FC236}">
                <a16:creationId xmlns:a16="http://schemas.microsoft.com/office/drawing/2014/main" id="{9771FB3C-A2BB-B076-3D59-01836FE52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0"/>
            <a:ext cx="114681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5850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6AA836-EA45-48CE-8F7B-36C56F47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1038240"/>
          </a:xfrm>
        </p:spPr>
        <p:txBody>
          <a:bodyPr/>
          <a:lstStyle/>
          <a:p>
            <a:r>
              <a:rPr lang="en-US" b="1" dirty="0">
                <a:solidFill>
                  <a:srgbClr val="5A5A5A"/>
                </a:solidFill>
              </a:rPr>
              <a:t>Counter seasonal trading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7C478A-C77C-170A-5B86-96E92F3D5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noProof="0" dirty="0"/>
              <a:t>Esta es una de las estrategias mas rentables!</a:t>
            </a:r>
          </a:p>
          <a:p>
            <a:r>
              <a:rPr lang="es-CO" noProof="0" dirty="0"/>
              <a:t>Se da porque muchas veces las estacionalidades no funcionan</a:t>
            </a:r>
          </a:p>
          <a:p>
            <a:r>
              <a:rPr lang="es-CO" noProof="0" dirty="0"/>
              <a:t>Como hace para identificar que no funciona?</a:t>
            </a:r>
          </a:p>
          <a:p>
            <a:pPr lvl="1"/>
            <a:r>
              <a:rPr lang="es-CO" noProof="0" dirty="0"/>
              <a:t>Se puede dar un plazo de tiempo para que se de (ejemplo esperar 4 días)</a:t>
            </a:r>
          </a:p>
          <a:p>
            <a:pPr lvl="1"/>
            <a:r>
              <a:rPr lang="es-CO" noProof="0" dirty="0"/>
              <a:t>Usar una correlación de Pearson entre el movimiento actual y el movimiento estacional</a:t>
            </a:r>
          </a:p>
          <a:p>
            <a:pPr lvl="1"/>
            <a:r>
              <a:rPr lang="es-CO" dirty="0"/>
              <a:t>Como métodos avanzados</a:t>
            </a:r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25646006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B6985B-F35A-F232-0638-68A92E7D8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962937"/>
          </a:xfrm>
        </p:spPr>
        <p:txBody>
          <a:bodyPr/>
          <a:lstStyle/>
          <a:p>
            <a:r>
              <a:rPr lang="es-CO" b="1" noProof="0" dirty="0">
                <a:solidFill>
                  <a:srgbClr val="5A5A5A"/>
                </a:solidFill>
              </a:rPr>
              <a:t>Filtros para mejorar los sistemas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E4440E-27FD-6854-2B9C-FBF108B00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2196792"/>
            <a:ext cx="11160124" cy="2364450"/>
          </a:xfrm>
        </p:spPr>
        <p:txBody>
          <a:bodyPr/>
          <a:lstStyle/>
          <a:p>
            <a:r>
              <a:rPr lang="es-CO" noProof="0" dirty="0"/>
              <a:t>Se pueden usar </a:t>
            </a:r>
            <a:r>
              <a:rPr lang="es-CO" dirty="0"/>
              <a:t>I</a:t>
            </a:r>
            <a:r>
              <a:rPr lang="es-CO" noProof="0" dirty="0" err="1"/>
              <a:t>nter</a:t>
            </a:r>
            <a:r>
              <a:rPr lang="es-CO" dirty="0"/>
              <a:t>m</a:t>
            </a:r>
            <a:r>
              <a:rPr lang="es-CO" noProof="0" dirty="0" err="1"/>
              <a:t>arkets</a:t>
            </a:r>
            <a:endParaRPr lang="es-CO" noProof="0" dirty="0"/>
          </a:p>
          <a:p>
            <a:r>
              <a:rPr lang="es-CO" noProof="0" dirty="0"/>
              <a:t>Se pueden usar filtros de tendencia tendencias </a:t>
            </a:r>
          </a:p>
          <a:p>
            <a:r>
              <a:rPr lang="es-CO" noProof="0" dirty="0"/>
              <a:t>Se pueden filtrar por eventos: </a:t>
            </a:r>
          </a:p>
          <a:p>
            <a:pPr lvl="1"/>
            <a:r>
              <a:rPr lang="es-CO" noProof="0" dirty="0"/>
              <a:t>Ejemplo </a:t>
            </a:r>
            <a:r>
              <a:rPr lang="es-CO" noProof="0" dirty="0" err="1"/>
              <a:t>corn</a:t>
            </a:r>
            <a:r>
              <a:rPr lang="es-CO" noProof="0" dirty="0"/>
              <a:t> after </a:t>
            </a:r>
            <a:r>
              <a:rPr lang="es-CO" noProof="0" dirty="0" err="1"/>
              <a:t>crop</a:t>
            </a:r>
            <a:r>
              <a:rPr lang="es-CO" noProof="0" dirty="0"/>
              <a:t> </a:t>
            </a:r>
            <a:r>
              <a:rPr lang="es-CO" noProof="0" dirty="0" err="1"/>
              <a:t>damage</a:t>
            </a:r>
            <a:r>
              <a:rPr lang="es-CO" noProof="0" dirty="0"/>
              <a:t> </a:t>
            </a:r>
          </a:p>
          <a:p>
            <a:pPr marL="457200" lvl="1" indent="0">
              <a:buNone/>
            </a:pPr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14651554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7A5763-83A9-1E6D-CC3D-DC29FDA03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952179"/>
          </a:xfrm>
        </p:spPr>
        <p:txBody>
          <a:bodyPr/>
          <a:lstStyle/>
          <a:p>
            <a:r>
              <a:rPr lang="es-CO" b="1" noProof="0" dirty="0">
                <a:solidFill>
                  <a:srgbClr val="5A5A5A"/>
                </a:solidFill>
              </a:rPr>
              <a:t>Otras fronteras para aplicar...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314266-E60D-5776-AECA-3943035A6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957892"/>
            <a:ext cx="11160124" cy="4118712"/>
          </a:xfrm>
        </p:spPr>
        <p:txBody>
          <a:bodyPr/>
          <a:lstStyle/>
          <a:p>
            <a:pPr marL="0" indent="0">
              <a:buNone/>
            </a:pPr>
            <a:r>
              <a:rPr lang="es-CO" noProof="0" dirty="0"/>
              <a:t>La mayoría de medidas se usa para los precios, pero se puede aplicar a mas cosas:</a:t>
            </a:r>
          </a:p>
          <a:p>
            <a:pPr lvl="1"/>
            <a:r>
              <a:rPr lang="es-CO" noProof="0" dirty="0"/>
              <a:t>ADX future </a:t>
            </a:r>
          </a:p>
          <a:p>
            <a:pPr lvl="1"/>
            <a:r>
              <a:rPr lang="es-CO" noProof="0" dirty="0"/>
              <a:t>True </a:t>
            </a:r>
            <a:r>
              <a:rPr lang="es-CO" noProof="0" dirty="0" err="1"/>
              <a:t>range</a:t>
            </a:r>
            <a:r>
              <a:rPr lang="es-CO" noProof="0" dirty="0"/>
              <a:t>/ </a:t>
            </a:r>
            <a:r>
              <a:rPr lang="es-CO" noProof="0" dirty="0" err="1"/>
              <a:t>Close</a:t>
            </a:r>
            <a:endParaRPr lang="es-CO" noProof="0" dirty="0"/>
          </a:p>
          <a:p>
            <a:pPr lvl="1"/>
            <a:r>
              <a:rPr lang="es-CO" noProof="0" dirty="0"/>
              <a:t>Precios futuros ajustados</a:t>
            </a:r>
          </a:p>
          <a:p>
            <a:pPr lvl="1"/>
            <a:r>
              <a:rPr lang="es-CO" noProof="0" dirty="0" err="1"/>
              <a:t>Volatility</a:t>
            </a:r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31876106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4D2625-3C92-BD88-D98F-45DB953E1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DEAD50-B620-9B0F-05E9-EB0773FDA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2E099B-9717-7D10-A6C3-23C4135C2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057" y="0"/>
            <a:ext cx="941349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90828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37DFD-52A7-9468-1B35-B5B75C70D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Datos del COT </a:t>
            </a:r>
          </a:p>
        </p:txBody>
      </p:sp>
    </p:spTree>
    <p:extLst>
      <p:ext uri="{BB962C8B-B14F-4D97-AF65-F5344CB8AC3E}">
        <p14:creationId xmlns:p14="http://schemas.microsoft.com/office/powerpoint/2010/main" val="9506446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F169B-189F-CEAD-4502-8C28B13B4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995209"/>
          </a:xfrm>
        </p:spPr>
        <p:txBody>
          <a:bodyPr/>
          <a:lstStyle/>
          <a:p>
            <a:r>
              <a:rPr lang="es-CO" b="1" noProof="0" dirty="0">
                <a:solidFill>
                  <a:srgbClr val="5A5A5A"/>
                </a:solidFill>
              </a:rPr>
              <a:t>Que es el COT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49A2C9-1A41-CF53-876A-F518A1D20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777243"/>
            <a:ext cx="11160124" cy="2127782"/>
          </a:xfrm>
        </p:spPr>
        <p:txBody>
          <a:bodyPr>
            <a:normAutofit/>
          </a:bodyPr>
          <a:lstStyle/>
          <a:p>
            <a:r>
              <a:rPr lang="es-CO" noProof="0" dirty="0"/>
              <a:t>Se entrega todos los viernes </a:t>
            </a:r>
          </a:p>
          <a:p>
            <a:r>
              <a:rPr lang="es-CO" noProof="0" dirty="0"/>
              <a:t>Reporta el valor desagregado del Open </a:t>
            </a:r>
            <a:r>
              <a:rPr lang="es-CO" noProof="0" dirty="0" err="1"/>
              <a:t>Interest</a:t>
            </a:r>
            <a:r>
              <a:rPr lang="es-CO" noProof="0" dirty="0"/>
              <a:t> de los futuros y las opciones en donde mas de 20 </a:t>
            </a:r>
            <a:r>
              <a:rPr lang="es-CO" noProof="0" dirty="0" err="1"/>
              <a:t>traders</a:t>
            </a:r>
            <a:r>
              <a:rPr lang="es-CO" noProof="0" dirty="0"/>
              <a:t> </a:t>
            </a:r>
            <a:r>
              <a:rPr lang="es-CO" dirty="0"/>
              <a:t>t</a:t>
            </a:r>
            <a:r>
              <a:rPr lang="es-CO" noProof="0" dirty="0" err="1"/>
              <a:t>engan</a:t>
            </a:r>
            <a:r>
              <a:rPr lang="es-CO" noProof="0" dirty="0"/>
              <a:t> posiciones que superen los niveles que se deben reportar al CFTC</a:t>
            </a:r>
          </a:p>
          <a:p>
            <a:endParaRPr lang="es-CO" b="0" i="0" noProof="0" dirty="0">
              <a:solidFill>
                <a:srgbClr val="4A4A4A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8866166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2EC5FC-E4F5-6F5A-76B2-28EA20B86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650710"/>
            <a:ext cx="11160125" cy="812329"/>
          </a:xfrm>
        </p:spPr>
        <p:txBody>
          <a:bodyPr/>
          <a:lstStyle/>
          <a:p>
            <a:r>
              <a:rPr lang="es-CO" b="1" noProof="0" dirty="0">
                <a:solidFill>
                  <a:srgbClr val="5A5A5A"/>
                </a:solidFill>
              </a:rPr>
              <a:t>Tipos de reportes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C2E250-EB23-A9F5-83F8-9014A32A2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376979"/>
            <a:ext cx="11160124" cy="4797910"/>
          </a:xfrm>
        </p:spPr>
        <p:txBody>
          <a:bodyPr>
            <a:normAutofit fontScale="70000" lnSpcReduction="20000"/>
          </a:bodyPr>
          <a:lstStyle/>
          <a:p>
            <a:r>
              <a:rPr lang="es-CO" noProof="0" dirty="0" err="1"/>
              <a:t>Legacy</a:t>
            </a:r>
            <a:r>
              <a:rPr lang="es-CO" noProof="0" dirty="0"/>
              <a:t> </a:t>
            </a:r>
            <a:r>
              <a:rPr lang="es-CO" noProof="0" dirty="0" err="1"/>
              <a:t>report</a:t>
            </a:r>
            <a:r>
              <a:rPr lang="es-CO" noProof="0" dirty="0"/>
              <a:t>: Están desagregados en comerciales y no comerciales, no reportables </a:t>
            </a:r>
          </a:p>
          <a:p>
            <a:r>
              <a:rPr lang="es-CO" noProof="0" dirty="0" err="1"/>
              <a:t>Supplemental</a:t>
            </a:r>
            <a:r>
              <a:rPr lang="es-CO" noProof="0" dirty="0"/>
              <a:t> : Incluye 13 </a:t>
            </a:r>
            <a:r>
              <a:rPr lang="es-CO" noProof="0" dirty="0" err="1"/>
              <a:t>commodities</a:t>
            </a:r>
            <a:r>
              <a:rPr lang="es-CO" noProof="0" dirty="0"/>
              <a:t> de agricultura y se reporta para 3 categorías: non-</a:t>
            </a:r>
            <a:r>
              <a:rPr lang="es-CO" noProof="0" dirty="0" err="1"/>
              <a:t>commercial</a:t>
            </a:r>
            <a:r>
              <a:rPr lang="es-CO" noProof="0" dirty="0"/>
              <a:t>, </a:t>
            </a:r>
            <a:r>
              <a:rPr lang="es-CO" noProof="0" dirty="0" err="1"/>
              <a:t>commercial</a:t>
            </a:r>
            <a:r>
              <a:rPr lang="es-CO" noProof="0" dirty="0"/>
              <a:t>, and </a:t>
            </a:r>
            <a:r>
              <a:rPr lang="es-CO" noProof="0" dirty="0" err="1"/>
              <a:t>index</a:t>
            </a:r>
            <a:r>
              <a:rPr lang="es-CO" noProof="0" dirty="0"/>
              <a:t> </a:t>
            </a:r>
            <a:r>
              <a:rPr lang="es-CO" noProof="0" dirty="0" err="1"/>
              <a:t>traders</a:t>
            </a:r>
            <a:r>
              <a:rPr lang="es-CO" noProof="0" dirty="0"/>
              <a:t>.</a:t>
            </a:r>
          </a:p>
          <a:p>
            <a:r>
              <a:rPr lang="es-CO" noProof="0" dirty="0" err="1"/>
              <a:t>Disaggregated</a:t>
            </a:r>
            <a:r>
              <a:rPr lang="es-CO" noProof="0" dirty="0"/>
              <a:t> : información adicional en productos agrícolas, petróleo y derivados del petróleo, gas natural y derivados del gas natural, electricidad, metales y metales físicos. </a:t>
            </a:r>
            <a:br>
              <a:rPr lang="es-CO" noProof="0" dirty="0"/>
            </a:br>
            <a:br>
              <a:rPr lang="es-CO" noProof="0" dirty="0"/>
            </a:br>
            <a:r>
              <a:rPr lang="es-CO" noProof="0" dirty="0"/>
              <a:t>El reporte entrega información del OI en 4 categorías:</a:t>
            </a:r>
          </a:p>
          <a:p>
            <a:pPr lvl="1"/>
            <a:r>
              <a:rPr lang="es-CO" noProof="0" dirty="0"/>
              <a:t>Producer/Merchant/</a:t>
            </a:r>
            <a:r>
              <a:rPr lang="es-CO" noProof="0" dirty="0" err="1"/>
              <a:t>Processor</a:t>
            </a:r>
            <a:r>
              <a:rPr lang="es-CO" noProof="0" dirty="0"/>
              <a:t>/</a:t>
            </a:r>
            <a:r>
              <a:rPr lang="es-CO" noProof="0" dirty="0" err="1"/>
              <a:t>User</a:t>
            </a:r>
            <a:endParaRPr lang="es-CO" noProof="0" dirty="0"/>
          </a:p>
          <a:p>
            <a:pPr lvl="1"/>
            <a:r>
              <a:rPr lang="es-CO" noProof="0" dirty="0"/>
              <a:t>Swap Dealers</a:t>
            </a:r>
          </a:p>
          <a:p>
            <a:pPr lvl="1"/>
            <a:r>
              <a:rPr lang="es-CO" noProof="0" dirty="0" err="1"/>
              <a:t>Managed</a:t>
            </a:r>
            <a:r>
              <a:rPr lang="es-CO" noProof="0" dirty="0"/>
              <a:t> Money</a:t>
            </a:r>
          </a:p>
          <a:p>
            <a:pPr lvl="1"/>
            <a:r>
              <a:rPr lang="es-CO" noProof="0" dirty="0" err="1"/>
              <a:t>Other</a:t>
            </a:r>
            <a:r>
              <a:rPr lang="es-CO" noProof="0" dirty="0"/>
              <a:t> Reportables</a:t>
            </a:r>
          </a:p>
          <a:p>
            <a:r>
              <a:rPr lang="es-CO" noProof="0" dirty="0" err="1"/>
              <a:t>Traders</a:t>
            </a:r>
            <a:r>
              <a:rPr lang="es-CO" noProof="0" dirty="0"/>
              <a:t> in </a:t>
            </a:r>
            <a:r>
              <a:rPr lang="es-CO" noProof="0" dirty="0" err="1"/>
              <a:t>Financial</a:t>
            </a:r>
            <a:r>
              <a:rPr lang="es-CO" noProof="0" dirty="0"/>
              <a:t> Futures: </a:t>
            </a:r>
            <a:r>
              <a:rPr lang="es-CO" dirty="0"/>
              <a:t>el reporte incluye contratos financieros, como monedas </a:t>
            </a:r>
            <a:r>
              <a:rPr lang="es-CO" noProof="0" dirty="0"/>
              <a:t>as </a:t>
            </a:r>
            <a:r>
              <a:rPr lang="es-CO" noProof="0" dirty="0" err="1"/>
              <a:t>currencies</a:t>
            </a:r>
            <a:r>
              <a:rPr lang="es-CO" noProof="0" dirty="0"/>
              <a:t>, US </a:t>
            </a:r>
            <a:r>
              <a:rPr lang="es-CO" noProof="0" dirty="0" err="1"/>
              <a:t>Treasury</a:t>
            </a:r>
            <a:r>
              <a:rPr lang="es-CO" noProof="0" dirty="0"/>
              <a:t> </a:t>
            </a:r>
            <a:r>
              <a:rPr lang="es-CO" noProof="0" dirty="0" err="1"/>
              <a:t>securities</a:t>
            </a:r>
            <a:r>
              <a:rPr lang="es-CO" noProof="0" dirty="0"/>
              <a:t>, </a:t>
            </a:r>
            <a:r>
              <a:rPr lang="es-CO" noProof="0" dirty="0" err="1"/>
              <a:t>Eurodollars</a:t>
            </a:r>
            <a:r>
              <a:rPr lang="es-CO" noProof="0" dirty="0"/>
              <a:t>, stocks, VIX and Bloomberg </a:t>
            </a:r>
            <a:r>
              <a:rPr lang="es-CO" noProof="0" dirty="0" err="1"/>
              <a:t>commodity</a:t>
            </a:r>
            <a:r>
              <a:rPr lang="es-CO" noProof="0" dirty="0"/>
              <a:t> </a:t>
            </a:r>
            <a:r>
              <a:rPr lang="es-CO" noProof="0" dirty="0" err="1"/>
              <a:t>index</a:t>
            </a:r>
            <a:r>
              <a:rPr lang="es-CO" noProof="0" dirty="0"/>
              <a:t>. </a:t>
            </a:r>
            <a:br>
              <a:rPr lang="es-CO" noProof="0" dirty="0"/>
            </a:br>
            <a:br>
              <a:rPr lang="es-CO" noProof="0" dirty="0"/>
            </a:br>
            <a:r>
              <a:rPr lang="es-CO" noProof="0" dirty="0"/>
              <a:t>Estos reportos tienen datos dl combine y </a:t>
            </a:r>
            <a:r>
              <a:rPr lang="es-CO" noProof="0" dirty="0" err="1"/>
              <a:t>only</a:t>
            </a:r>
            <a:r>
              <a:rPr lang="es-CO" noProof="0" dirty="0"/>
              <a:t> futures. Divide el reporte del Open </a:t>
            </a:r>
            <a:r>
              <a:rPr lang="es-CO" noProof="0" dirty="0" err="1"/>
              <a:t>Interest</a:t>
            </a:r>
            <a:r>
              <a:rPr lang="es-CO" noProof="0" dirty="0"/>
              <a:t> en:</a:t>
            </a:r>
          </a:p>
          <a:p>
            <a:pPr lvl="1"/>
            <a:r>
              <a:rPr lang="es-CO" noProof="0" dirty="0"/>
              <a:t>Dealer/</a:t>
            </a:r>
            <a:r>
              <a:rPr lang="es-CO" noProof="0" dirty="0" err="1"/>
              <a:t>Intermediary</a:t>
            </a:r>
            <a:endParaRPr lang="es-CO" noProof="0" dirty="0"/>
          </a:p>
          <a:p>
            <a:pPr lvl="1"/>
            <a:r>
              <a:rPr lang="es-CO" noProof="0" dirty="0" err="1"/>
              <a:t>Asset</a:t>
            </a:r>
            <a:r>
              <a:rPr lang="es-CO" noProof="0" dirty="0"/>
              <a:t> Manager/</a:t>
            </a:r>
            <a:r>
              <a:rPr lang="es-CO" noProof="0" dirty="0" err="1"/>
              <a:t>Institutional</a:t>
            </a:r>
            <a:endParaRPr lang="es-CO" noProof="0" dirty="0"/>
          </a:p>
          <a:p>
            <a:pPr lvl="1"/>
            <a:r>
              <a:rPr lang="es-CO" noProof="0" dirty="0" err="1"/>
              <a:t>Leveraged</a:t>
            </a:r>
            <a:r>
              <a:rPr lang="es-CO" noProof="0" dirty="0"/>
              <a:t> </a:t>
            </a:r>
            <a:r>
              <a:rPr lang="es-CO" noProof="0" dirty="0" err="1"/>
              <a:t>Funds</a:t>
            </a:r>
            <a:endParaRPr lang="es-CO" noProof="0" dirty="0"/>
          </a:p>
          <a:p>
            <a:pPr lvl="1"/>
            <a:r>
              <a:rPr lang="es-CO" noProof="0" dirty="0" err="1"/>
              <a:t>Other</a:t>
            </a:r>
            <a:r>
              <a:rPr lang="es-CO" noProof="0" dirty="0"/>
              <a:t> Reportables</a:t>
            </a:r>
          </a:p>
        </p:txBody>
      </p:sp>
    </p:spTree>
    <p:extLst>
      <p:ext uri="{BB962C8B-B14F-4D97-AF65-F5344CB8AC3E}">
        <p14:creationId xmlns:p14="http://schemas.microsoft.com/office/powerpoint/2010/main" val="76951490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EB45D-058A-A820-5C45-0F6231FBE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Ejemplo</a:t>
            </a:r>
            <a:r>
              <a:rPr lang="en-US" dirty="0"/>
              <a:t> </a:t>
            </a:r>
            <a:r>
              <a:rPr lang="en-US" dirty="0" err="1"/>
              <a:t>oro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EBD14F-DD8F-2879-498B-6E6582391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2770" name="Picture 2">
            <a:extLst>
              <a:ext uri="{FF2B5EF4-FFF2-40B4-BE49-F238E27FC236}">
                <a16:creationId xmlns:a16="http://schemas.microsoft.com/office/drawing/2014/main" id="{B58B965F-6C22-7B25-83CA-DE3FF5D8F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1597343"/>
            <a:ext cx="11972925" cy="463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43922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9CF081-1E8F-44C5-7E0A-231F31EA5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noProof="0"/>
              <a:t>Los no comerciales parecen mandar la parada!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5888C6-0911-3C20-4F50-E3A323D5C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3794" name="Picture 2">
            <a:extLst>
              <a:ext uri="{FF2B5EF4-FFF2-40B4-BE49-F238E27FC236}">
                <a16:creationId xmlns:a16="http://schemas.microsoft.com/office/drawing/2014/main" id="{FA74C6B4-3675-D7EA-C8BE-21A4D62E7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1958321"/>
            <a:ext cx="11953875" cy="467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01516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43F486-AB98-A2B2-8508-4C530DFAB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348D55-F20E-16C6-19D3-004A3B395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4818" name="Picture 2">
            <a:extLst>
              <a:ext uri="{FF2B5EF4-FFF2-40B4-BE49-F238E27FC236}">
                <a16:creationId xmlns:a16="http://schemas.microsoft.com/office/drawing/2014/main" id="{4B0BF25B-623B-1269-566C-53D5A2A93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58287"/>
            <a:ext cx="12192000" cy="605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04E189F-779F-F6B0-E8D9-ECC9C52A99C1}"/>
              </a:ext>
            </a:extLst>
          </p:cNvPr>
          <p:cNvSpPr/>
          <p:nvPr/>
        </p:nvSpPr>
        <p:spPr>
          <a:xfrm>
            <a:off x="3938016" y="1365504"/>
            <a:ext cx="3413760" cy="9875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Recordar</a:t>
            </a:r>
            <a:r>
              <a:rPr lang="en-US" dirty="0"/>
              <a:t> se pone un </a:t>
            </a:r>
            <a:r>
              <a:rPr lang="en-US" dirty="0" err="1"/>
              <a:t>thd</a:t>
            </a:r>
            <a:r>
              <a:rPr lang="en-US" dirty="0"/>
              <a:t> para </a:t>
            </a:r>
            <a:r>
              <a:rPr lang="en-US" dirty="0" err="1"/>
              <a:t>comerciales</a:t>
            </a:r>
            <a:r>
              <a:rPr lang="en-US" dirty="0"/>
              <a:t> y small (aca es </a:t>
            </a:r>
            <a:r>
              <a:rPr lang="en-US" dirty="0" err="1"/>
              <a:t>invertido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343389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A7DC27-ED9F-200C-2AC3-33A719651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Ejemplo</a:t>
            </a:r>
            <a:r>
              <a:rPr lang="en-US" dirty="0"/>
              <a:t> Emini and SPY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F05724-C562-83A7-3067-599562677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5842" name="Picture 2">
            <a:extLst>
              <a:ext uri="{FF2B5EF4-FFF2-40B4-BE49-F238E27FC236}">
                <a16:creationId xmlns:a16="http://schemas.microsoft.com/office/drawing/2014/main" id="{0FA2EE11-4F47-E1E7-37D6-8DD4CD77C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1958321"/>
            <a:ext cx="11972925" cy="463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98436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69DDE-CDCF-4852-13F4-ED8E6715F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402DB5-40EE-49C1-0CBD-95F21D0CE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2F7DE46-A4CC-3E0C-1ED5-2D8CC0504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0450"/>
            <a:ext cx="12192000" cy="473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943100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108B74-3421-107F-B262-511360A9D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ECFCC4-EDDE-7A03-7E5C-866B44740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6F2E180-37C3-497C-25DB-BF5942D43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1097471"/>
            <a:ext cx="11953875" cy="463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582345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14A3EB-DAC9-E5B3-9605-CFFC2429C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2566AB-6E27-C4D8-8CF5-84987D0DD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6866" name="Picture 2">
            <a:extLst>
              <a:ext uri="{FF2B5EF4-FFF2-40B4-BE49-F238E27FC236}">
                <a16:creationId xmlns:a16="http://schemas.microsoft.com/office/drawing/2014/main" id="{A02E8B4D-79F9-B66E-88CD-1E2F5E0BE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6082"/>
            <a:ext cx="12192000" cy="605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301172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783D28-E008-0F14-FD6A-8B842EEBE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COT Oscillator</a:t>
            </a:r>
          </a:p>
        </p:txBody>
      </p:sp>
      <p:pic>
        <p:nvPicPr>
          <p:cNvPr id="2050" name="Picture 2" descr="Min–max normalization - Hands-On Machine Learning on Google ...">
            <a:extLst>
              <a:ext uri="{FF2B5EF4-FFF2-40B4-BE49-F238E27FC236}">
                <a16:creationId xmlns:a16="http://schemas.microsoft.com/office/drawing/2014/main" id="{08227379-4C4C-8763-722A-A3C05F86D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424" y="2909381"/>
            <a:ext cx="5949696" cy="1411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82185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ED2B36-D9D0-BACF-96CA-527A5A1A6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noProof="0"/>
              <a:t>Patrones de largo plazo</a:t>
            </a:r>
          </a:p>
        </p:txBody>
      </p:sp>
    </p:spTree>
    <p:extLst>
      <p:ext uri="{BB962C8B-B14F-4D97-AF65-F5344CB8AC3E}">
        <p14:creationId xmlns:p14="http://schemas.microsoft.com/office/powerpoint/2010/main" val="344578280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657CB-6300-E641-05DC-65CE7CCEF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b="1" noProof="0" dirty="0">
                <a:solidFill>
                  <a:srgbClr val="5A5A5A"/>
                </a:solidFill>
              </a:rPr>
              <a:t>Como usar los fundamentales para predecir tendencias de largo plazo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9B7436-3194-C717-A16F-2FA6687E0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noProof="0" dirty="0"/>
              <a:t>Ejemplo inflación y tasas de interés</a:t>
            </a:r>
          </a:p>
          <a:p>
            <a:r>
              <a:rPr lang="es-CO" noProof="0" dirty="0" err="1"/>
              <a:t>Market</a:t>
            </a:r>
            <a:r>
              <a:rPr lang="es-CO" noProof="0" dirty="0"/>
              <a:t> timing </a:t>
            </a:r>
            <a:r>
              <a:rPr lang="es-CO" noProof="0" dirty="0" err="1"/>
              <a:t>models</a:t>
            </a:r>
            <a:endParaRPr lang="es-CO" noProof="0" dirty="0"/>
          </a:p>
          <a:p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262849686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A00486-AF6F-25D9-4CCD-7B4825ECC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BE8B84-F357-8812-1542-13010CE37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7890" name="Picture 2">
            <a:extLst>
              <a:ext uri="{FF2B5EF4-FFF2-40B4-BE49-F238E27FC236}">
                <a16:creationId xmlns:a16="http://schemas.microsoft.com/office/drawing/2014/main" id="{8F030AB2-EFE2-221F-B670-4CBA1882D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" y="1044799"/>
            <a:ext cx="11915001" cy="581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17319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0AA90F-DE49-81DA-8521-EBDBD4C1A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BCE15D-A70E-3407-899E-7ECBC1C44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8914" name="Picture 2">
            <a:extLst>
              <a:ext uri="{FF2B5EF4-FFF2-40B4-BE49-F238E27FC236}">
                <a16:creationId xmlns:a16="http://schemas.microsoft.com/office/drawing/2014/main" id="{8A3FB3C0-4993-1332-F62F-7C7A3C471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45" y="1201103"/>
            <a:ext cx="11928965" cy="5656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31136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1C350A-D796-52FC-7AA5-AA9A088FC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Momentum filter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97B3DD-4C3B-0ED3-516E-FFAC184C4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62" name="Picture 2">
            <a:extLst>
              <a:ext uri="{FF2B5EF4-FFF2-40B4-BE49-F238E27FC236}">
                <a16:creationId xmlns:a16="http://schemas.microsoft.com/office/drawing/2014/main" id="{BC4CAE47-BF0D-7104-8B29-97C7978D4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642" y="1958321"/>
            <a:ext cx="10283190" cy="4830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17708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FBA85F-A0F9-EE39-0ABB-CAFC1DAB4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07A6E2-661B-E912-1E56-550D42929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9938" name="Picture 2">
            <a:extLst>
              <a:ext uri="{FF2B5EF4-FFF2-40B4-BE49-F238E27FC236}">
                <a16:creationId xmlns:a16="http://schemas.microsoft.com/office/drawing/2014/main" id="{8729DE99-C6E4-46D5-D171-54E464FC5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2825"/>
            <a:ext cx="12192000" cy="483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F9CFCA17-BCA8-7737-4931-5017D5E2FD25}"/>
              </a:ext>
            </a:extLst>
          </p:cNvPr>
          <p:cNvSpPr/>
          <p:nvPr/>
        </p:nvSpPr>
        <p:spPr>
          <a:xfrm>
            <a:off x="3913632" y="1341120"/>
            <a:ext cx="2609088" cy="1048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Long short: </a:t>
            </a:r>
            <a:r>
              <a:rPr lang="en-US" dirty="0" err="1"/>
              <a:t>pero</a:t>
            </a:r>
            <a:r>
              <a:rPr lang="en-US" dirty="0"/>
              <a:t> no se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hacer</a:t>
            </a:r>
            <a:r>
              <a:rPr lang="en-US" dirty="0"/>
              <a:t> shorts!!</a:t>
            </a:r>
          </a:p>
        </p:txBody>
      </p:sp>
    </p:spTree>
    <p:extLst>
      <p:ext uri="{BB962C8B-B14F-4D97-AF65-F5344CB8AC3E}">
        <p14:creationId xmlns:p14="http://schemas.microsoft.com/office/powerpoint/2010/main" val="378026452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AFA944-95A7-4669-228D-0331B6B3C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F7602B4-33D7-B980-C305-2745A1A5A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38" y="1094613"/>
            <a:ext cx="11325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02546DE9-6F17-0BC7-8073-AB98A93002B2}"/>
              </a:ext>
            </a:extLst>
          </p:cNvPr>
          <p:cNvSpPr/>
          <p:nvPr/>
        </p:nvSpPr>
        <p:spPr>
          <a:xfrm>
            <a:off x="3169920" y="1865376"/>
            <a:ext cx="2816352" cy="999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Alternativa COP</a:t>
            </a:r>
          </a:p>
        </p:txBody>
      </p:sp>
    </p:spTree>
    <p:extLst>
      <p:ext uri="{BB962C8B-B14F-4D97-AF65-F5344CB8AC3E}">
        <p14:creationId xmlns:p14="http://schemas.microsoft.com/office/powerpoint/2010/main" val="20449993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donto Express">
      <a:dk1>
        <a:srgbClr val="7F7F7F"/>
      </a:dk1>
      <a:lt1>
        <a:sysClr val="window" lastClr="FFFFFF"/>
      </a:lt1>
      <a:dk2>
        <a:srgbClr val="323F4F"/>
      </a:dk2>
      <a:lt2>
        <a:srgbClr val="E7E6E6"/>
      </a:lt2>
      <a:accent1>
        <a:srgbClr val="1073BA"/>
      </a:accent1>
      <a:accent2>
        <a:srgbClr val="B3B3B3"/>
      </a:accent2>
      <a:accent3>
        <a:srgbClr val="0563C1"/>
      </a:accent3>
      <a:accent4>
        <a:srgbClr val="44546A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19461</TotalTime>
  <Words>1597</Words>
  <Application>Microsoft Office PowerPoint</Application>
  <PresentationFormat>Panorámica</PresentationFormat>
  <Paragraphs>251</Paragraphs>
  <Slides>79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79</vt:i4>
      </vt:variant>
    </vt:vector>
  </HeadingPairs>
  <TitlesOfParts>
    <vt:vector size="86" baseType="lpstr">
      <vt:lpstr>Aptos Narrow</vt:lpstr>
      <vt:lpstr>Arial</vt:lpstr>
      <vt:lpstr>Calibri</vt:lpstr>
      <vt:lpstr>Calibri Light</vt:lpstr>
      <vt:lpstr>Cambria Math</vt:lpstr>
      <vt:lpstr>Helvetica Neue</vt:lpstr>
      <vt:lpstr>Tema de Office</vt:lpstr>
      <vt:lpstr>Presentación de PowerPoint</vt:lpstr>
      <vt:lpstr>Disclaimer</vt:lpstr>
      <vt:lpstr>El trading algorítmico es ciencia y arte</vt:lpstr>
      <vt:lpstr>Es muy importante tener un proceso claro…</vt:lpstr>
      <vt:lpstr>Algunas fuentes:</vt:lpstr>
      <vt:lpstr>Antes de empezar la lección mas importante</vt:lpstr>
      <vt:lpstr>La parte mas difícil de las perdidas es recuperarlas</vt:lpstr>
      <vt:lpstr>Algunas reglas para los que empiezan</vt:lpstr>
      <vt:lpstr>Análisis intermercado</vt:lpstr>
      <vt:lpstr>Presentación de PowerPoint</vt:lpstr>
      <vt:lpstr>Presentación de PowerPoint</vt:lpstr>
      <vt:lpstr>Metodologías</vt:lpstr>
      <vt:lpstr>Relative Strength</vt:lpstr>
      <vt:lpstr>Relative Strength formula:</vt:lpstr>
      <vt:lpstr>Ejemplo GXG – EWM (50)</vt:lpstr>
      <vt:lpstr>Bollinger bands</vt:lpstr>
      <vt:lpstr>Bollinger bands</vt:lpstr>
      <vt:lpstr>Colcap vs PF Bancol – EWMA(40)</vt:lpstr>
      <vt:lpstr>Presentación de PowerPoint</vt:lpstr>
      <vt:lpstr>Disparity Index (MA deviation)</vt:lpstr>
      <vt:lpstr>Presentación de PowerPoint</vt:lpstr>
      <vt:lpstr>Presentación de PowerPoint</vt:lpstr>
      <vt:lpstr>Z-score</vt:lpstr>
      <vt:lpstr>Presentación de PowerPoint</vt:lpstr>
      <vt:lpstr>Presentación de PowerPoint</vt:lpstr>
      <vt:lpstr>Linear Regression Slope Index</vt:lpstr>
      <vt:lpstr>Presentación de PowerPoint</vt:lpstr>
      <vt:lpstr>Regression Divergency</vt:lpstr>
      <vt:lpstr>Presentación de PowerPoint</vt:lpstr>
      <vt:lpstr>Presentación de PowerPoint</vt:lpstr>
      <vt:lpstr>Presentación de PowerPoint</vt:lpstr>
      <vt:lpstr>Presentación de PowerPoint</vt:lpstr>
      <vt:lpstr>No nos compliquemos! Usemos a Murray Ruggiero</vt:lpstr>
      <vt:lpstr>Ewma_colcap(10) y EWMA_pfbanco(40)</vt:lpstr>
      <vt:lpstr>Ewma_colcap(10) y EWMA_pfbanco(40)</vt:lpstr>
      <vt:lpstr>Filtros</vt:lpstr>
      <vt:lpstr>Ewma_colcap(10) y EWMA_pfbanco(40)</vt:lpstr>
      <vt:lpstr>EWMA_colcap(20) y EWMA_pfbcol(40)_</vt:lpstr>
      <vt:lpstr>Estacionalidad</vt:lpstr>
      <vt:lpstr>Fuerzas detrás de los patrones estacionales</vt:lpstr>
      <vt:lpstr>Como calcular los efectos estacionales</vt:lpstr>
      <vt:lpstr>Dia de la semana</vt:lpstr>
      <vt:lpstr>COP interbancario – Open Close Y close - Close</vt:lpstr>
      <vt:lpstr>Presentación de PowerPoint</vt:lpstr>
      <vt:lpstr>Agreguemos una condición mas: el mes. Al open close</vt:lpstr>
      <vt:lpstr>Presentación de PowerPoint</vt:lpstr>
      <vt:lpstr>Dia del mes</vt:lpstr>
      <vt:lpstr>Presentación de PowerPoint</vt:lpstr>
      <vt:lpstr>Presentación de PowerPoint</vt:lpstr>
      <vt:lpstr>Presentación de PowerPoint</vt:lpstr>
      <vt:lpstr>Dia del año</vt:lpstr>
      <vt:lpstr>Precios normalizados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Counter seasonal trading</vt:lpstr>
      <vt:lpstr>Filtros para mejorar los sistemas</vt:lpstr>
      <vt:lpstr>Otras fronteras para aplicar...</vt:lpstr>
      <vt:lpstr>Presentación de PowerPoint</vt:lpstr>
      <vt:lpstr>Datos del COT </vt:lpstr>
      <vt:lpstr>Que es el COT</vt:lpstr>
      <vt:lpstr>Tipos de reportes</vt:lpstr>
      <vt:lpstr>Ejemplo oro</vt:lpstr>
      <vt:lpstr>Los no comerciales parecen mandar la parada!</vt:lpstr>
      <vt:lpstr>Presentación de PowerPoint</vt:lpstr>
      <vt:lpstr>Ejemplo Emini and SPY</vt:lpstr>
      <vt:lpstr>Presentación de PowerPoint</vt:lpstr>
      <vt:lpstr>Presentación de PowerPoint</vt:lpstr>
      <vt:lpstr>Presentación de PowerPoint</vt:lpstr>
      <vt:lpstr>COT Oscillator</vt:lpstr>
      <vt:lpstr>Patrones de largo plazo</vt:lpstr>
      <vt:lpstr>Como usar los fundamentales para predecir tendencias de largo plazo</vt:lpstr>
      <vt:lpstr>Presentación de PowerPoint</vt:lpstr>
      <vt:lpstr>Presentación de PowerPoint</vt:lpstr>
      <vt:lpstr>Momentum filter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Roberto Rodriguez</dc:creator>
  <cp:lastModifiedBy>Juan David Suarez</cp:lastModifiedBy>
  <cp:revision>146</cp:revision>
  <dcterms:created xsi:type="dcterms:W3CDTF">2018-12-09T19:48:54Z</dcterms:created>
  <dcterms:modified xsi:type="dcterms:W3CDTF">2025-04-10T21:23:30Z</dcterms:modified>
</cp:coreProperties>
</file>