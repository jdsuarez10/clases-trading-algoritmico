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8"/>
  </p:notesMasterIdLst>
  <p:sldIdLst>
    <p:sldId id="280" r:id="rId2"/>
    <p:sldId id="325" r:id="rId3"/>
    <p:sldId id="333" r:id="rId4"/>
    <p:sldId id="334" r:id="rId5"/>
    <p:sldId id="508" r:id="rId6"/>
    <p:sldId id="509" r:id="rId7"/>
    <p:sldId id="338" r:id="rId8"/>
    <p:sldId id="478" r:id="rId9"/>
    <p:sldId id="475" r:id="rId10"/>
    <p:sldId id="480" r:id="rId11"/>
    <p:sldId id="479" r:id="rId12"/>
    <p:sldId id="339" r:id="rId13"/>
    <p:sldId id="340" r:id="rId14"/>
    <p:sldId id="513" r:id="rId15"/>
    <p:sldId id="514" r:id="rId16"/>
    <p:sldId id="515" r:id="rId17"/>
    <p:sldId id="516" r:id="rId18"/>
    <p:sldId id="487" r:id="rId19"/>
    <p:sldId id="489" r:id="rId20"/>
    <p:sldId id="477" r:id="rId21"/>
    <p:sldId id="482" r:id="rId22"/>
    <p:sldId id="483" r:id="rId23"/>
    <p:sldId id="484" r:id="rId24"/>
    <p:sldId id="345" r:id="rId25"/>
    <p:sldId id="348" r:id="rId26"/>
    <p:sldId id="499" r:id="rId27"/>
    <p:sldId id="500" r:id="rId28"/>
    <p:sldId id="485" r:id="rId29"/>
    <p:sldId id="486" r:id="rId30"/>
    <p:sldId id="529" r:id="rId31"/>
    <p:sldId id="490" r:id="rId32"/>
    <p:sldId id="510" r:id="rId33"/>
    <p:sldId id="497" r:id="rId34"/>
    <p:sldId id="498" r:id="rId35"/>
    <p:sldId id="496" r:id="rId36"/>
    <p:sldId id="342" r:id="rId37"/>
    <p:sldId id="495" r:id="rId38"/>
    <p:sldId id="501" r:id="rId39"/>
    <p:sldId id="505" r:id="rId40"/>
    <p:sldId id="343" r:id="rId41"/>
    <p:sldId id="506" r:id="rId42"/>
    <p:sldId id="511" r:id="rId43"/>
    <p:sldId id="507" r:id="rId44"/>
    <p:sldId id="530" r:id="rId45"/>
    <p:sldId id="522" r:id="rId46"/>
    <p:sldId id="531" r:id="rId47"/>
    <p:sldId id="532" r:id="rId48"/>
    <p:sldId id="533" r:id="rId49"/>
    <p:sldId id="534" r:id="rId50"/>
    <p:sldId id="535" r:id="rId51"/>
    <p:sldId id="493" r:id="rId52"/>
    <p:sldId id="523" r:id="rId53"/>
    <p:sldId id="524" r:id="rId54"/>
    <p:sldId id="525" r:id="rId55"/>
    <p:sldId id="341" r:id="rId56"/>
    <p:sldId id="527" r:id="rId57"/>
    <p:sldId id="526" r:id="rId58"/>
    <p:sldId id="344" r:id="rId59"/>
    <p:sldId id="346" r:id="rId60"/>
    <p:sldId id="528" r:id="rId61"/>
    <p:sldId id="536" r:id="rId62"/>
    <p:sldId id="521" r:id="rId63"/>
    <p:sldId id="502" r:id="rId64"/>
    <p:sldId id="503" r:id="rId65"/>
    <p:sldId id="504" r:id="rId66"/>
    <p:sldId id="520" r:id="rId6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224" userDrawn="1">
          <p15:clr>
            <a:srgbClr val="A4A3A4"/>
          </p15:clr>
        </p15:guide>
        <p15:guide id="2" pos="461" userDrawn="1">
          <p15:clr>
            <a:srgbClr val="A4A3A4"/>
          </p15:clr>
        </p15:guide>
        <p15:guide id="3" orient="horz" pos="1440" userDrawn="1">
          <p15:clr>
            <a:srgbClr val="A4A3A4"/>
          </p15:clr>
        </p15:guide>
        <p15:guide id="4" orient="horz" pos="799" userDrawn="1">
          <p15:clr>
            <a:srgbClr val="A4A3A4"/>
          </p15:clr>
        </p15:guide>
        <p15:guide id="5" orient="horz" pos="24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5A"/>
    <a:srgbClr val="007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247D06-93CB-4812-88D9-B8949066360D}" v="851" dt="2026-09-16T22:19:18.7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86791" autoAdjust="0"/>
  </p:normalViewPr>
  <p:slideViewPr>
    <p:cSldViewPr snapToGrid="0" snapToObjects="1">
      <p:cViewPr varScale="1">
        <p:scale>
          <a:sx n="95" d="100"/>
          <a:sy n="95" d="100"/>
        </p:scale>
        <p:origin x="1722" y="60"/>
      </p:cViewPr>
      <p:guideLst>
        <p:guide pos="7224"/>
        <p:guide pos="461"/>
        <p:guide orient="horz" pos="1440"/>
        <p:guide orient="horz" pos="799"/>
        <p:guide orient="horz" pos="2400"/>
      </p:guideLst>
    </p:cSldViewPr>
  </p:slideViewPr>
  <p:outlineViewPr>
    <p:cViewPr>
      <p:scale>
        <a:sx n="33" d="100"/>
        <a:sy n="33" d="100"/>
      </p:scale>
      <p:origin x="0" y="-60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2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David Suarez" userId="ba5a93b715572fed" providerId="LiveId" clId="{8A2E4A20-AA69-472B-9E6C-3239843899E3}"/>
    <pc:docChg chg="undo redo custSel addSld delSld modSld sldOrd modMainMaster">
      <pc:chgData name="Juan David Suarez" userId="ba5a93b715572fed" providerId="LiveId" clId="{8A2E4A20-AA69-472B-9E6C-3239843899E3}" dt="2026-09-16T22:31:34.522" v="12809" actId="20577"/>
      <pc:docMkLst>
        <pc:docMk/>
      </pc:docMkLst>
      <pc:sldChg chg="modSp mod">
        <pc:chgData name="Juan David Suarez" userId="ba5a93b715572fed" providerId="LiveId" clId="{8A2E4A20-AA69-472B-9E6C-3239843899E3}" dt="2026-09-01T20:46:39.777" v="149" actId="790"/>
        <pc:sldMkLst>
          <pc:docMk/>
          <pc:sldMk cId="3315228586" sldId="280"/>
        </pc:sldMkLst>
        <pc:spChg chg="mod">
          <ac:chgData name="Juan David Suarez" userId="ba5a93b715572fed" providerId="LiveId" clId="{8A2E4A20-AA69-472B-9E6C-3239843899E3}" dt="2026-09-01T20:46:39.777" v="149" actId="790"/>
          <ac:spMkLst>
            <pc:docMk/>
            <pc:sldMk cId="3315228586" sldId="280"/>
            <ac:spMk id="4" creationId="{00000000-0000-0000-0000-000000000000}"/>
          </ac:spMkLst>
        </pc:spChg>
      </pc:sldChg>
      <pc:sldChg chg="addSp delSp modSp mod">
        <pc:chgData name="Juan David Suarez" userId="ba5a93b715572fed" providerId="LiveId" clId="{8A2E4A20-AA69-472B-9E6C-3239843899E3}" dt="2026-09-01T20:41:21.634" v="43"/>
        <pc:sldMkLst>
          <pc:docMk/>
          <pc:sldMk cId="628213817" sldId="325"/>
        </pc:sldMkLst>
      </pc:sldChg>
      <pc:sldChg chg="addSp modSp mod">
        <pc:chgData name="Juan David Suarez" userId="ba5a93b715572fed" providerId="LiveId" clId="{8A2E4A20-AA69-472B-9E6C-3239843899E3}" dt="2026-09-15T15:15:39.461" v="8404" actId="207"/>
        <pc:sldMkLst>
          <pc:docMk/>
          <pc:sldMk cId="3551500373" sldId="334"/>
        </pc:sldMkLst>
        <pc:spChg chg="add mod">
          <ac:chgData name="Juan David Suarez" userId="ba5a93b715572fed" providerId="LiveId" clId="{8A2E4A20-AA69-472B-9E6C-3239843899E3}" dt="2026-09-02T13:58:50.150" v="542" actId="207"/>
          <ac:spMkLst>
            <pc:docMk/>
            <pc:sldMk cId="3551500373" sldId="334"/>
            <ac:spMk id="3" creationId="{49728F5C-102A-EE33-0F4C-3FF2BBCEA0DB}"/>
          </ac:spMkLst>
        </pc:spChg>
        <pc:spChg chg="add mod">
          <ac:chgData name="Juan David Suarez" userId="ba5a93b715572fed" providerId="LiveId" clId="{8A2E4A20-AA69-472B-9E6C-3239843899E3}" dt="2026-09-02T13:58:50.150" v="542" actId="207"/>
          <ac:spMkLst>
            <pc:docMk/>
            <pc:sldMk cId="3551500373" sldId="334"/>
            <ac:spMk id="5" creationId="{36C51248-DC3C-A8E8-9D4C-946A5A731B32}"/>
          </ac:spMkLst>
        </pc:spChg>
        <pc:spChg chg="add mod">
          <ac:chgData name="Juan David Suarez" userId="ba5a93b715572fed" providerId="LiveId" clId="{8A2E4A20-AA69-472B-9E6C-3239843899E3}" dt="2026-09-02T13:59:01.005" v="545" actId="571"/>
          <ac:spMkLst>
            <pc:docMk/>
            <pc:sldMk cId="3551500373" sldId="334"/>
            <ac:spMk id="7" creationId="{3FD3E9E6-B2A8-F6A5-B1F0-92FB91610EF6}"/>
          </ac:spMkLst>
        </pc:spChg>
        <pc:spChg chg="add mod">
          <ac:chgData name="Juan David Suarez" userId="ba5a93b715572fed" providerId="LiveId" clId="{8A2E4A20-AA69-472B-9E6C-3239843899E3}" dt="2026-09-02T13:59:12.259" v="600" actId="20577"/>
          <ac:spMkLst>
            <pc:docMk/>
            <pc:sldMk cId="3551500373" sldId="334"/>
            <ac:spMk id="8" creationId="{495A0E4E-0903-3C7F-A0B9-E4B79A3E61F6}"/>
          </ac:spMkLst>
        </pc:spChg>
        <pc:spChg chg="add">
          <ac:chgData name="Juan David Suarez" userId="ba5a93b715572fed" providerId="LiveId" clId="{8A2E4A20-AA69-472B-9E6C-3239843899E3}" dt="2026-09-02T21:35:22.094" v="7085" actId="22"/>
          <ac:spMkLst>
            <pc:docMk/>
            <pc:sldMk cId="3551500373" sldId="334"/>
            <ac:spMk id="9" creationId="{26704215-E0E3-D1C9-D687-77E37004B272}"/>
          </ac:spMkLst>
        </pc:spChg>
        <pc:graphicFrameChg chg="mod modGraphic">
          <ac:chgData name="Juan David Suarez" userId="ba5a93b715572fed" providerId="LiveId" clId="{8A2E4A20-AA69-472B-9E6C-3239843899E3}" dt="2026-09-15T15:15:39.461" v="8404" actId="207"/>
          <ac:graphicFrameMkLst>
            <pc:docMk/>
            <pc:sldMk cId="3551500373" sldId="334"/>
            <ac:graphicFrameMk id="4" creationId="{1820CC92-AEF1-0B6C-EA24-B6144C5EF403}"/>
          </ac:graphicFrameMkLst>
        </pc:graphicFrameChg>
      </pc:sldChg>
      <pc:sldChg chg="addSp modSp mod">
        <pc:chgData name="Juan David Suarez" userId="ba5a93b715572fed" providerId="LiveId" clId="{8A2E4A20-AA69-472B-9E6C-3239843899E3}" dt="2026-09-16T20:37:11.426" v="11045" actId="113"/>
        <pc:sldMkLst>
          <pc:docMk/>
          <pc:sldMk cId="2602337447" sldId="338"/>
        </pc:sldMkLst>
        <pc:spChg chg="mod">
          <ac:chgData name="Juan David Suarez" userId="ba5a93b715572fed" providerId="LiveId" clId="{8A2E4A20-AA69-472B-9E6C-3239843899E3}" dt="2026-09-16T20:37:11.426" v="11045" actId="113"/>
          <ac:spMkLst>
            <pc:docMk/>
            <pc:sldMk cId="2602337447" sldId="338"/>
            <ac:spMk id="3" creationId="{83BD4173-60A6-C4A0-7153-421DDDDC7FAA}"/>
          </ac:spMkLst>
        </pc:spChg>
        <pc:spChg chg="add">
          <ac:chgData name="Juan David Suarez" userId="ba5a93b715572fed" providerId="LiveId" clId="{8A2E4A20-AA69-472B-9E6C-3239843899E3}" dt="2026-09-02T21:35:23.902" v="7086" actId="22"/>
          <ac:spMkLst>
            <pc:docMk/>
            <pc:sldMk cId="2602337447" sldId="338"/>
            <ac:spMk id="5" creationId="{5DB17D62-7C63-083D-9412-50CEA91743A0}"/>
          </ac:spMkLst>
        </pc:spChg>
      </pc:sldChg>
      <pc:sldChg chg="modSp del mod">
        <pc:chgData name="Juan David Suarez" userId="ba5a93b715572fed" providerId="LiveId" clId="{8A2E4A20-AA69-472B-9E6C-3239843899E3}" dt="2026-09-15T15:24:00.203" v="8682" actId="2696"/>
        <pc:sldMkLst>
          <pc:docMk/>
          <pc:sldMk cId="71489146" sldId="339"/>
        </pc:sldMkLst>
      </pc:sldChg>
      <pc:sldChg chg="modSp add del mod">
        <pc:chgData name="Juan David Suarez" userId="ba5a93b715572fed" providerId="LiveId" clId="{8A2E4A20-AA69-472B-9E6C-3239843899E3}" dt="2026-09-16T20:38:20.993" v="11094" actId="20577"/>
        <pc:sldMkLst>
          <pc:docMk/>
          <pc:sldMk cId="3948414857" sldId="339"/>
        </pc:sldMkLst>
        <pc:spChg chg="mod">
          <ac:chgData name="Juan David Suarez" userId="ba5a93b715572fed" providerId="LiveId" clId="{8A2E4A20-AA69-472B-9E6C-3239843899E3}" dt="2026-09-16T20:38:20.993" v="11094" actId="20577"/>
          <ac:spMkLst>
            <pc:docMk/>
            <pc:sldMk cId="3948414857" sldId="339"/>
            <ac:spMk id="2" creationId="{29C15AFA-2AB1-8C30-E0E0-07DDE38F50E7}"/>
          </ac:spMkLst>
        </pc:spChg>
      </pc:sldChg>
      <pc:sldChg chg="modSp add del mod">
        <pc:chgData name="Juan David Suarez" userId="ba5a93b715572fed" providerId="LiveId" clId="{8A2E4A20-AA69-472B-9E6C-3239843899E3}" dt="2026-09-15T15:24:00.203" v="8682" actId="2696"/>
        <pc:sldMkLst>
          <pc:docMk/>
          <pc:sldMk cId="376317992" sldId="340"/>
        </pc:sldMkLst>
        <pc:spChg chg="mod">
          <ac:chgData name="Juan David Suarez" userId="ba5a93b715572fed" providerId="LiveId" clId="{8A2E4A20-AA69-472B-9E6C-3239843899E3}" dt="2026-09-15T15:19:00.227" v="8417" actId="20577"/>
          <ac:spMkLst>
            <pc:docMk/>
            <pc:sldMk cId="376317992" sldId="340"/>
            <ac:spMk id="2" creationId="{E501A146-3BAD-B0BA-1A49-92D5FAB7CEE6}"/>
          </ac:spMkLst>
        </pc:spChg>
      </pc:sldChg>
      <pc:sldChg chg="add">
        <pc:chgData name="Juan David Suarez" userId="ba5a93b715572fed" providerId="LiveId" clId="{8A2E4A20-AA69-472B-9E6C-3239843899E3}" dt="2026-09-15T23:11:48.907" v="10167"/>
        <pc:sldMkLst>
          <pc:docMk/>
          <pc:sldMk cId="1759097905" sldId="340"/>
        </pc:sldMkLst>
      </pc:sldChg>
      <pc:sldChg chg="add del">
        <pc:chgData name="Juan David Suarez" userId="ba5a93b715572fed" providerId="LiveId" clId="{8A2E4A20-AA69-472B-9E6C-3239843899E3}" dt="2026-09-15T23:11:46.305" v="10166" actId="2696"/>
        <pc:sldMkLst>
          <pc:docMk/>
          <pc:sldMk cId="2017900987" sldId="340"/>
        </pc:sldMkLst>
      </pc:sldChg>
      <pc:sldChg chg="modSp mod">
        <pc:chgData name="Juan David Suarez" userId="ba5a93b715572fed" providerId="LiveId" clId="{8A2E4A20-AA69-472B-9E6C-3239843899E3}" dt="2026-09-16T22:13:58.913" v="11922" actId="20577"/>
        <pc:sldMkLst>
          <pc:docMk/>
          <pc:sldMk cId="607183736" sldId="341"/>
        </pc:sldMkLst>
        <pc:spChg chg="mod">
          <ac:chgData name="Juan David Suarez" userId="ba5a93b715572fed" providerId="LiveId" clId="{8A2E4A20-AA69-472B-9E6C-3239843899E3}" dt="2026-09-16T22:08:41.805" v="11893" actId="20577"/>
          <ac:spMkLst>
            <pc:docMk/>
            <pc:sldMk cId="607183736" sldId="341"/>
            <ac:spMk id="2" creationId="{CCEE4494-2421-B572-4DEE-19E2D77FBD80}"/>
          </ac:spMkLst>
        </pc:spChg>
        <pc:spChg chg="mod">
          <ac:chgData name="Juan David Suarez" userId="ba5a93b715572fed" providerId="LiveId" clId="{8A2E4A20-AA69-472B-9E6C-3239843899E3}" dt="2026-09-16T22:13:58.913" v="11922" actId="20577"/>
          <ac:spMkLst>
            <pc:docMk/>
            <pc:sldMk cId="607183736" sldId="341"/>
            <ac:spMk id="3" creationId="{E6C3ABEC-6C8B-FD52-A0D0-34AFE0019F5C}"/>
          </ac:spMkLst>
        </pc:spChg>
        <pc:graphicFrameChg chg="modGraphic">
          <ac:chgData name="Juan David Suarez" userId="ba5a93b715572fed" providerId="LiveId" clId="{8A2E4A20-AA69-472B-9E6C-3239843899E3}" dt="2026-09-15T23:15:45.022" v="10440" actId="20577"/>
          <ac:graphicFrameMkLst>
            <pc:docMk/>
            <pc:sldMk cId="607183736" sldId="341"/>
            <ac:graphicFrameMk id="4" creationId="{8625E05A-39D0-4F1C-73AA-118D7963024D}"/>
          </ac:graphicFrameMkLst>
        </pc:graphicFrameChg>
      </pc:sldChg>
      <pc:sldChg chg="delSp modSp add mod ord">
        <pc:chgData name="Juan David Suarez" userId="ba5a93b715572fed" providerId="LiveId" clId="{8A2E4A20-AA69-472B-9E6C-3239843899E3}" dt="2026-09-15T22:54:56.974" v="9845" actId="20577"/>
        <pc:sldMkLst>
          <pc:docMk/>
          <pc:sldMk cId="3209593145" sldId="342"/>
        </pc:sldMkLst>
        <pc:spChg chg="mod">
          <ac:chgData name="Juan David Suarez" userId="ba5a93b715572fed" providerId="LiveId" clId="{8A2E4A20-AA69-472B-9E6C-3239843899E3}" dt="2026-09-15T15:37:44.812" v="9127" actId="20577"/>
          <ac:spMkLst>
            <pc:docMk/>
            <pc:sldMk cId="3209593145" sldId="342"/>
            <ac:spMk id="2" creationId="{6E6C51BC-8C43-6C1E-60A5-663848797872}"/>
          </ac:spMkLst>
        </pc:spChg>
        <pc:spChg chg="mod">
          <ac:chgData name="Juan David Suarez" userId="ba5a93b715572fed" providerId="LiveId" clId="{8A2E4A20-AA69-472B-9E6C-3239843899E3}" dt="2026-09-15T22:54:56.974" v="9845" actId="20577"/>
          <ac:spMkLst>
            <pc:docMk/>
            <pc:sldMk cId="3209593145" sldId="342"/>
            <ac:spMk id="3" creationId="{11FC58EA-A978-B427-D84A-0ABE1231F09D}"/>
          </ac:spMkLst>
        </pc:spChg>
        <pc:picChg chg="del">
          <ac:chgData name="Juan David Suarez" userId="ba5a93b715572fed" providerId="LiveId" clId="{8A2E4A20-AA69-472B-9E6C-3239843899E3}" dt="2026-09-15T15:38:03.068" v="9129" actId="21"/>
          <ac:picMkLst>
            <pc:docMk/>
            <pc:sldMk cId="3209593145" sldId="342"/>
            <ac:picMk id="5" creationId="{E430A091-AC9D-C221-79F8-F38D48978060}"/>
          </ac:picMkLst>
        </pc:picChg>
        <pc:picChg chg="del">
          <ac:chgData name="Juan David Suarez" userId="ba5a93b715572fed" providerId="LiveId" clId="{8A2E4A20-AA69-472B-9E6C-3239843899E3}" dt="2026-09-15T15:38:03.068" v="9129" actId="21"/>
          <ac:picMkLst>
            <pc:docMk/>
            <pc:sldMk cId="3209593145" sldId="342"/>
            <ac:picMk id="7" creationId="{595F3EAE-D1AB-3A9C-8190-0621C8E4BA3E}"/>
          </ac:picMkLst>
        </pc:picChg>
      </pc:sldChg>
      <pc:sldChg chg="modSp add del mod">
        <pc:chgData name="Juan David Suarez" userId="ba5a93b715572fed" providerId="LiveId" clId="{8A2E4A20-AA69-472B-9E6C-3239843899E3}" dt="2026-09-15T15:37:20.939" v="9095" actId="2696"/>
        <pc:sldMkLst>
          <pc:docMk/>
          <pc:sldMk cId="3653168118" sldId="342"/>
        </pc:sldMkLst>
        <pc:spChg chg="mod">
          <ac:chgData name="Juan David Suarez" userId="ba5a93b715572fed" providerId="LiveId" clId="{8A2E4A20-AA69-472B-9E6C-3239843899E3}" dt="2026-09-15T15:37:01.812" v="9094" actId="20577"/>
          <ac:spMkLst>
            <pc:docMk/>
            <pc:sldMk cId="3653168118" sldId="342"/>
            <ac:spMk id="2" creationId="{6E6C51BC-8C43-6C1E-60A5-663848797872}"/>
          </ac:spMkLst>
        </pc:spChg>
      </pc:sldChg>
      <pc:sldChg chg="modSp add mod">
        <pc:chgData name="Juan David Suarez" userId="ba5a93b715572fed" providerId="LiveId" clId="{8A2E4A20-AA69-472B-9E6C-3239843899E3}" dt="2026-09-15T22:58:17.360" v="10008" actId="2161"/>
        <pc:sldMkLst>
          <pc:docMk/>
          <pc:sldMk cId="2730224956" sldId="343"/>
        </pc:sldMkLst>
        <pc:spChg chg="mod">
          <ac:chgData name="Juan David Suarez" userId="ba5a93b715572fed" providerId="LiveId" clId="{8A2E4A20-AA69-472B-9E6C-3239843899E3}" dt="2026-09-15T15:38:59.896" v="9204" actId="27636"/>
          <ac:spMkLst>
            <pc:docMk/>
            <pc:sldMk cId="2730224956" sldId="343"/>
            <ac:spMk id="2" creationId="{CCD5875B-68F0-B390-43F1-82B38557D5B8}"/>
          </ac:spMkLst>
        </pc:spChg>
        <pc:graphicFrameChg chg="modGraphic">
          <ac:chgData name="Juan David Suarez" userId="ba5a93b715572fed" providerId="LiveId" clId="{8A2E4A20-AA69-472B-9E6C-3239843899E3}" dt="2026-09-15T22:58:17.360" v="10008" actId="2161"/>
          <ac:graphicFrameMkLst>
            <pc:docMk/>
            <pc:sldMk cId="2730224956" sldId="343"/>
            <ac:graphicFrameMk id="7" creationId="{79D791AF-9B36-4B9C-D58C-A95546A70B3E}"/>
          </ac:graphicFrameMkLst>
        </pc:graphicFrameChg>
      </pc:sldChg>
      <pc:sldChg chg="modSp mod">
        <pc:chgData name="Juan David Suarez" userId="ba5a93b715572fed" providerId="LiveId" clId="{8A2E4A20-AA69-472B-9E6C-3239843899E3}" dt="2026-09-15T23:21:50.499" v="10448" actId="20577"/>
        <pc:sldMkLst>
          <pc:docMk/>
          <pc:sldMk cId="826875862" sldId="344"/>
        </pc:sldMkLst>
        <pc:spChg chg="mod">
          <ac:chgData name="Juan David Suarez" userId="ba5a93b715572fed" providerId="LiveId" clId="{8A2E4A20-AA69-472B-9E6C-3239843899E3}" dt="2026-09-15T23:21:50.499" v="10448" actId="20577"/>
          <ac:spMkLst>
            <pc:docMk/>
            <pc:sldMk cId="826875862" sldId="344"/>
            <ac:spMk id="3" creationId="{34E54EDA-34FB-59D3-4E22-FA3B3AA7BD06}"/>
          </ac:spMkLst>
        </pc:spChg>
      </pc:sldChg>
      <pc:sldChg chg="addSp modSp add mod">
        <pc:chgData name="Juan David Suarez" userId="ba5a93b715572fed" providerId="LiveId" clId="{8A2E4A20-AA69-472B-9E6C-3239843899E3}" dt="2026-09-16T22:01:26.473" v="11797" actId="14100"/>
        <pc:sldMkLst>
          <pc:docMk/>
          <pc:sldMk cId="1303273763" sldId="345"/>
        </pc:sldMkLst>
        <pc:spChg chg="mod">
          <ac:chgData name="Juan David Suarez" userId="ba5a93b715572fed" providerId="LiveId" clId="{8A2E4A20-AA69-472B-9E6C-3239843899E3}" dt="2026-09-02T16:46:05.747" v="3118" actId="20577"/>
          <ac:spMkLst>
            <pc:docMk/>
            <pc:sldMk cId="1303273763" sldId="345"/>
            <ac:spMk id="2" creationId="{E754577C-AED9-9AF1-B96D-57A7857838C5}"/>
          </ac:spMkLst>
        </pc:spChg>
        <pc:graphicFrameChg chg="modGraphic">
          <ac:chgData name="Juan David Suarez" userId="ba5a93b715572fed" providerId="LiveId" clId="{8A2E4A20-AA69-472B-9E6C-3239843899E3}" dt="2026-09-16T22:01:20.187" v="11796" actId="255"/>
          <ac:graphicFrameMkLst>
            <pc:docMk/>
            <pc:sldMk cId="1303273763" sldId="345"/>
            <ac:graphicFrameMk id="8" creationId="{9BDF2E52-E2D0-B6E0-7716-64C3B5D63CC8}"/>
          </ac:graphicFrameMkLst>
        </pc:graphicFrameChg>
        <pc:cxnChg chg="add mod">
          <ac:chgData name="Juan David Suarez" userId="ba5a93b715572fed" providerId="LiveId" clId="{8A2E4A20-AA69-472B-9E6C-3239843899E3}" dt="2026-09-16T21:02:22.916" v="11316" actId="1076"/>
          <ac:cxnSpMkLst>
            <pc:docMk/>
            <pc:sldMk cId="1303273763" sldId="345"/>
            <ac:cxnSpMk id="4" creationId="{0849ABDF-0F16-0AED-84E9-000C6A09D6B7}"/>
          </ac:cxnSpMkLst>
        </pc:cxnChg>
        <pc:cxnChg chg="add mod">
          <ac:chgData name="Juan David Suarez" userId="ba5a93b715572fed" providerId="LiveId" clId="{8A2E4A20-AA69-472B-9E6C-3239843899E3}" dt="2026-09-16T22:01:26.473" v="11797" actId="14100"/>
          <ac:cxnSpMkLst>
            <pc:docMk/>
            <pc:sldMk cId="1303273763" sldId="345"/>
            <ac:cxnSpMk id="7" creationId="{083EA79A-5E00-75C8-0C04-DA00C3C404FD}"/>
          </ac:cxnSpMkLst>
        </pc:cxnChg>
      </pc:sldChg>
      <pc:sldChg chg="add del">
        <pc:chgData name="Juan David Suarez" userId="ba5a93b715572fed" providerId="LiveId" clId="{8A2E4A20-AA69-472B-9E6C-3239843899E3}" dt="2026-09-15T17:16:54.490" v="9756" actId="47"/>
        <pc:sldMkLst>
          <pc:docMk/>
          <pc:sldMk cId="3687615630" sldId="346"/>
        </pc:sldMkLst>
      </pc:sldChg>
      <pc:sldChg chg="addSp modSp add mod ord">
        <pc:chgData name="Juan David Suarez" userId="ba5a93b715572fed" providerId="LiveId" clId="{8A2E4A20-AA69-472B-9E6C-3239843899E3}" dt="2026-09-15T23:16:51.620" v="10442"/>
        <pc:sldMkLst>
          <pc:docMk/>
          <pc:sldMk cId="522231303" sldId="348"/>
        </pc:sldMkLst>
        <pc:spChg chg="mod">
          <ac:chgData name="Juan David Suarez" userId="ba5a93b715572fed" providerId="LiveId" clId="{8A2E4A20-AA69-472B-9E6C-3239843899E3}" dt="2026-09-02T16:46:10.701" v="3121" actId="20577"/>
          <ac:spMkLst>
            <pc:docMk/>
            <pc:sldMk cId="522231303" sldId="348"/>
            <ac:spMk id="2" creationId="{45C643DE-E332-45FC-A957-1CB42B7601CF}"/>
          </ac:spMkLst>
        </pc:spChg>
        <pc:spChg chg="add mod">
          <ac:chgData name="Juan David Suarez" userId="ba5a93b715572fed" providerId="LiveId" clId="{8A2E4A20-AA69-472B-9E6C-3239843899E3}" dt="2026-09-02T16:45:48.755" v="3115" actId="14100"/>
          <ac:spMkLst>
            <pc:docMk/>
            <pc:sldMk cId="522231303" sldId="348"/>
            <ac:spMk id="4" creationId="{FD34E8B6-572C-43C5-FAB6-F9A386662B7B}"/>
          </ac:spMkLst>
        </pc:spChg>
      </pc:sldChg>
      <pc:sldChg chg="del">
        <pc:chgData name="Juan David Suarez" userId="ba5a93b715572fed" providerId="LiveId" clId="{8A2E4A20-AA69-472B-9E6C-3239843899E3}" dt="2026-09-15T17:16:46.690" v="9745" actId="47"/>
        <pc:sldMkLst>
          <pc:docMk/>
          <pc:sldMk cId="3790123290" sldId="401"/>
        </pc:sldMkLst>
      </pc:sldChg>
      <pc:sldChg chg="del">
        <pc:chgData name="Juan David Suarez" userId="ba5a93b715572fed" providerId="LiveId" clId="{8A2E4A20-AA69-472B-9E6C-3239843899E3}" dt="2026-09-15T17:16:49.356" v="9747" actId="47"/>
        <pc:sldMkLst>
          <pc:docMk/>
          <pc:sldMk cId="1722542949" sldId="402"/>
        </pc:sldMkLst>
      </pc:sldChg>
      <pc:sldChg chg="del">
        <pc:chgData name="Juan David Suarez" userId="ba5a93b715572fed" providerId="LiveId" clId="{8A2E4A20-AA69-472B-9E6C-3239843899E3}" dt="2026-09-15T17:16:47.554" v="9746" actId="47"/>
        <pc:sldMkLst>
          <pc:docMk/>
          <pc:sldMk cId="3682771728" sldId="403"/>
        </pc:sldMkLst>
      </pc:sldChg>
      <pc:sldChg chg="del">
        <pc:chgData name="Juan David Suarez" userId="ba5a93b715572fed" providerId="LiveId" clId="{8A2E4A20-AA69-472B-9E6C-3239843899E3}" dt="2026-09-15T17:16:50.239" v="9749" actId="47"/>
        <pc:sldMkLst>
          <pc:docMk/>
          <pc:sldMk cId="2237255810" sldId="406"/>
        </pc:sldMkLst>
      </pc:sldChg>
      <pc:sldChg chg="del">
        <pc:chgData name="Juan David Suarez" userId="ba5a93b715572fed" providerId="LiveId" clId="{8A2E4A20-AA69-472B-9E6C-3239843899E3}" dt="2026-09-15T17:16:51.125" v="9751" actId="47"/>
        <pc:sldMkLst>
          <pc:docMk/>
          <pc:sldMk cId="1395970052" sldId="409"/>
        </pc:sldMkLst>
      </pc:sldChg>
      <pc:sldChg chg="del">
        <pc:chgData name="Juan David Suarez" userId="ba5a93b715572fed" providerId="LiveId" clId="{8A2E4A20-AA69-472B-9E6C-3239843899E3}" dt="2026-09-15T17:16:52.079" v="9753" actId="47"/>
        <pc:sldMkLst>
          <pc:docMk/>
          <pc:sldMk cId="1859988157" sldId="411"/>
        </pc:sldMkLst>
      </pc:sldChg>
      <pc:sldChg chg="del">
        <pc:chgData name="Juan David Suarez" userId="ba5a93b715572fed" providerId="LiveId" clId="{8A2E4A20-AA69-472B-9E6C-3239843899E3}" dt="2026-09-15T17:16:51.592" v="9752" actId="47"/>
        <pc:sldMkLst>
          <pc:docMk/>
          <pc:sldMk cId="3746651981" sldId="412"/>
        </pc:sldMkLst>
      </pc:sldChg>
      <pc:sldChg chg="del">
        <pc:chgData name="Juan David Suarez" userId="ba5a93b715572fed" providerId="LiveId" clId="{8A2E4A20-AA69-472B-9E6C-3239843899E3}" dt="2026-09-15T17:16:52.640" v="9754" actId="47"/>
        <pc:sldMkLst>
          <pc:docMk/>
          <pc:sldMk cId="297525112" sldId="413"/>
        </pc:sldMkLst>
      </pc:sldChg>
      <pc:sldChg chg="del">
        <pc:chgData name="Juan David Suarez" userId="ba5a93b715572fed" providerId="LiveId" clId="{8A2E4A20-AA69-472B-9E6C-3239843899E3}" dt="2026-09-15T17:16:49.858" v="9748" actId="47"/>
        <pc:sldMkLst>
          <pc:docMk/>
          <pc:sldMk cId="41282844" sldId="414"/>
        </pc:sldMkLst>
      </pc:sldChg>
      <pc:sldChg chg="del">
        <pc:chgData name="Juan David Suarez" userId="ba5a93b715572fed" providerId="LiveId" clId="{8A2E4A20-AA69-472B-9E6C-3239843899E3}" dt="2026-09-15T17:16:50.616" v="9750" actId="47"/>
        <pc:sldMkLst>
          <pc:docMk/>
          <pc:sldMk cId="2833904713" sldId="417"/>
        </pc:sldMkLst>
      </pc:sldChg>
      <pc:sldChg chg="addSp delSp modSp add mod">
        <pc:chgData name="Juan David Suarez" userId="ba5a93b715572fed" providerId="LiveId" clId="{8A2E4A20-AA69-472B-9E6C-3239843899E3}" dt="2026-09-03T15:01:42.757" v="8109" actId="20577"/>
        <pc:sldMkLst>
          <pc:docMk/>
          <pc:sldMk cId="2084755638" sldId="475"/>
        </pc:sldMkLst>
        <pc:spChg chg="mod">
          <ac:chgData name="Juan David Suarez" userId="ba5a93b715572fed" providerId="LiveId" clId="{8A2E4A20-AA69-472B-9E6C-3239843899E3}" dt="2026-09-02T14:07:04.866" v="882" actId="20577"/>
          <ac:spMkLst>
            <pc:docMk/>
            <pc:sldMk cId="2084755638" sldId="475"/>
            <ac:spMk id="2" creationId="{69A4EC2E-57D3-BA3B-F62F-98904DB7A272}"/>
          </ac:spMkLst>
        </pc:spChg>
        <pc:spChg chg="add">
          <ac:chgData name="Juan David Suarez" userId="ba5a93b715572fed" providerId="LiveId" clId="{8A2E4A20-AA69-472B-9E6C-3239843899E3}" dt="2026-09-02T21:35:25.659" v="7087" actId="22"/>
          <ac:spMkLst>
            <pc:docMk/>
            <pc:sldMk cId="2084755638" sldId="475"/>
            <ac:spMk id="4" creationId="{DB7ACD71-9175-A641-20B0-5060581416C9}"/>
          </ac:spMkLst>
        </pc:spChg>
        <pc:spChg chg="add mod">
          <ac:chgData name="Juan David Suarez" userId="ba5a93b715572fed" providerId="LiveId" clId="{8A2E4A20-AA69-472B-9E6C-3239843899E3}" dt="2026-09-03T15:01:42.757" v="8109" actId="20577"/>
          <ac:spMkLst>
            <pc:docMk/>
            <pc:sldMk cId="2084755638" sldId="475"/>
            <ac:spMk id="10" creationId="{5D6E4C0A-C906-D57B-F961-F91043966E51}"/>
          </ac:spMkLst>
        </pc:spChg>
        <pc:picChg chg="add mod">
          <ac:chgData name="Juan David Suarez" userId="ba5a93b715572fed" providerId="LiveId" clId="{8A2E4A20-AA69-472B-9E6C-3239843899E3}" dt="2026-09-02T14:16:35.686" v="1230" actId="14100"/>
          <ac:picMkLst>
            <pc:docMk/>
            <pc:sldMk cId="2084755638" sldId="475"/>
            <ac:picMk id="9" creationId="{5AD11A37-B1E3-B20F-CE06-72ABBE3AA43F}"/>
          </ac:picMkLst>
        </pc:picChg>
      </pc:sldChg>
      <pc:sldChg chg="modSp add mod">
        <pc:chgData name="Juan David Suarez" userId="ba5a93b715572fed" providerId="LiveId" clId="{8A2E4A20-AA69-472B-9E6C-3239843899E3}" dt="2026-09-16T20:45:34.245" v="11284" actId="20577"/>
        <pc:sldMkLst>
          <pc:docMk/>
          <pc:sldMk cId="2059357350" sldId="477"/>
        </pc:sldMkLst>
        <pc:spChg chg="mod">
          <ac:chgData name="Juan David Suarez" userId="ba5a93b715572fed" providerId="LiveId" clId="{8A2E4A20-AA69-472B-9E6C-3239843899E3}" dt="2026-09-16T20:45:34.245" v="11284" actId="20577"/>
          <ac:spMkLst>
            <pc:docMk/>
            <pc:sldMk cId="2059357350" sldId="477"/>
            <ac:spMk id="5" creationId="{7EE9BB75-B480-3866-30CF-1A2D632431CA}"/>
          </ac:spMkLst>
        </pc:spChg>
      </pc:sldChg>
      <pc:sldChg chg="addSp delSp modSp add del mod">
        <pc:chgData name="Juan David Suarez" userId="ba5a93b715572fed" providerId="LiveId" clId="{8A2E4A20-AA69-472B-9E6C-3239843899E3}" dt="2026-09-15T15:24:00.203" v="8682" actId="2696"/>
        <pc:sldMkLst>
          <pc:docMk/>
          <pc:sldMk cId="3172891948" sldId="477"/>
        </pc:sldMkLst>
      </pc:sldChg>
      <pc:sldChg chg="addSp delSp modSp add del mod">
        <pc:chgData name="Juan David Suarez" userId="ba5a93b715572fed" providerId="LiveId" clId="{8A2E4A20-AA69-472B-9E6C-3239843899E3}" dt="2026-09-15T15:05:13.133" v="8368" actId="2696"/>
        <pc:sldMkLst>
          <pc:docMk/>
          <pc:sldMk cId="169653621" sldId="478"/>
        </pc:sldMkLst>
      </pc:sldChg>
      <pc:sldChg chg="modSp add mod">
        <pc:chgData name="Juan David Suarez" userId="ba5a93b715572fed" providerId="LiveId" clId="{8A2E4A20-AA69-472B-9E6C-3239843899E3}" dt="2026-09-15T15:05:51.016" v="8402" actId="1076"/>
        <pc:sldMkLst>
          <pc:docMk/>
          <pc:sldMk cId="1844164323" sldId="478"/>
        </pc:sldMkLst>
        <pc:spChg chg="mod">
          <ac:chgData name="Juan David Suarez" userId="ba5a93b715572fed" providerId="LiveId" clId="{8A2E4A20-AA69-472B-9E6C-3239843899E3}" dt="2026-09-15T15:05:33.173" v="8396" actId="20577"/>
          <ac:spMkLst>
            <pc:docMk/>
            <pc:sldMk cId="1844164323" sldId="478"/>
            <ac:spMk id="2" creationId="{98223F8E-2991-8CAF-FB6E-E7C6C8CC4963}"/>
          </ac:spMkLst>
        </pc:spChg>
        <pc:spChg chg="mod">
          <ac:chgData name="Juan David Suarez" userId="ba5a93b715572fed" providerId="LiveId" clId="{8A2E4A20-AA69-472B-9E6C-3239843899E3}" dt="2026-09-15T15:05:51.016" v="8402" actId="1076"/>
          <ac:spMkLst>
            <pc:docMk/>
            <pc:sldMk cId="1844164323" sldId="478"/>
            <ac:spMk id="15" creationId="{8E59D175-DC79-192F-29FE-704B86A07504}"/>
          </ac:spMkLst>
        </pc:spChg>
        <pc:spChg chg="mod">
          <ac:chgData name="Juan David Suarez" userId="ba5a93b715572fed" providerId="LiveId" clId="{8A2E4A20-AA69-472B-9E6C-3239843899E3}" dt="2026-09-15T15:05:44.656" v="8400" actId="14100"/>
          <ac:spMkLst>
            <pc:docMk/>
            <pc:sldMk cId="1844164323" sldId="478"/>
            <ac:spMk id="24" creationId="{0A25EF9A-EFAA-C516-C789-0EBB2EB9954F}"/>
          </ac:spMkLst>
        </pc:spChg>
        <pc:cxnChg chg="mod">
          <ac:chgData name="Juan David Suarez" userId="ba5a93b715572fed" providerId="LiveId" clId="{8A2E4A20-AA69-472B-9E6C-3239843899E3}" dt="2026-09-15T15:05:47.859" v="8401" actId="14100"/>
          <ac:cxnSpMkLst>
            <pc:docMk/>
            <pc:sldMk cId="1844164323" sldId="478"/>
            <ac:cxnSpMk id="5" creationId="{E26D74B8-8B3D-024F-2A5E-49B0082B51F9}"/>
          </ac:cxnSpMkLst>
        </pc:cxnChg>
      </pc:sldChg>
      <pc:sldChg chg="addSp delSp modSp add del mod">
        <pc:chgData name="Juan David Suarez" userId="ba5a93b715572fed" providerId="LiveId" clId="{8A2E4A20-AA69-472B-9E6C-3239843899E3}" dt="2026-09-15T23:08:45.489" v="10084" actId="47"/>
        <pc:sldMkLst>
          <pc:docMk/>
          <pc:sldMk cId="605839887" sldId="479"/>
        </pc:sldMkLst>
        <pc:spChg chg="mod">
          <ac:chgData name="Juan David Suarez" userId="ba5a93b715572fed" providerId="LiveId" clId="{8A2E4A20-AA69-472B-9E6C-3239843899E3}" dt="2026-09-02T14:48:27.805" v="1951" actId="20577"/>
          <ac:spMkLst>
            <pc:docMk/>
            <pc:sldMk cId="605839887" sldId="479"/>
            <ac:spMk id="2" creationId="{686C840C-C7F5-7B91-6A45-7570F72D2F92}"/>
          </ac:spMkLst>
        </pc:spChg>
        <pc:spChg chg="add">
          <ac:chgData name="Juan David Suarez" userId="ba5a93b715572fed" providerId="LiveId" clId="{8A2E4A20-AA69-472B-9E6C-3239843899E3}" dt="2026-09-02T21:35:30.666" v="7090" actId="22"/>
          <ac:spMkLst>
            <pc:docMk/>
            <pc:sldMk cId="605839887" sldId="479"/>
            <ac:spMk id="4" creationId="{24290BF8-B71A-17DB-43D2-B0D44D9A2758}"/>
          </ac:spMkLst>
        </pc:spChg>
        <pc:picChg chg="add mod">
          <ac:chgData name="Juan David Suarez" userId="ba5a93b715572fed" providerId="LiveId" clId="{8A2E4A20-AA69-472B-9E6C-3239843899E3}" dt="2026-09-02T14:49:52.189" v="1959" actId="14100"/>
          <ac:picMkLst>
            <pc:docMk/>
            <pc:sldMk cId="605839887" sldId="479"/>
            <ac:picMk id="7" creationId="{E471590C-9A68-2660-9306-451D74E8513F}"/>
          </ac:picMkLst>
        </pc:picChg>
      </pc:sldChg>
      <pc:sldChg chg="addSp delSp modSp add mod">
        <pc:chgData name="Juan David Suarez" userId="ba5a93b715572fed" providerId="LiveId" clId="{8A2E4A20-AA69-472B-9E6C-3239843899E3}" dt="2026-09-02T21:35:28.001" v="7089" actId="22"/>
        <pc:sldMkLst>
          <pc:docMk/>
          <pc:sldMk cId="1624544155" sldId="480"/>
        </pc:sldMkLst>
        <pc:spChg chg="mod">
          <ac:chgData name="Juan David Suarez" userId="ba5a93b715572fed" providerId="LiveId" clId="{8A2E4A20-AA69-472B-9E6C-3239843899E3}" dt="2026-09-02T14:51:25.934" v="2009" actId="20577"/>
          <ac:spMkLst>
            <pc:docMk/>
            <pc:sldMk cId="1624544155" sldId="480"/>
            <ac:spMk id="2" creationId="{4AACA916-1503-127B-5E37-FE2C3002B167}"/>
          </ac:spMkLst>
        </pc:spChg>
        <pc:spChg chg="add">
          <ac:chgData name="Juan David Suarez" userId="ba5a93b715572fed" providerId="LiveId" clId="{8A2E4A20-AA69-472B-9E6C-3239843899E3}" dt="2026-09-02T21:35:28.001" v="7089" actId="22"/>
          <ac:spMkLst>
            <pc:docMk/>
            <pc:sldMk cId="1624544155" sldId="480"/>
            <ac:spMk id="5" creationId="{0F6C4D59-87AA-D099-ACEE-288576B7C4B1}"/>
          </ac:spMkLst>
        </pc:spChg>
        <pc:picChg chg="add mod">
          <ac:chgData name="Juan David Suarez" userId="ba5a93b715572fed" providerId="LiveId" clId="{8A2E4A20-AA69-472B-9E6C-3239843899E3}" dt="2026-09-02T14:53:12.921" v="2015" actId="1076"/>
          <ac:picMkLst>
            <pc:docMk/>
            <pc:sldMk cId="1624544155" sldId="480"/>
            <ac:picMk id="4" creationId="{D7129A80-4E56-CDC2-C1D6-1A8908347F37}"/>
          </ac:picMkLst>
        </pc:picChg>
        <pc:picChg chg="add mod">
          <ac:chgData name="Juan David Suarez" userId="ba5a93b715572fed" providerId="LiveId" clId="{8A2E4A20-AA69-472B-9E6C-3239843899E3}" dt="2026-09-02T14:53:46.391" v="2021" actId="1076"/>
          <ac:picMkLst>
            <pc:docMk/>
            <pc:sldMk cId="1624544155" sldId="480"/>
            <ac:picMk id="6" creationId="{D68E3089-E26C-C73F-750E-FC971CB06BDA}"/>
          </ac:picMkLst>
        </pc:picChg>
      </pc:sldChg>
      <pc:sldChg chg="modSp add mod">
        <pc:chgData name="Juan David Suarez" userId="ba5a93b715572fed" providerId="LiveId" clId="{8A2E4A20-AA69-472B-9E6C-3239843899E3}" dt="2026-09-15T15:27:21.176" v="8846" actId="20577"/>
        <pc:sldMkLst>
          <pc:docMk/>
          <pc:sldMk cId="3195737869" sldId="482"/>
        </pc:sldMkLst>
        <pc:spChg chg="mod">
          <ac:chgData name="Juan David Suarez" userId="ba5a93b715572fed" providerId="LiveId" clId="{8A2E4A20-AA69-472B-9E6C-3239843899E3}" dt="2026-09-15T15:27:21.176" v="8846" actId="20577"/>
          <ac:spMkLst>
            <pc:docMk/>
            <pc:sldMk cId="3195737869" sldId="482"/>
            <ac:spMk id="2" creationId="{ECBCC8C7-F7B6-ADBB-BC9C-C25E8EA218E6}"/>
          </ac:spMkLst>
        </pc:spChg>
      </pc:sldChg>
      <pc:sldChg chg="addSp delSp modSp add mod">
        <pc:chgData name="Juan David Suarez" userId="ba5a93b715572fed" providerId="LiveId" clId="{8A2E4A20-AA69-472B-9E6C-3239843899E3}" dt="2026-09-16T21:01:11.797" v="11315" actId="20577"/>
        <pc:sldMkLst>
          <pc:docMk/>
          <pc:sldMk cId="696971743" sldId="483"/>
        </pc:sldMkLst>
        <pc:spChg chg="mod">
          <ac:chgData name="Juan David Suarez" userId="ba5a93b715572fed" providerId="LiveId" clId="{8A2E4A20-AA69-472B-9E6C-3239843899E3}" dt="2026-09-16T21:01:11.797" v="11315" actId="20577"/>
          <ac:spMkLst>
            <pc:docMk/>
            <pc:sldMk cId="696971743" sldId="483"/>
            <ac:spMk id="2" creationId="{4B011CCE-CFFA-EA02-E160-73C8EF6FFB4B}"/>
          </ac:spMkLst>
        </pc:spChg>
        <pc:spChg chg="add mod">
          <ac:chgData name="Juan David Suarez" userId="ba5a93b715572fed" providerId="LiveId" clId="{8A2E4A20-AA69-472B-9E6C-3239843899E3}" dt="2026-09-16T21:00:12.708" v="11293" actId="27636"/>
          <ac:spMkLst>
            <pc:docMk/>
            <pc:sldMk cId="696971743" sldId="483"/>
            <ac:spMk id="4" creationId="{8054939F-654B-1B11-EBED-AF2E99FBEF8D}"/>
          </ac:spMkLst>
        </pc:spChg>
        <pc:picChg chg="add mod">
          <ac:chgData name="Juan David Suarez" userId="ba5a93b715572fed" providerId="LiveId" clId="{8A2E4A20-AA69-472B-9E6C-3239843899E3}" dt="2026-09-16T21:00:09.867" v="11291" actId="1076"/>
          <ac:picMkLst>
            <pc:docMk/>
            <pc:sldMk cId="696971743" sldId="483"/>
            <ac:picMk id="5" creationId="{3D104BC3-7A14-9376-8A32-D4E6BB65DBA5}"/>
          </ac:picMkLst>
        </pc:picChg>
        <pc:picChg chg="add del mod">
          <ac:chgData name="Juan David Suarez" userId="ba5a93b715572fed" providerId="LiveId" clId="{8A2E4A20-AA69-472B-9E6C-3239843899E3}" dt="2026-09-16T21:00:05.270" v="11287" actId="478"/>
          <ac:picMkLst>
            <pc:docMk/>
            <pc:sldMk cId="696971743" sldId="483"/>
            <ac:picMk id="8" creationId="{4EF5BCAD-3BF5-C7EB-827A-5A8066DC0280}"/>
          </ac:picMkLst>
        </pc:picChg>
      </pc:sldChg>
      <pc:sldChg chg="delSp modSp add mod">
        <pc:chgData name="Juan David Suarez" userId="ba5a93b715572fed" providerId="LiveId" clId="{8A2E4A20-AA69-472B-9E6C-3239843899E3}" dt="2026-09-16T21:22:10.513" v="11391" actId="20577"/>
        <pc:sldMkLst>
          <pc:docMk/>
          <pc:sldMk cId="1957912375" sldId="484"/>
        </pc:sldMkLst>
        <pc:spChg chg="mod">
          <ac:chgData name="Juan David Suarez" userId="ba5a93b715572fed" providerId="LiveId" clId="{8A2E4A20-AA69-472B-9E6C-3239843899E3}" dt="2026-09-02T16:42:25.850" v="2760" actId="20577"/>
          <ac:spMkLst>
            <pc:docMk/>
            <pc:sldMk cId="1957912375" sldId="484"/>
            <ac:spMk id="2" creationId="{F0E88368-A610-E7E4-A041-49C14EF8E4FF}"/>
          </ac:spMkLst>
        </pc:spChg>
        <pc:spChg chg="mod">
          <ac:chgData name="Juan David Suarez" userId="ba5a93b715572fed" providerId="LiveId" clId="{8A2E4A20-AA69-472B-9E6C-3239843899E3}" dt="2026-09-16T21:22:10.513" v="11391" actId="20577"/>
          <ac:spMkLst>
            <pc:docMk/>
            <pc:sldMk cId="1957912375" sldId="484"/>
            <ac:spMk id="4" creationId="{423320C8-046B-AFFA-7D34-D54BAB865F01}"/>
          </ac:spMkLst>
        </pc:spChg>
      </pc:sldChg>
      <pc:sldChg chg="addSp delSp modSp add mod">
        <pc:chgData name="Juan David Suarez" userId="ba5a93b715572fed" providerId="LiveId" clId="{8A2E4A20-AA69-472B-9E6C-3239843899E3}" dt="2026-09-16T21:19:49.225" v="11350" actId="22"/>
        <pc:sldMkLst>
          <pc:docMk/>
          <pc:sldMk cId="4036888349" sldId="485"/>
        </pc:sldMkLst>
        <pc:spChg chg="mod">
          <ac:chgData name="Juan David Suarez" userId="ba5a93b715572fed" providerId="LiveId" clId="{8A2E4A20-AA69-472B-9E6C-3239843899E3}" dt="2026-09-15T15:23:34.212" v="8681" actId="5793"/>
          <ac:spMkLst>
            <pc:docMk/>
            <pc:sldMk cId="4036888349" sldId="485"/>
            <ac:spMk id="2" creationId="{01F80063-AA7A-E36E-234F-7D8F257501C3}"/>
          </ac:spMkLst>
        </pc:spChg>
        <pc:spChg chg="add del">
          <ac:chgData name="Juan David Suarez" userId="ba5a93b715572fed" providerId="LiveId" clId="{8A2E4A20-AA69-472B-9E6C-3239843899E3}" dt="2026-09-16T21:19:49.225" v="11350" actId="22"/>
          <ac:spMkLst>
            <pc:docMk/>
            <pc:sldMk cId="4036888349" sldId="485"/>
            <ac:spMk id="4" creationId="{A39042D7-D039-2C33-5A61-91F1BE1440AF}"/>
          </ac:spMkLst>
        </pc:spChg>
      </pc:sldChg>
      <pc:sldChg chg="add">
        <pc:chgData name="Juan David Suarez" userId="ba5a93b715572fed" providerId="LiveId" clId="{8A2E4A20-AA69-472B-9E6C-3239843899E3}" dt="2026-09-02T17:16:23.405" v="4532"/>
        <pc:sldMkLst>
          <pc:docMk/>
          <pc:sldMk cId="1264465484" sldId="486"/>
        </pc:sldMkLst>
      </pc:sldChg>
      <pc:sldChg chg="modSp add mod">
        <pc:chgData name="Juan David Suarez" userId="ba5a93b715572fed" providerId="LiveId" clId="{8A2E4A20-AA69-472B-9E6C-3239843899E3}" dt="2026-09-15T23:12:41.500" v="10240" actId="20577"/>
        <pc:sldMkLst>
          <pc:docMk/>
          <pc:sldMk cId="2239491907" sldId="487"/>
        </pc:sldMkLst>
        <pc:spChg chg="mod">
          <ac:chgData name="Juan David Suarez" userId="ba5a93b715572fed" providerId="LiveId" clId="{8A2E4A20-AA69-472B-9E6C-3239843899E3}" dt="2026-09-15T23:12:41.500" v="10240" actId="20577"/>
          <ac:spMkLst>
            <pc:docMk/>
            <pc:sldMk cId="2239491907" sldId="487"/>
            <ac:spMk id="2" creationId="{41206968-3750-D85E-559B-ED59A21F4F08}"/>
          </ac:spMkLst>
        </pc:spChg>
      </pc:sldChg>
      <pc:sldChg chg="addSp delSp modSp add del mod">
        <pc:chgData name="Juan David Suarez" userId="ba5a93b715572fed" providerId="LiveId" clId="{8A2E4A20-AA69-472B-9E6C-3239843899E3}" dt="2026-09-15T15:24:00.203" v="8682" actId="2696"/>
        <pc:sldMkLst>
          <pc:docMk/>
          <pc:sldMk cId="2338574607" sldId="487"/>
        </pc:sldMkLst>
      </pc:sldChg>
      <pc:sldChg chg="addSp delSp modSp add del mod">
        <pc:chgData name="Juan David Suarez" userId="ba5a93b715572fed" providerId="LiveId" clId="{8A2E4A20-AA69-472B-9E6C-3239843899E3}" dt="2026-09-15T15:24:00.203" v="8682" actId="2696"/>
        <pc:sldMkLst>
          <pc:docMk/>
          <pc:sldMk cId="1841782943" sldId="488"/>
        </pc:sldMkLst>
      </pc:sldChg>
      <pc:sldChg chg="modSp add del mod">
        <pc:chgData name="Juan David Suarez" userId="ba5a93b715572fed" providerId="LiveId" clId="{8A2E4A20-AA69-472B-9E6C-3239843899E3}" dt="2026-09-16T20:45:15.707" v="11265" actId="47"/>
        <pc:sldMkLst>
          <pc:docMk/>
          <pc:sldMk cId="3958372532" sldId="488"/>
        </pc:sldMkLst>
        <pc:spChg chg="mod">
          <ac:chgData name="Juan David Suarez" userId="ba5a93b715572fed" providerId="LiveId" clId="{8A2E4A20-AA69-472B-9E6C-3239843899E3}" dt="2026-09-15T23:12:58.948" v="10263" actId="20577"/>
          <ac:spMkLst>
            <pc:docMk/>
            <pc:sldMk cId="3958372532" sldId="488"/>
            <ac:spMk id="2" creationId="{21BF5519-3F2F-47DB-1B95-BCAAEC051F1D}"/>
          </ac:spMkLst>
        </pc:spChg>
      </pc:sldChg>
      <pc:sldChg chg="addSp delSp modSp add del mod">
        <pc:chgData name="Juan David Suarez" userId="ba5a93b715572fed" providerId="LiveId" clId="{8A2E4A20-AA69-472B-9E6C-3239843899E3}" dt="2026-09-15T15:24:00.203" v="8682" actId="2696"/>
        <pc:sldMkLst>
          <pc:docMk/>
          <pc:sldMk cId="1518909599" sldId="489"/>
        </pc:sldMkLst>
      </pc:sldChg>
      <pc:sldChg chg="modSp add mod">
        <pc:chgData name="Juan David Suarez" userId="ba5a93b715572fed" providerId="LiveId" clId="{8A2E4A20-AA69-472B-9E6C-3239843899E3}" dt="2026-09-15T23:13:13.817" v="10306" actId="20577"/>
        <pc:sldMkLst>
          <pc:docMk/>
          <pc:sldMk cId="2032902632" sldId="489"/>
        </pc:sldMkLst>
        <pc:spChg chg="mod">
          <ac:chgData name="Juan David Suarez" userId="ba5a93b715572fed" providerId="LiveId" clId="{8A2E4A20-AA69-472B-9E6C-3239843899E3}" dt="2026-09-15T23:13:13.817" v="10306" actId="20577"/>
          <ac:spMkLst>
            <pc:docMk/>
            <pc:sldMk cId="2032902632" sldId="489"/>
            <ac:spMk id="2" creationId="{1801C92E-3D2A-BBB7-1228-B99830F20674}"/>
          </ac:spMkLst>
        </pc:spChg>
      </pc:sldChg>
      <pc:sldChg chg="modSp add mod">
        <pc:chgData name="Juan David Suarez" userId="ba5a93b715572fed" providerId="LiveId" clId="{8A2E4A20-AA69-472B-9E6C-3239843899E3}" dt="2026-09-16T21:21:07.099" v="11357" actId="313"/>
        <pc:sldMkLst>
          <pc:docMk/>
          <pc:sldMk cId="424423882" sldId="490"/>
        </pc:sldMkLst>
        <pc:spChg chg="mod">
          <ac:chgData name="Juan David Suarez" userId="ba5a93b715572fed" providerId="LiveId" clId="{8A2E4A20-AA69-472B-9E6C-3239843899E3}" dt="2026-09-16T21:21:07.099" v="11357" actId="313"/>
          <ac:spMkLst>
            <pc:docMk/>
            <pc:sldMk cId="424423882" sldId="490"/>
            <ac:spMk id="2" creationId="{94F1EB25-F10D-7844-ECC7-B3E065927A58}"/>
          </ac:spMkLst>
        </pc:spChg>
      </pc:sldChg>
      <pc:sldChg chg="modSp add del mod ord">
        <pc:chgData name="Juan David Suarez" userId="ba5a93b715572fed" providerId="LiveId" clId="{8A2E4A20-AA69-472B-9E6C-3239843899E3}" dt="2026-09-15T23:11:16.092" v="10138" actId="47"/>
        <pc:sldMkLst>
          <pc:docMk/>
          <pc:sldMk cId="1948391" sldId="491"/>
        </pc:sldMkLst>
      </pc:sldChg>
      <pc:sldChg chg="modSp add del mod">
        <pc:chgData name="Juan David Suarez" userId="ba5a93b715572fed" providerId="LiveId" clId="{8A2E4A20-AA69-472B-9E6C-3239843899E3}" dt="2026-09-15T17:16:39.779" v="9744" actId="47"/>
        <pc:sldMkLst>
          <pc:docMk/>
          <pc:sldMk cId="1872609706" sldId="492"/>
        </pc:sldMkLst>
      </pc:sldChg>
      <pc:sldChg chg="modSp add mod">
        <pc:chgData name="Juan David Suarez" userId="ba5a93b715572fed" providerId="LiveId" clId="{8A2E4A20-AA69-472B-9E6C-3239843899E3}" dt="2026-09-02T17:25:21.495" v="4807" actId="20577"/>
        <pc:sldMkLst>
          <pc:docMk/>
          <pc:sldMk cId="2112467138" sldId="493"/>
        </pc:sldMkLst>
        <pc:spChg chg="mod">
          <ac:chgData name="Juan David Suarez" userId="ba5a93b715572fed" providerId="LiveId" clId="{8A2E4A20-AA69-472B-9E6C-3239843899E3}" dt="2026-09-02T17:25:21.495" v="4807" actId="20577"/>
          <ac:spMkLst>
            <pc:docMk/>
            <pc:sldMk cId="2112467138" sldId="493"/>
            <ac:spMk id="2" creationId="{FB0A56A3-B55F-0DA9-A8D9-4C92A94C065A}"/>
          </ac:spMkLst>
        </pc:spChg>
      </pc:sldChg>
      <pc:sldChg chg="addSp delSp modSp add del mod ord">
        <pc:chgData name="Juan David Suarez" userId="ba5a93b715572fed" providerId="LiveId" clId="{8A2E4A20-AA69-472B-9E6C-3239843899E3}" dt="2026-09-15T15:32:10.011" v="8993" actId="2696"/>
        <pc:sldMkLst>
          <pc:docMk/>
          <pc:sldMk cId="3518711555" sldId="495"/>
        </pc:sldMkLst>
        <pc:spChg chg="mod">
          <ac:chgData name="Juan David Suarez" userId="ba5a93b715572fed" providerId="LiveId" clId="{8A2E4A20-AA69-472B-9E6C-3239843899E3}" dt="2026-09-15T15:30:49.427" v="8990" actId="313"/>
          <ac:spMkLst>
            <pc:docMk/>
            <pc:sldMk cId="3518711555" sldId="495"/>
            <ac:spMk id="2" creationId="{17A64C51-1F48-C3A4-2C55-036C3CADB5F7}"/>
          </ac:spMkLst>
        </pc:spChg>
        <pc:picChg chg="add del">
          <ac:chgData name="Juan David Suarez" userId="ba5a93b715572fed" providerId="LiveId" clId="{8A2E4A20-AA69-472B-9E6C-3239843899E3}" dt="2026-09-15T15:30:00.384" v="8895" actId="478"/>
          <ac:picMkLst>
            <pc:docMk/>
            <pc:sldMk cId="3518711555" sldId="495"/>
            <ac:picMk id="7" creationId="{58DF881E-99EE-DF53-93E1-D397F34CCD10}"/>
          </ac:picMkLst>
        </pc:picChg>
      </pc:sldChg>
      <pc:sldChg chg="add">
        <pc:chgData name="Juan David Suarez" userId="ba5a93b715572fed" providerId="LiveId" clId="{8A2E4A20-AA69-472B-9E6C-3239843899E3}" dt="2026-09-15T15:32:21.671" v="8994"/>
        <pc:sldMkLst>
          <pc:docMk/>
          <pc:sldMk cId="3537861655" sldId="495"/>
        </pc:sldMkLst>
      </pc:sldChg>
      <pc:sldChg chg="modSp add mod">
        <pc:chgData name="Juan David Suarez" userId="ba5a93b715572fed" providerId="LiveId" clId="{8A2E4A20-AA69-472B-9E6C-3239843899E3}" dt="2026-09-16T21:27:38.880" v="11418" actId="313"/>
        <pc:sldMkLst>
          <pc:docMk/>
          <pc:sldMk cId="822982931" sldId="496"/>
        </pc:sldMkLst>
        <pc:spChg chg="mod">
          <ac:chgData name="Juan David Suarez" userId="ba5a93b715572fed" providerId="LiveId" clId="{8A2E4A20-AA69-472B-9E6C-3239843899E3}" dt="2026-09-16T21:27:38.880" v="11418" actId="313"/>
          <ac:spMkLst>
            <pc:docMk/>
            <pc:sldMk cId="822982931" sldId="496"/>
            <ac:spMk id="2" creationId="{71C7B071-ED1B-4AF5-27C7-7111995C4ADB}"/>
          </ac:spMkLst>
        </pc:spChg>
        <pc:spChg chg="mod">
          <ac:chgData name="Juan David Suarez" userId="ba5a93b715572fed" providerId="LiveId" clId="{8A2E4A20-AA69-472B-9E6C-3239843899E3}" dt="2026-09-02T18:51:05.418" v="6251" actId="20577"/>
          <ac:spMkLst>
            <pc:docMk/>
            <pc:sldMk cId="822982931" sldId="496"/>
            <ac:spMk id="3" creationId="{209A9B81-DFD5-68CF-67B2-8511A96D394B}"/>
          </ac:spMkLst>
        </pc:spChg>
      </pc:sldChg>
      <pc:sldChg chg="modSp add mod">
        <pc:chgData name="Juan David Suarez" userId="ba5a93b715572fed" providerId="LiveId" clId="{8A2E4A20-AA69-472B-9E6C-3239843899E3}" dt="2026-09-15T15:30:59.544" v="8991" actId="790"/>
        <pc:sldMkLst>
          <pc:docMk/>
          <pc:sldMk cId="809056800" sldId="497"/>
        </pc:sldMkLst>
        <pc:spChg chg="mod">
          <ac:chgData name="Juan David Suarez" userId="ba5a93b715572fed" providerId="LiveId" clId="{8A2E4A20-AA69-472B-9E6C-3239843899E3}" dt="2026-09-15T15:30:59.544" v="8991" actId="790"/>
          <ac:spMkLst>
            <pc:docMk/>
            <pc:sldMk cId="809056800" sldId="497"/>
            <ac:spMk id="2" creationId="{FFD5D6D0-064E-D5D6-9957-A9593D6843C3}"/>
          </ac:spMkLst>
        </pc:spChg>
        <pc:spChg chg="mod">
          <ac:chgData name="Juan David Suarez" userId="ba5a93b715572fed" providerId="LiveId" clId="{8A2E4A20-AA69-472B-9E6C-3239843899E3}" dt="2026-09-02T18:33:04.474" v="5939" actId="113"/>
          <ac:spMkLst>
            <pc:docMk/>
            <pc:sldMk cId="809056800" sldId="497"/>
            <ac:spMk id="3" creationId="{4384CCAC-B9B4-FED7-C0A3-3D479688F1BE}"/>
          </ac:spMkLst>
        </pc:spChg>
      </pc:sldChg>
      <pc:sldChg chg="modSp add mod">
        <pc:chgData name="Juan David Suarez" userId="ba5a93b715572fed" providerId="LiveId" clId="{8A2E4A20-AA69-472B-9E6C-3239843899E3}" dt="2026-09-02T18:33:13.361" v="5941" actId="113"/>
        <pc:sldMkLst>
          <pc:docMk/>
          <pc:sldMk cId="2330004983" sldId="498"/>
        </pc:sldMkLst>
        <pc:spChg chg="mod">
          <ac:chgData name="Juan David Suarez" userId="ba5a93b715572fed" providerId="LiveId" clId="{8A2E4A20-AA69-472B-9E6C-3239843899E3}" dt="2026-09-02T18:33:13.361" v="5941" actId="113"/>
          <ac:spMkLst>
            <pc:docMk/>
            <pc:sldMk cId="2330004983" sldId="498"/>
            <ac:spMk id="3" creationId="{F4ED3E0C-DEA3-2784-6EE1-32ED270845F8}"/>
          </ac:spMkLst>
        </pc:spChg>
      </pc:sldChg>
      <pc:sldChg chg="addSp delSp modSp add mod modNotesTx">
        <pc:chgData name="Juan David Suarez" userId="ba5a93b715572fed" providerId="LiveId" clId="{8A2E4A20-AA69-472B-9E6C-3239843899E3}" dt="2026-09-16T22:07:33.127" v="11886" actId="1076"/>
        <pc:sldMkLst>
          <pc:docMk/>
          <pc:sldMk cId="2590265370" sldId="499"/>
        </pc:sldMkLst>
        <pc:spChg chg="mod">
          <ac:chgData name="Juan David Suarez" userId="ba5a93b715572fed" providerId="LiveId" clId="{8A2E4A20-AA69-472B-9E6C-3239843899E3}" dt="2026-09-02T18:46:28.396" v="6247" actId="313"/>
          <ac:spMkLst>
            <pc:docMk/>
            <pc:sldMk cId="2590265370" sldId="499"/>
            <ac:spMk id="2" creationId="{32570AD0-2CAB-CC25-16B0-9A82237D5119}"/>
          </ac:spMkLst>
        </pc:spChg>
        <pc:spChg chg="add mod">
          <ac:chgData name="Juan David Suarez" userId="ba5a93b715572fed" providerId="LiveId" clId="{8A2E4A20-AA69-472B-9E6C-3239843899E3}" dt="2026-09-16T22:07:33.127" v="11886" actId="1076"/>
          <ac:spMkLst>
            <pc:docMk/>
            <pc:sldMk cId="2590265370" sldId="499"/>
            <ac:spMk id="3" creationId="{E26ACDA3-BBE1-28E0-223A-F14FCBEB3D23}"/>
          </ac:spMkLst>
        </pc:spChg>
        <pc:spChg chg="add mod ord">
          <ac:chgData name="Juan David Suarez" userId="ba5a93b715572fed" providerId="LiveId" clId="{8A2E4A20-AA69-472B-9E6C-3239843899E3}" dt="2026-09-16T22:07:29.645" v="11885" actId="1076"/>
          <ac:spMkLst>
            <pc:docMk/>
            <pc:sldMk cId="2590265370" sldId="499"/>
            <ac:spMk id="5" creationId="{EB001A54-C122-4EEF-86DC-D1F022CBA357}"/>
          </ac:spMkLst>
        </pc:spChg>
        <pc:picChg chg="add del mod">
          <ac:chgData name="Juan David Suarez" userId="ba5a93b715572fed" providerId="LiveId" clId="{8A2E4A20-AA69-472B-9E6C-3239843899E3}" dt="2026-09-16T22:05:05.871" v="11811" actId="478"/>
          <ac:picMkLst>
            <pc:docMk/>
            <pc:sldMk cId="2590265370" sldId="499"/>
            <ac:picMk id="4" creationId="{CC8ABCBC-0714-0E50-8108-F733258337E5}"/>
          </ac:picMkLst>
        </pc:picChg>
        <pc:picChg chg="add del">
          <ac:chgData name="Juan David Suarez" userId="ba5a93b715572fed" providerId="LiveId" clId="{8A2E4A20-AA69-472B-9E6C-3239843899E3}" dt="2026-09-16T22:05:05.871" v="11811" actId="478"/>
          <ac:picMkLst>
            <pc:docMk/>
            <pc:sldMk cId="2590265370" sldId="499"/>
            <ac:picMk id="7" creationId="{DE95E9EE-B763-5987-B1C9-D860D1F868CC}"/>
          </ac:picMkLst>
        </pc:picChg>
        <pc:picChg chg="add mod">
          <ac:chgData name="Juan David Suarez" userId="ba5a93b715572fed" providerId="LiveId" clId="{8A2E4A20-AA69-472B-9E6C-3239843899E3}" dt="2026-09-16T22:05:26.208" v="11817" actId="1076"/>
          <ac:picMkLst>
            <pc:docMk/>
            <pc:sldMk cId="2590265370" sldId="499"/>
            <ac:picMk id="8" creationId="{44889626-D698-0407-C3E4-2381E1A7080C}"/>
          </ac:picMkLst>
        </pc:picChg>
      </pc:sldChg>
      <pc:sldChg chg="addSp delSp modSp add mod">
        <pc:chgData name="Juan David Suarez" userId="ba5a93b715572fed" providerId="LiveId" clId="{8A2E4A20-AA69-472B-9E6C-3239843899E3}" dt="2026-09-16T22:02:09.383" v="11801" actId="255"/>
        <pc:sldMkLst>
          <pc:docMk/>
          <pc:sldMk cId="2122336841" sldId="500"/>
        </pc:sldMkLst>
        <pc:spChg chg="mod">
          <ac:chgData name="Juan David Suarez" userId="ba5a93b715572fed" providerId="LiveId" clId="{8A2E4A20-AA69-472B-9E6C-3239843899E3}" dt="2026-09-02T19:37:12.021" v="6820" actId="20577"/>
          <ac:spMkLst>
            <pc:docMk/>
            <pc:sldMk cId="2122336841" sldId="500"/>
            <ac:spMk id="2" creationId="{5B9EECCF-B53E-E922-BD96-15D7A0A41983}"/>
          </ac:spMkLst>
        </pc:spChg>
        <pc:spChg chg="mod">
          <ac:chgData name="Juan David Suarez" userId="ba5a93b715572fed" providerId="LiveId" clId="{8A2E4A20-AA69-472B-9E6C-3239843899E3}" dt="2026-09-02T19:40:56.173" v="6915" actId="20577"/>
          <ac:spMkLst>
            <pc:docMk/>
            <pc:sldMk cId="2122336841" sldId="500"/>
            <ac:spMk id="5" creationId="{28D4CF5B-8F07-BAA0-95CE-00A43B703D23}"/>
          </ac:spMkLst>
        </pc:spChg>
        <pc:graphicFrameChg chg="add mod">
          <ac:chgData name="Juan David Suarez" userId="ba5a93b715572fed" providerId="LiveId" clId="{8A2E4A20-AA69-472B-9E6C-3239843899E3}" dt="2026-09-16T22:02:09.383" v="11801" actId="255"/>
          <ac:graphicFrameMkLst>
            <pc:docMk/>
            <pc:sldMk cId="2122336841" sldId="500"/>
            <ac:graphicFrameMk id="4" creationId="{A02B4883-A8FB-A306-4B01-D36EA3E60DBB}"/>
          </ac:graphicFrameMkLst>
        </pc:graphicFrameChg>
      </pc:sldChg>
      <pc:sldChg chg="addSp delSp modSp add mod">
        <pc:chgData name="Juan David Suarez" userId="ba5a93b715572fed" providerId="LiveId" clId="{8A2E4A20-AA69-472B-9E6C-3239843899E3}" dt="2026-09-15T15:31:59.652" v="8992" actId="20577"/>
        <pc:sldMkLst>
          <pc:docMk/>
          <pc:sldMk cId="2530315094" sldId="501"/>
        </pc:sldMkLst>
        <pc:spChg chg="mod">
          <ac:chgData name="Juan David Suarez" userId="ba5a93b715572fed" providerId="LiveId" clId="{8A2E4A20-AA69-472B-9E6C-3239843899E3}" dt="2026-09-02T21:44:36.427" v="7445" actId="1076"/>
          <ac:spMkLst>
            <pc:docMk/>
            <pc:sldMk cId="2530315094" sldId="501"/>
            <ac:spMk id="2" creationId="{01031BE4-58EC-3F8C-CED5-5A602E327F16}"/>
          </ac:spMkLst>
        </pc:spChg>
        <pc:spChg chg="mod">
          <ac:chgData name="Juan David Suarez" userId="ba5a93b715572fed" providerId="LiveId" clId="{8A2E4A20-AA69-472B-9E6C-3239843899E3}" dt="2026-09-02T22:44:31.763" v="7751" actId="1035"/>
          <ac:spMkLst>
            <pc:docMk/>
            <pc:sldMk cId="2530315094" sldId="501"/>
            <ac:spMk id="3" creationId="{BF93A7C1-8E85-CB90-4C9D-9D6F35AE0686}"/>
          </ac:spMkLst>
        </pc:spChg>
        <pc:spChg chg="add mod">
          <ac:chgData name="Juan David Suarez" userId="ba5a93b715572fed" providerId="LiveId" clId="{8A2E4A20-AA69-472B-9E6C-3239843899E3}" dt="2026-09-02T22:44:35.963" v="7752" actId="1076"/>
          <ac:spMkLst>
            <pc:docMk/>
            <pc:sldMk cId="2530315094" sldId="501"/>
            <ac:spMk id="9" creationId="{F1562314-D918-C1B2-2DD4-B73DEF86B22B}"/>
          </ac:spMkLst>
        </pc:spChg>
        <pc:spChg chg="add mod">
          <ac:chgData name="Juan David Suarez" userId="ba5a93b715572fed" providerId="LiveId" clId="{8A2E4A20-AA69-472B-9E6C-3239843899E3}" dt="2026-09-02T22:44:31.763" v="7751" actId="1035"/>
          <ac:spMkLst>
            <pc:docMk/>
            <pc:sldMk cId="2530315094" sldId="501"/>
            <ac:spMk id="10" creationId="{D06E6FBF-73FB-D775-2479-92058FF681E7}"/>
          </ac:spMkLst>
        </pc:spChg>
        <pc:spChg chg="add mod">
          <ac:chgData name="Juan David Suarez" userId="ba5a93b715572fed" providerId="LiveId" clId="{8A2E4A20-AA69-472B-9E6C-3239843899E3}" dt="2026-09-02T22:44:31.763" v="7751" actId="1035"/>
          <ac:spMkLst>
            <pc:docMk/>
            <pc:sldMk cId="2530315094" sldId="501"/>
            <ac:spMk id="12" creationId="{1692434F-F2AC-9EF9-E483-6C4044B3C3C5}"/>
          </ac:spMkLst>
        </pc:spChg>
        <pc:spChg chg="mod">
          <ac:chgData name="Juan David Suarez" userId="ba5a93b715572fed" providerId="LiveId" clId="{8A2E4A20-AA69-472B-9E6C-3239843899E3}" dt="2026-09-02T21:36:22.319" v="7148" actId="1076"/>
          <ac:spMkLst>
            <pc:docMk/>
            <pc:sldMk cId="2530315094" sldId="501"/>
            <ac:spMk id="13" creationId="{4845A7F9-C2F6-6E8A-7D74-D8EAE957E454}"/>
          </ac:spMkLst>
        </pc:spChg>
        <pc:spChg chg="add mod">
          <ac:chgData name="Juan David Suarez" userId="ba5a93b715572fed" providerId="LiveId" clId="{8A2E4A20-AA69-472B-9E6C-3239843899E3}" dt="2026-09-02T22:44:31.763" v="7751" actId="1035"/>
          <ac:spMkLst>
            <pc:docMk/>
            <pc:sldMk cId="2530315094" sldId="501"/>
            <ac:spMk id="15" creationId="{3CD25F98-7412-0450-041C-27A905C85CC4}"/>
          </ac:spMkLst>
        </pc:spChg>
        <pc:spChg chg="mod">
          <ac:chgData name="Juan David Suarez" userId="ba5a93b715572fed" providerId="LiveId" clId="{8A2E4A20-AA69-472B-9E6C-3239843899E3}" dt="2026-09-02T22:44:31.763" v="7751" actId="1035"/>
          <ac:spMkLst>
            <pc:docMk/>
            <pc:sldMk cId="2530315094" sldId="501"/>
            <ac:spMk id="16" creationId="{B2945BB3-0AD6-20B5-5A06-9B131B0CDB89}"/>
          </ac:spMkLst>
        </pc:spChg>
        <pc:spChg chg="mod">
          <ac:chgData name="Juan David Suarez" userId="ba5a93b715572fed" providerId="LiveId" clId="{8A2E4A20-AA69-472B-9E6C-3239843899E3}" dt="2026-09-02T22:44:31.763" v="7751" actId="1035"/>
          <ac:spMkLst>
            <pc:docMk/>
            <pc:sldMk cId="2530315094" sldId="501"/>
            <ac:spMk id="17" creationId="{CDE01D40-0BA1-309E-93F4-1B0DBA8DE493}"/>
          </ac:spMkLst>
        </pc:spChg>
        <pc:spChg chg="mod">
          <ac:chgData name="Juan David Suarez" userId="ba5a93b715572fed" providerId="LiveId" clId="{8A2E4A20-AA69-472B-9E6C-3239843899E3}" dt="2026-09-15T15:31:59.652" v="8992" actId="20577"/>
          <ac:spMkLst>
            <pc:docMk/>
            <pc:sldMk cId="2530315094" sldId="501"/>
            <ac:spMk id="18" creationId="{ED042CAD-AD33-5A48-C995-4CF60594B353}"/>
          </ac:spMkLst>
        </pc:spChg>
        <pc:picChg chg="mod">
          <ac:chgData name="Juan David Suarez" userId="ba5a93b715572fed" providerId="LiveId" clId="{8A2E4A20-AA69-472B-9E6C-3239843899E3}" dt="2026-09-02T22:44:31.763" v="7751" actId="1035"/>
          <ac:picMkLst>
            <pc:docMk/>
            <pc:sldMk cId="2530315094" sldId="501"/>
            <ac:picMk id="5" creationId="{021361DB-66A1-4B49-2F56-D0765731647E}"/>
          </ac:picMkLst>
        </pc:picChg>
        <pc:picChg chg="mod">
          <ac:chgData name="Juan David Suarez" userId="ba5a93b715572fed" providerId="LiveId" clId="{8A2E4A20-AA69-472B-9E6C-3239843899E3}" dt="2026-09-02T22:44:31.763" v="7751" actId="1035"/>
          <ac:picMkLst>
            <pc:docMk/>
            <pc:sldMk cId="2530315094" sldId="501"/>
            <ac:picMk id="14" creationId="{8F58D5C8-CDAE-EC68-C5C5-E53BB93232DB}"/>
          </ac:picMkLst>
        </pc:picChg>
        <pc:picChg chg="mod">
          <ac:chgData name="Juan David Suarez" userId="ba5a93b715572fed" providerId="LiveId" clId="{8A2E4A20-AA69-472B-9E6C-3239843899E3}" dt="2026-09-02T21:42:07.773" v="7414" actId="1076"/>
          <ac:picMkLst>
            <pc:docMk/>
            <pc:sldMk cId="2530315094" sldId="501"/>
            <ac:picMk id="19" creationId="{15B8695C-578B-D867-D5D1-9789FD7EDB9C}"/>
          </ac:picMkLst>
        </pc:picChg>
        <pc:cxnChg chg="mod">
          <ac:chgData name="Juan David Suarez" userId="ba5a93b715572fed" providerId="LiveId" clId="{8A2E4A20-AA69-472B-9E6C-3239843899E3}" dt="2026-09-02T22:44:31.763" v="7751" actId="1035"/>
          <ac:cxnSpMkLst>
            <pc:docMk/>
            <pc:sldMk cId="2530315094" sldId="501"/>
            <ac:cxnSpMk id="8" creationId="{DC29C5C3-39A9-ECBF-4EB1-4449D5722DD9}"/>
          </ac:cxnSpMkLst>
        </pc:cxnChg>
        <pc:cxnChg chg="mod">
          <ac:chgData name="Juan David Suarez" userId="ba5a93b715572fed" providerId="LiveId" clId="{8A2E4A20-AA69-472B-9E6C-3239843899E3}" dt="2026-09-02T22:44:31.763" v="7751" actId="1035"/>
          <ac:cxnSpMkLst>
            <pc:docMk/>
            <pc:sldMk cId="2530315094" sldId="501"/>
            <ac:cxnSpMk id="11" creationId="{BACA94DE-4899-A9CE-9EE1-D81CFB076C95}"/>
          </ac:cxnSpMkLst>
        </pc:cxnChg>
      </pc:sldChg>
      <pc:sldChg chg="addSp delSp modSp add del mod modShow">
        <pc:chgData name="Juan David Suarez" userId="ba5a93b715572fed" providerId="LiveId" clId="{8A2E4A20-AA69-472B-9E6C-3239843899E3}" dt="2026-09-15T22:59:56.279" v="10064" actId="2696"/>
        <pc:sldMkLst>
          <pc:docMk/>
          <pc:sldMk cId="1766712455" sldId="502"/>
        </pc:sldMkLst>
      </pc:sldChg>
      <pc:sldChg chg="add">
        <pc:chgData name="Juan David Suarez" userId="ba5a93b715572fed" providerId="LiveId" clId="{8A2E4A20-AA69-472B-9E6C-3239843899E3}" dt="2026-09-15T23:00:03.832" v="10066"/>
        <pc:sldMkLst>
          <pc:docMk/>
          <pc:sldMk cId="3443256383" sldId="502"/>
        </pc:sldMkLst>
      </pc:sldChg>
      <pc:sldChg chg="add">
        <pc:chgData name="Juan David Suarez" userId="ba5a93b715572fed" providerId="LiveId" clId="{8A2E4A20-AA69-472B-9E6C-3239843899E3}" dt="2026-09-15T23:00:03.832" v="10066"/>
        <pc:sldMkLst>
          <pc:docMk/>
          <pc:sldMk cId="200098814" sldId="503"/>
        </pc:sldMkLst>
      </pc:sldChg>
      <pc:sldChg chg="addSp delSp modSp add del mod modShow">
        <pc:chgData name="Juan David Suarez" userId="ba5a93b715572fed" providerId="LiveId" clId="{8A2E4A20-AA69-472B-9E6C-3239843899E3}" dt="2026-09-15T22:59:56.279" v="10064" actId="2696"/>
        <pc:sldMkLst>
          <pc:docMk/>
          <pc:sldMk cId="1936828939" sldId="503"/>
        </pc:sldMkLst>
      </pc:sldChg>
      <pc:sldChg chg="add">
        <pc:chgData name="Juan David Suarez" userId="ba5a93b715572fed" providerId="LiveId" clId="{8A2E4A20-AA69-472B-9E6C-3239843899E3}" dt="2026-09-15T23:00:03.832" v="10066"/>
        <pc:sldMkLst>
          <pc:docMk/>
          <pc:sldMk cId="2011919976" sldId="504"/>
        </pc:sldMkLst>
      </pc:sldChg>
      <pc:sldChg chg="addSp delSp modSp add del mod modShow">
        <pc:chgData name="Juan David Suarez" userId="ba5a93b715572fed" providerId="LiveId" clId="{8A2E4A20-AA69-472B-9E6C-3239843899E3}" dt="2026-09-15T22:59:56.279" v="10064" actId="2696"/>
        <pc:sldMkLst>
          <pc:docMk/>
          <pc:sldMk cId="4039441391" sldId="504"/>
        </pc:sldMkLst>
      </pc:sldChg>
      <pc:sldChg chg="addSp delSp modSp add mod">
        <pc:chgData name="Juan David Suarez" userId="ba5a93b715572fed" providerId="LiveId" clId="{8A2E4A20-AA69-472B-9E6C-3239843899E3}" dt="2026-09-15T22:54:07.391" v="9831" actId="1076"/>
        <pc:sldMkLst>
          <pc:docMk/>
          <pc:sldMk cId="514233192" sldId="505"/>
        </pc:sldMkLst>
        <pc:spChg chg="mod">
          <ac:chgData name="Juan David Suarez" userId="ba5a93b715572fed" providerId="LiveId" clId="{8A2E4A20-AA69-472B-9E6C-3239843899E3}" dt="2026-09-15T15:34:22.959" v="9080" actId="113"/>
          <ac:spMkLst>
            <pc:docMk/>
            <pc:sldMk cId="514233192" sldId="505"/>
            <ac:spMk id="2" creationId="{5AEBFF04-CD0B-CDEE-131D-7AABE3BA222C}"/>
          </ac:spMkLst>
        </pc:spChg>
        <pc:spChg chg="del mod">
          <ac:chgData name="Juan David Suarez" userId="ba5a93b715572fed" providerId="LiveId" clId="{8A2E4A20-AA69-472B-9E6C-3239843899E3}" dt="2026-09-15T22:53:45.349" v="9819" actId="478"/>
          <ac:spMkLst>
            <pc:docMk/>
            <pc:sldMk cId="514233192" sldId="505"/>
            <ac:spMk id="3" creationId="{C1668D10-6111-A5DB-9A87-FB583A27BDA8}"/>
          </ac:spMkLst>
        </pc:spChg>
        <pc:spChg chg="add del mod">
          <ac:chgData name="Juan David Suarez" userId="ba5a93b715572fed" providerId="LiveId" clId="{8A2E4A20-AA69-472B-9E6C-3239843899E3}" dt="2026-09-15T22:53:52.392" v="9821" actId="478"/>
          <ac:spMkLst>
            <pc:docMk/>
            <pc:sldMk cId="514233192" sldId="505"/>
            <ac:spMk id="12" creationId="{2D8D1443-7C57-1AB8-0485-265593140CEE}"/>
          </ac:spMkLst>
        </pc:spChg>
        <pc:spChg chg="add del mod">
          <ac:chgData name="Juan David Suarez" userId="ba5a93b715572fed" providerId="LiveId" clId="{8A2E4A20-AA69-472B-9E6C-3239843899E3}" dt="2026-09-15T22:53:55.041" v="9822" actId="478"/>
          <ac:spMkLst>
            <pc:docMk/>
            <pc:sldMk cId="514233192" sldId="505"/>
            <ac:spMk id="13" creationId="{1F2193F7-EE1D-D539-3282-577461B0E9D4}"/>
          </ac:spMkLst>
        </pc:spChg>
        <pc:spChg chg="add del mod">
          <ac:chgData name="Juan David Suarez" userId="ba5a93b715572fed" providerId="LiveId" clId="{8A2E4A20-AA69-472B-9E6C-3239843899E3}" dt="2026-09-15T22:53:52.392" v="9821" actId="478"/>
          <ac:spMkLst>
            <pc:docMk/>
            <pc:sldMk cId="514233192" sldId="505"/>
            <ac:spMk id="14" creationId="{41A44D74-C65B-2518-9008-FC19911423B2}"/>
          </ac:spMkLst>
        </pc:spChg>
        <pc:spChg chg="add del mod">
          <ac:chgData name="Juan David Suarez" userId="ba5a93b715572fed" providerId="LiveId" clId="{8A2E4A20-AA69-472B-9E6C-3239843899E3}" dt="2026-09-15T22:53:52.392" v="9821" actId="478"/>
          <ac:spMkLst>
            <pc:docMk/>
            <pc:sldMk cId="514233192" sldId="505"/>
            <ac:spMk id="15" creationId="{5DCD1908-0B9F-2381-9126-CEA56BC83839}"/>
          </ac:spMkLst>
        </pc:spChg>
        <pc:spChg chg="add del mod">
          <ac:chgData name="Juan David Suarez" userId="ba5a93b715572fed" providerId="LiveId" clId="{8A2E4A20-AA69-472B-9E6C-3239843899E3}" dt="2026-09-15T22:53:49.072" v="9820" actId="478"/>
          <ac:spMkLst>
            <pc:docMk/>
            <pc:sldMk cId="514233192" sldId="505"/>
            <ac:spMk id="17" creationId="{F59E2BD7-EE0A-100E-5D0B-A621262A9823}"/>
          </ac:spMkLst>
        </pc:spChg>
        <pc:spChg chg="del mod">
          <ac:chgData name="Juan David Suarez" userId="ba5a93b715572fed" providerId="LiveId" clId="{8A2E4A20-AA69-472B-9E6C-3239843899E3}" dt="2026-09-15T22:53:52.392" v="9821" actId="478"/>
          <ac:spMkLst>
            <pc:docMk/>
            <pc:sldMk cId="514233192" sldId="505"/>
            <ac:spMk id="42" creationId="{28D420EA-52EB-8F39-FB7B-4B32A7E3326A}"/>
          </ac:spMkLst>
        </pc:spChg>
        <pc:picChg chg="add del">
          <ac:chgData name="Juan David Suarez" userId="ba5a93b715572fed" providerId="LiveId" clId="{8A2E4A20-AA69-472B-9E6C-3239843899E3}" dt="2026-09-15T15:38:07.872" v="9131" actId="22"/>
          <ac:picMkLst>
            <pc:docMk/>
            <pc:sldMk cId="514233192" sldId="505"/>
            <ac:picMk id="5" creationId="{4DDCA109-A84D-8F2C-2CA3-AF9A06ED3A9A}"/>
          </ac:picMkLst>
        </pc:picChg>
        <pc:picChg chg="add del">
          <ac:chgData name="Juan David Suarez" userId="ba5a93b715572fed" providerId="LiveId" clId="{8A2E4A20-AA69-472B-9E6C-3239843899E3}" dt="2026-09-15T15:38:07.872" v="9131" actId="22"/>
          <ac:picMkLst>
            <pc:docMk/>
            <pc:sldMk cId="514233192" sldId="505"/>
            <ac:picMk id="7" creationId="{717C301C-F0D8-27A1-71E6-BD99B42349DC}"/>
          </ac:picMkLst>
        </pc:picChg>
        <pc:picChg chg="add mod">
          <ac:chgData name="Juan David Suarez" userId="ba5a93b715572fed" providerId="LiveId" clId="{8A2E4A20-AA69-472B-9E6C-3239843899E3}" dt="2026-09-15T22:54:01.841" v="9827" actId="1076"/>
          <ac:picMkLst>
            <pc:docMk/>
            <pc:sldMk cId="514233192" sldId="505"/>
            <ac:picMk id="9" creationId="{08E02418-00F7-E7CD-E5A4-5106B99A4A47}"/>
          </ac:picMkLst>
        </pc:picChg>
        <pc:picChg chg="add mod">
          <ac:chgData name="Juan David Suarez" userId="ba5a93b715572fed" providerId="LiveId" clId="{8A2E4A20-AA69-472B-9E6C-3239843899E3}" dt="2026-09-15T22:54:07.391" v="9831" actId="1076"/>
          <ac:picMkLst>
            <pc:docMk/>
            <pc:sldMk cId="514233192" sldId="505"/>
            <ac:picMk id="11" creationId="{F9027AF3-1EB6-C499-CC17-5977FE868A0E}"/>
          </ac:picMkLst>
        </pc:picChg>
      </pc:sldChg>
      <pc:sldChg chg="addSp delSp modSp add mod ord">
        <pc:chgData name="Juan David Suarez" userId="ba5a93b715572fed" providerId="LiveId" clId="{8A2E4A20-AA69-472B-9E6C-3239843899E3}" dt="2026-09-15T16:02:15.859" v="9259" actId="27636"/>
        <pc:sldMkLst>
          <pc:docMk/>
          <pc:sldMk cId="2266269100" sldId="506"/>
        </pc:sldMkLst>
        <pc:spChg chg="mod">
          <ac:chgData name="Juan David Suarez" userId="ba5a93b715572fed" providerId="LiveId" clId="{8A2E4A20-AA69-472B-9E6C-3239843899E3}" dt="2026-09-15T16:02:15.859" v="9259" actId="27636"/>
          <ac:spMkLst>
            <pc:docMk/>
            <pc:sldMk cId="2266269100" sldId="506"/>
            <ac:spMk id="2" creationId="{CE54B346-B0FE-F097-F7C8-0E2E0ECABA2E}"/>
          </ac:spMkLst>
        </pc:spChg>
        <pc:spChg chg="mod">
          <ac:chgData name="Juan David Suarez" userId="ba5a93b715572fed" providerId="LiveId" clId="{8A2E4A20-AA69-472B-9E6C-3239843899E3}" dt="2026-09-08T20:07:28.614" v="8285" actId="20577"/>
          <ac:spMkLst>
            <pc:docMk/>
            <pc:sldMk cId="2266269100" sldId="506"/>
            <ac:spMk id="3" creationId="{C53EE590-9E2A-4F02-B597-BF4448FCB2B4}"/>
          </ac:spMkLst>
        </pc:spChg>
        <pc:spChg chg="mod">
          <ac:chgData name="Juan David Suarez" userId="ba5a93b715572fed" providerId="LiveId" clId="{8A2E4A20-AA69-472B-9E6C-3239843899E3}" dt="2026-09-08T20:14:50.241" v="8299" actId="1076"/>
          <ac:spMkLst>
            <pc:docMk/>
            <pc:sldMk cId="2266269100" sldId="506"/>
            <ac:spMk id="42" creationId="{D92F9B75-C07C-58EB-A7FA-CC0C9D2CF042}"/>
          </ac:spMkLst>
        </pc:spChg>
        <pc:graphicFrameChg chg="add mod">
          <ac:chgData name="Juan David Suarez" userId="ba5a93b715572fed" providerId="LiveId" clId="{8A2E4A20-AA69-472B-9E6C-3239843899E3}" dt="2026-09-08T20:22:04.939" v="8315" actId="14100"/>
          <ac:graphicFrameMkLst>
            <pc:docMk/>
            <pc:sldMk cId="2266269100" sldId="506"/>
            <ac:graphicFrameMk id="4" creationId="{A02B4883-A8FB-A306-4B01-D36EA3E60DBB}"/>
          </ac:graphicFrameMkLst>
        </pc:graphicFrameChg>
      </pc:sldChg>
      <pc:sldChg chg="addSp delSp modSp add mod">
        <pc:chgData name="Juan David Suarez" userId="ba5a93b715572fed" providerId="LiveId" clId="{8A2E4A20-AA69-472B-9E6C-3239843899E3}" dt="2026-09-16T21:30:15.255" v="11433" actId="1076"/>
        <pc:sldMkLst>
          <pc:docMk/>
          <pc:sldMk cId="1838378703" sldId="507"/>
        </pc:sldMkLst>
        <pc:spChg chg="mod">
          <ac:chgData name="Juan David Suarez" userId="ba5a93b715572fed" providerId="LiveId" clId="{8A2E4A20-AA69-472B-9E6C-3239843899E3}" dt="2026-09-15T22:56:50.463" v="9867" actId="27636"/>
          <ac:spMkLst>
            <pc:docMk/>
            <pc:sldMk cId="1838378703" sldId="507"/>
            <ac:spMk id="2" creationId="{0A47E1F4-F12D-9417-381C-A2CC74BEE8C5}"/>
          </ac:spMkLst>
        </pc:spChg>
        <pc:spChg chg="add mod">
          <ac:chgData name="Juan David Suarez" userId="ba5a93b715572fed" providerId="LiveId" clId="{8A2E4A20-AA69-472B-9E6C-3239843899E3}" dt="2026-09-16T21:30:13.696" v="11432" actId="14100"/>
          <ac:spMkLst>
            <pc:docMk/>
            <pc:sldMk cId="1838378703" sldId="507"/>
            <ac:spMk id="9" creationId="{BA1AC486-F6D3-758A-91EB-E6EE4A2E2F77}"/>
          </ac:spMkLst>
        </pc:spChg>
        <pc:graphicFrameChg chg="add del mod">
          <ac:chgData name="Juan David Suarez" userId="ba5a93b715572fed" providerId="LiveId" clId="{8A2E4A20-AA69-472B-9E6C-3239843899E3}" dt="2026-09-16T21:29:58.274" v="11424" actId="478"/>
          <ac:graphicFrameMkLst>
            <pc:docMk/>
            <pc:sldMk cId="1838378703" sldId="507"/>
            <ac:graphicFrameMk id="6" creationId="{A1B33221-D1B4-B513-A8FD-A59E51A50495}"/>
          </ac:graphicFrameMkLst>
        </pc:graphicFrameChg>
        <pc:picChg chg="add mod">
          <ac:chgData name="Juan David Suarez" userId="ba5a93b715572fed" providerId="LiveId" clId="{8A2E4A20-AA69-472B-9E6C-3239843899E3}" dt="2026-09-15T22:58:10.947" v="10006" actId="14100"/>
          <ac:picMkLst>
            <pc:docMk/>
            <pc:sldMk cId="1838378703" sldId="507"/>
            <ac:picMk id="4" creationId="{1E06876D-381B-8A76-D293-B2E0841DF9EA}"/>
          </ac:picMkLst>
        </pc:picChg>
        <pc:picChg chg="add mod">
          <ac:chgData name="Juan David Suarez" userId="ba5a93b715572fed" providerId="LiveId" clId="{8A2E4A20-AA69-472B-9E6C-3239843899E3}" dt="2026-09-16T21:30:15.255" v="11433" actId="1076"/>
          <ac:picMkLst>
            <pc:docMk/>
            <pc:sldMk cId="1838378703" sldId="507"/>
            <ac:picMk id="8" creationId="{B754D384-DC59-7FED-1FD2-241EFC9F7BD0}"/>
          </ac:picMkLst>
        </pc:picChg>
      </pc:sldChg>
      <pc:sldChg chg="add del">
        <pc:chgData name="Juan David Suarez" userId="ba5a93b715572fed" providerId="LiveId" clId="{8A2E4A20-AA69-472B-9E6C-3239843899E3}" dt="2026-09-15T15:19:28.149" v="8421"/>
        <pc:sldMkLst>
          <pc:docMk/>
          <pc:sldMk cId="772487295" sldId="508"/>
        </pc:sldMkLst>
      </pc:sldChg>
      <pc:sldChg chg="modSp add mod">
        <pc:chgData name="Juan David Suarez" userId="ba5a93b715572fed" providerId="LiveId" clId="{8A2E4A20-AA69-472B-9E6C-3239843899E3}" dt="2026-09-16T21:48:23.465" v="11718" actId="20577"/>
        <pc:sldMkLst>
          <pc:docMk/>
          <pc:sldMk cId="1956732227" sldId="508"/>
        </pc:sldMkLst>
        <pc:spChg chg="mod">
          <ac:chgData name="Juan David Suarez" userId="ba5a93b715572fed" providerId="LiveId" clId="{8A2E4A20-AA69-472B-9E6C-3239843899E3}" dt="2026-09-15T15:19:44.066" v="8452" actId="20577"/>
          <ac:spMkLst>
            <pc:docMk/>
            <pc:sldMk cId="1956732227" sldId="508"/>
            <ac:spMk id="2" creationId="{8D834A70-9394-B9C8-1743-F6496C1D7548}"/>
          </ac:spMkLst>
        </pc:spChg>
        <pc:spChg chg="mod">
          <ac:chgData name="Juan David Suarez" userId="ba5a93b715572fed" providerId="LiveId" clId="{8A2E4A20-AA69-472B-9E6C-3239843899E3}" dt="2026-09-16T21:48:23.465" v="11718" actId="20577"/>
          <ac:spMkLst>
            <pc:docMk/>
            <pc:sldMk cId="1956732227" sldId="508"/>
            <ac:spMk id="3" creationId="{B8007D3E-CB56-2D92-B2CC-92DE71D78C12}"/>
          </ac:spMkLst>
        </pc:spChg>
      </pc:sldChg>
      <pc:sldChg chg="add del">
        <pc:chgData name="Juan David Suarez" userId="ba5a93b715572fed" providerId="LiveId" clId="{8A2E4A20-AA69-472B-9E6C-3239843899E3}" dt="2026-09-15T15:19:31.455" v="8423"/>
        <pc:sldMkLst>
          <pc:docMk/>
          <pc:sldMk cId="2250617642" sldId="508"/>
        </pc:sldMkLst>
      </pc:sldChg>
      <pc:sldChg chg="add del">
        <pc:chgData name="Juan David Suarez" userId="ba5a93b715572fed" providerId="LiveId" clId="{8A2E4A20-AA69-472B-9E6C-3239843899E3}" dt="2026-09-15T15:19:23.853" v="8419"/>
        <pc:sldMkLst>
          <pc:docMk/>
          <pc:sldMk cId="3812981711" sldId="508"/>
        </pc:sldMkLst>
      </pc:sldChg>
      <pc:sldChg chg="modSp add mod">
        <pc:chgData name="Juan David Suarez" userId="ba5a93b715572fed" providerId="LiveId" clId="{8A2E4A20-AA69-472B-9E6C-3239843899E3}" dt="2026-09-15T15:21:03.494" v="8583" actId="20577"/>
        <pc:sldMkLst>
          <pc:docMk/>
          <pc:sldMk cId="4284694623" sldId="509"/>
        </pc:sldMkLst>
        <pc:spChg chg="mod">
          <ac:chgData name="Juan David Suarez" userId="ba5a93b715572fed" providerId="LiveId" clId="{8A2E4A20-AA69-472B-9E6C-3239843899E3}" dt="2026-09-15T15:21:03.494" v="8583" actId="20577"/>
          <ac:spMkLst>
            <pc:docMk/>
            <pc:sldMk cId="4284694623" sldId="509"/>
            <ac:spMk id="2" creationId="{B387F628-E649-A589-E8B3-A35F0423D80D}"/>
          </ac:spMkLst>
        </pc:spChg>
      </pc:sldChg>
      <pc:sldChg chg="addSp delSp modSp add mod ord">
        <pc:chgData name="Juan David Suarez" userId="ba5a93b715572fed" providerId="LiveId" clId="{8A2E4A20-AA69-472B-9E6C-3239843899E3}" dt="2026-09-16T21:23:52.286" v="11417" actId="20577"/>
        <pc:sldMkLst>
          <pc:docMk/>
          <pc:sldMk cId="2383280206" sldId="510"/>
        </pc:sldMkLst>
        <pc:spChg chg="del">
          <ac:chgData name="Juan David Suarez" userId="ba5a93b715572fed" providerId="LiveId" clId="{8A2E4A20-AA69-472B-9E6C-3239843899E3}" dt="2026-09-15T15:30:08.209" v="8899" actId="478"/>
          <ac:spMkLst>
            <pc:docMk/>
            <pc:sldMk cId="2383280206" sldId="510"/>
            <ac:spMk id="2" creationId="{5FD73349-AD9D-29D7-3837-BAAC26C27E73}"/>
          </ac:spMkLst>
        </pc:spChg>
        <pc:spChg chg="del">
          <ac:chgData name="Juan David Suarez" userId="ba5a93b715572fed" providerId="LiveId" clId="{8A2E4A20-AA69-472B-9E6C-3239843899E3}" dt="2026-09-15T15:30:08.209" v="8899" actId="478"/>
          <ac:spMkLst>
            <pc:docMk/>
            <pc:sldMk cId="2383280206" sldId="510"/>
            <ac:spMk id="3" creationId="{AA910649-71DE-D61A-8B9A-128E386BF435}"/>
          </ac:spMkLst>
        </pc:spChg>
        <pc:spChg chg="del">
          <ac:chgData name="Juan David Suarez" userId="ba5a93b715572fed" providerId="LiveId" clId="{8A2E4A20-AA69-472B-9E6C-3239843899E3}" dt="2026-09-15T15:30:08.209" v="8899" actId="478"/>
          <ac:spMkLst>
            <pc:docMk/>
            <pc:sldMk cId="2383280206" sldId="510"/>
            <ac:spMk id="4" creationId="{8DBFF378-ABF7-E6C4-DF0B-8FA838B1B8C5}"/>
          </ac:spMkLst>
        </pc:spChg>
        <pc:spChg chg="add del mod">
          <ac:chgData name="Juan David Suarez" userId="ba5a93b715572fed" providerId="LiveId" clId="{8A2E4A20-AA69-472B-9E6C-3239843899E3}" dt="2026-09-16T21:22:27.538" v="11392" actId="478"/>
          <ac:spMkLst>
            <pc:docMk/>
            <pc:sldMk cId="2383280206" sldId="510"/>
            <ac:spMk id="9" creationId="{0987C58B-126B-09B7-C87F-E85071B3733A}"/>
          </ac:spMkLst>
        </pc:spChg>
        <pc:spChg chg="del">
          <ac:chgData name="Juan David Suarez" userId="ba5a93b715572fed" providerId="LiveId" clId="{8A2E4A20-AA69-472B-9E6C-3239843899E3}" dt="2026-09-15T15:30:08.209" v="8899" actId="478"/>
          <ac:spMkLst>
            <pc:docMk/>
            <pc:sldMk cId="2383280206" sldId="510"/>
            <ac:spMk id="13" creationId="{BCE87144-6866-AC6D-E54B-ECAD8ADF24F9}"/>
          </ac:spMkLst>
        </pc:spChg>
        <pc:spChg chg="add mod">
          <ac:chgData name="Juan David Suarez" userId="ba5a93b715572fed" providerId="LiveId" clId="{8A2E4A20-AA69-472B-9E6C-3239843899E3}" dt="2026-09-16T21:23:52.286" v="11417" actId="20577"/>
          <ac:spMkLst>
            <pc:docMk/>
            <pc:sldMk cId="2383280206" sldId="510"/>
            <ac:spMk id="15" creationId="{241490F0-6A69-94C4-2C8E-7BB10D84A568}"/>
          </ac:spMkLst>
        </pc:spChg>
        <pc:spChg chg="del">
          <ac:chgData name="Juan David Suarez" userId="ba5a93b715572fed" providerId="LiveId" clId="{8A2E4A20-AA69-472B-9E6C-3239843899E3}" dt="2026-09-15T15:30:08.209" v="8899" actId="478"/>
          <ac:spMkLst>
            <pc:docMk/>
            <pc:sldMk cId="2383280206" sldId="510"/>
            <ac:spMk id="16" creationId="{4BAD4EBA-2678-AA58-A0F2-A0CFC0F0AD2B}"/>
          </ac:spMkLst>
        </pc:spChg>
        <pc:spChg chg="del">
          <ac:chgData name="Juan David Suarez" userId="ba5a93b715572fed" providerId="LiveId" clId="{8A2E4A20-AA69-472B-9E6C-3239843899E3}" dt="2026-09-15T15:30:08.209" v="8899" actId="478"/>
          <ac:spMkLst>
            <pc:docMk/>
            <pc:sldMk cId="2383280206" sldId="510"/>
            <ac:spMk id="17" creationId="{B7B152F5-6B44-4929-2504-A418D4CB9FCA}"/>
          </ac:spMkLst>
        </pc:spChg>
        <pc:spChg chg="del">
          <ac:chgData name="Juan David Suarez" userId="ba5a93b715572fed" providerId="LiveId" clId="{8A2E4A20-AA69-472B-9E6C-3239843899E3}" dt="2026-09-15T15:30:08.209" v="8899" actId="478"/>
          <ac:spMkLst>
            <pc:docMk/>
            <pc:sldMk cId="2383280206" sldId="510"/>
            <ac:spMk id="18" creationId="{398A5A37-3271-AA3C-4158-D98689C6694D}"/>
          </ac:spMkLst>
        </pc:spChg>
        <pc:spChg chg="del">
          <ac:chgData name="Juan David Suarez" userId="ba5a93b715572fed" providerId="LiveId" clId="{8A2E4A20-AA69-472B-9E6C-3239843899E3}" dt="2026-09-15T15:30:08.209" v="8899" actId="478"/>
          <ac:spMkLst>
            <pc:docMk/>
            <pc:sldMk cId="2383280206" sldId="510"/>
            <ac:spMk id="22" creationId="{47196964-2CDA-F358-6905-5FF57C8631BB}"/>
          </ac:spMkLst>
        </pc:spChg>
        <pc:spChg chg="del">
          <ac:chgData name="Juan David Suarez" userId="ba5a93b715572fed" providerId="LiveId" clId="{8A2E4A20-AA69-472B-9E6C-3239843899E3}" dt="2026-09-15T15:30:08.209" v="8899" actId="478"/>
          <ac:spMkLst>
            <pc:docMk/>
            <pc:sldMk cId="2383280206" sldId="510"/>
            <ac:spMk id="23" creationId="{E14B57B0-F00A-A785-7DC5-3A74316A3470}"/>
          </ac:spMkLst>
        </pc:spChg>
        <pc:picChg chg="del">
          <ac:chgData name="Juan David Suarez" userId="ba5a93b715572fed" providerId="LiveId" clId="{8A2E4A20-AA69-472B-9E6C-3239843899E3}" dt="2026-09-15T15:30:04.630" v="8898" actId="21"/>
          <ac:picMkLst>
            <pc:docMk/>
            <pc:sldMk cId="2383280206" sldId="510"/>
            <ac:picMk id="7" creationId="{41B6D301-9D9F-2C74-800A-BA00AAA8E887}"/>
          </ac:picMkLst>
        </pc:picChg>
        <pc:picChg chg="add mod modCrop">
          <ac:chgData name="Juan David Suarez" userId="ba5a93b715572fed" providerId="LiveId" clId="{8A2E4A20-AA69-472B-9E6C-3239843899E3}" dt="2026-09-16T21:22:43.760" v="11396" actId="14100"/>
          <ac:picMkLst>
            <pc:docMk/>
            <pc:sldMk cId="2383280206" sldId="510"/>
            <ac:picMk id="12" creationId="{1F634361-F71D-EDE6-21EB-0DB3F700FFCC}"/>
          </ac:picMkLst>
        </pc:picChg>
      </pc:sldChg>
      <pc:sldChg chg="new del">
        <pc:chgData name="Juan David Suarez" userId="ba5a93b715572fed" providerId="LiveId" clId="{8A2E4A20-AA69-472B-9E6C-3239843899E3}" dt="2026-09-15T15:29:48.480" v="8892" actId="47"/>
        <pc:sldMkLst>
          <pc:docMk/>
          <pc:sldMk cId="3665507592" sldId="510"/>
        </pc:sldMkLst>
      </pc:sldChg>
      <pc:sldChg chg="modSp add mod">
        <pc:chgData name="Juan David Suarez" userId="ba5a93b715572fed" providerId="LiveId" clId="{8A2E4A20-AA69-472B-9E6C-3239843899E3}" dt="2026-09-15T15:40:31.543" v="9253" actId="20577"/>
        <pc:sldMkLst>
          <pc:docMk/>
          <pc:sldMk cId="4099159489" sldId="511"/>
        </pc:sldMkLst>
        <pc:spChg chg="mod">
          <ac:chgData name="Juan David Suarez" userId="ba5a93b715572fed" providerId="LiveId" clId="{8A2E4A20-AA69-472B-9E6C-3239843899E3}" dt="2026-09-15T15:40:31.543" v="9253" actId="20577"/>
          <ac:spMkLst>
            <pc:docMk/>
            <pc:sldMk cId="4099159489" sldId="511"/>
            <ac:spMk id="2" creationId="{F42FC0A5-3BC8-2A77-30A1-9E6B45CC6C71}"/>
          </ac:spMkLst>
        </pc:spChg>
      </pc:sldChg>
      <pc:sldChg chg="addSp delSp modSp add del mod">
        <pc:chgData name="Juan David Suarez" userId="ba5a93b715572fed" providerId="LiveId" clId="{8A2E4A20-AA69-472B-9E6C-3239843899E3}" dt="2026-09-15T22:58:04.079" v="10004" actId="47"/>
        <pc:sldMkLst>
          <pc:docMk/>
          <pc:sldMk cId="3313470861" sldId="512"/>
        </pc:sldMkLst>
        <pc:spChg chg="mod">
          <ac:chgData name="Juan David Suarez" userId="ba5a93b715572fed" providerId="LiveId" clId="{8A2E4A20-AA69-472B-9E6C-3239843899E3}" dt="2026-09-15T22:57:11.176" v="9920" actId="20577"/>
          <ac:spMkLst>
            <pc:docMk/>
            <pc:sldMk cId="3313470861" sldId="512"/>
            <ac:spMk id="2" creationId="{69779A19-99F7-629E-3786-BD61877C86EF}"/>
          </ac:spMkLst>
        </pc:spChg>
        <pc:spChg chg="add mod">
          <ac:chgData name="Juan David Suarez" userId="ba5a93b715572fed" providerId="LiveId" clId="{8A2E4A20-AA69-472B-9E6C-3239843899E3}" dt="2026-09-15T22:57:52.371" v="10003" actId="20577"/>
          <ac:spMkLst>
            <pc:docMk/>
            <pc:sldMk cId="3313470861" sldId="512"/>
            <ac:spMk id="6" creationId="{2D930FC5-13EF-C150-9A06-160BDF68A898}"/>
          </ac:spMkLst>
        </pc:spChg>
        <pc:picChg chg="del">
          <ac:chgData name="Juan David Suarez" userId="ba5a93b715572fed" providerId="LiveId" clId="{8A2E4A20-AA69-472B-9E6C-3239843899E3}" dt="2026-09-15T16:18:40.327" v="9341" actId="478"/>
          <ac:picMkLst>
            <pc:docMk/>
            <pc:sldMk cId="3313470861" sldId="512"/>
            <ac:picMk id="4" creationId="{C853FD54-4656-C7D3-E217-23A2BAA9C255}"/>
          </ac:picMkLst>
        </pc:picChg>
        <pc:picChg chg="add del mod">
          <ac:chgData name="Juan David Suarez" userId="ba5a93b715572fed" providerId="LiveId" clId="{8A2E4A20-AA69-472B-9E6C-3239843899E3}" dt="2026-09-15T22:57:14.056" v="9921" actId="478"/>
          <ac:picMkLst>
            <pc:docMk/>
            <pc:sldMk cId="3313470861" sldId="512"/>
            <ac:picMk id="5" creationId="{71EBFC1C-B67C-A123-4487-7B2B299D5893}"/>
          </ac:picMkLst>
        </pc:picChg>
      </pc:sldChg>
      <pc:sldChg chg="add del">
        <pc:chgData name="Juan David Suarez" userId="ba5a93b715572fed" providerId="LiveId" clId="{8A2E4A20-AA69-472B-9E6C-3239843899E3}" dt="2026-09-15T23:08:46.615" v="10085"/>
        <pc:sldMkLst>
          <pc:docMk/>
          <pc:sldMk cId="1978459986" sldId="513"/>
        </pc:sldMkLst>
      </pc:sldChg>
      <pc:sldChg chg="addSp delSp modSp add del mod">
        <pc:chgData name="Juan David Suarez" userId="ba5a93b715572fed" providerId="LiveId" clId="{8A2E4A20-AA69-472B-9E6C-3239843899E3}" dt="2026-09-15T23:08:16.765" v="10081" actId="2696"/>
        <pc:sldMkLst>
          <pc:docMk/>
          <pc:sldMk cId="3777221778" sldId="513"/>
        </pc:sldMkLst>
        <pc:spChg chg="mod">
          <ac:chgData name="Juan David Suarez" userId="ba5a93b715572fed" providerId="LiveId" clId="{8A2E4A20-AA69-472B-9E6C-3239843899E3}" dt="2026-09-15T17:01:26.704" v="9413" actId="20577"/>
          <ac:spMkLst>
            <pc:docMk/>
            <pc:sldMk cId="3777221778" sldId="513"/>
            <ac:spMk id="2" creationId="{712DE257-330E-8A6F-89AD-6AB1A2BF841A}"/>
          </ac:spMkLst>
        </pc:spChg>
        <pc:spChg chg="add mod">
          <ac:chgData name="Juan David Suarez" userId="ba5a93b715572fed" providerId="LiveId" clId="{8A2E4A20-AA69-472B-9E6C-3239843899E3}" dt="2026-09-15T17:10:55.546" v="9669" actId="20577"/>
          <ac:spMkLst>
            <pc:docMk/>
            <pc:sldMk cId="3777221778" sldId="513"/>
            <ac:spMk id="3" creationId="{7F9A30B3-7B33-44D1-82EC-E4295A69F923}"/>
          </ac:spMkLst>
        </pc:spChg>
        <pc:spChg chg="add mod">
          <ac:chgData name="Juan David Suarez" userId="ba5a93b715572fed" providerId="LiveId" clId="{8A2E4A20-AA69-472B-9E6C-3239843899E3}" dt="2026-09-15T17:10:40.009" v="9640" actId="20577"/>
          <ac:spMkLst>
            <pc:docMk/>
            <pc:sldMk cId="3777221778" sldId="513"/>
            <ac:spMk id="4" creationId="{2C0B1C62-68FD-F3F1-69AC-FF81916EA38C}"/>
          </ac:spMkLst>
        </pc:spChg>
        <pc:picChg chg="del">
          <ac:chgData name="Juan David Suarez" userId="ba5a93b715572fed" providerId="LiveId" clId="{8A2E4A20-AA69-472B-9E6C-3239843899E3}" dt="2026-09-15T17:01:30.895" v="9414" actId="478"/>
          <ac:picMkLst>
            <pc:docMk/>
            <pc:sldMk cId="3777221778" sldId="513"/>
            <ac:picMk id="5" creationId="{63A32101-1DBA-7894-9A6A-5A563B4A2879}"/>
          </ac:picMkLst>
        </pc:picChg>
      </pc:sldChg>
      <pc:sldChg chg="addSp delSp modSp add mod">
        <pc:chgData name="Juan David Suarez" userId="ba5a93b715572fed" providerId="LiveId" clId="{8A2E4A20-AA69-472B-9E6C-3239843899E3}" dt="2026-09-16T20:43:36.061" v="11262" actId="113"/>
        <pc:sldMkLst>
          <pc:docMk/>
          <pc:sldMk cId="3821008324" sldId="513"/>
        </pc:sldMkLst>
        <pc:spChg chg="del mod">
          <ac:chgData name="Juan David Suarez" userId="ba5a93b715572fed" providerId="LiveId" clId="{8A2E4A20-AA69-472B-9E6C-3239843899E3}" dt="2026-09-16T20:43:06.396" v="11253" actId="21"/>
          <ac:spMkLst>
            <pc:docMk/>
            <pc:sldMk cId="3821008324" sldId="513"/>
            <ac:spMk id="3" creationId="{4494DE46-D478-F920-CFD2-716B4E0F2214}"/>
          </ac:spMkLst>
        </pc:spChg>
        <pc:spChg chg="mod">
          <ac:chgData name="Juan David Suarez" userId="ba5a93b715572fed" providerId="LiveId" clId="{8A2E4A20-AA69-472B-9E6C-3239843899E3}" dt="2026-09-16T20:43:12.401" v="11257" actId="1076"/>
          <ac:spMkLst>
            <pc:docMk/>
            <pc:sldMk cId="3821008324" sldId="513"/>
            <ac:spMk id="4" creationId="{0DFD5EE8-DBBA-6FDD-A7EC-ABD13FD4383B}"/>
          </ac:spMkLst>
        </pc:spChg>
        <pc:spChg chg="add mod">
          <ac:chgData name="Juan David Suarez" userId="ba5a93b715572fed" providerId="LiveId" clId="{8A2E4A20-AA69-472B-9E6C-3239843899E3}" dt="2026-09-16T20:43:36.061" v="11262" actId="113"/>
          <ac:spMkLst>
            <pc:docMk/>
            <pc:sldMk cId="3821008324" sldId="513"/>
            <ac:spMk id="7" creationId="{0A7FF83E-C3BB-F9CC-2D72-515E5ADBD47A}"/>
          </ac:spMkLst>
        </pc:spChg>
        <pc:graphicFrameChg chg="add del mod modGraphic">
          <ac:chgData name="Juan David Suarez" userId="ba5a93b715572fed" providerId="LiveId" clId="{8A2E4A20-AA69-472B-9E6C-3239843899E3}" dt="2026-09-16T20:40:18.359" v="11099" actId="478"/>
          <ac:graphicFrameMkLst>
            <pc:docMk/>
            <pc:sldMk cId="3821008324" sldId="513"/>
            <ac:graphicFrameMk id="5" creationId="{AE993549-27C8-4151-6C1C-1E37926C07CF}"/>
          </ac:graphicFrameMkLst>
        </pc:graphicFrameChg>
      </pc:sldChg>
      <pc:sldChg chg="add del">
        <pc:chgData name="Juan David Suarez" userId="ba5a93b715572fed" providerId="LiveId" clId="{8A2E4A20-AA69-472B-9E6C-3239843899E3}" dt="2026-09-15T23:08:50.265" v="10087"/>
        <pc:sldMkLst>
          <pc:docMk/>
          <pc:sldMk cId="4018223126" sldId="513"/>
        </pc:sldMkLst>
      </pc:sldChg>
      <pc:sldChg chg="addSp delSp modSp add del mod">
        <pc:chgData name="Juan David Suarez" userId="ba5a93b715572fed" providerId="LiveId" clId="{8A2E4A20-AA69-472B-9E6C-3239843899E3}" dt="2026-09-15T23:08:16.765" v="10081" actId="2696"/>
        <pc:sldMkLst>
          <pc:docMk/>
          <pc:sldMk cId="936019018" sldId="514"/>
        </pc:sldMkLst>
        <pc:spChg chg="mod">
          <ac:chgData name="Juan David Suarez" userId="ba5a93b715572fed" providerId="LiveId" clId="{8A2E4A20-AA69-472B-9E6C-3239843899E3}" dt="2026-09-15T17:11:33.093" v="9691" actId="20577"/>
          <ac:spMkLst>
            <pc:docMk/>
            <pc:sldMk cId="936019018" sldId="514"/>
            <ac:spMk id="2" creationId="{3BBE8E8D-6129-8164-E062-C93EE1E43607}"/>
          </ac:spMkLst>
        </pc:spChg>
        <pc:spChg chg="del">
          <ac:chgData name="Juan David Suarez" userId="ba5a93b715572fed" providerId="LiveId" clId="{8A2E4A20-AA69-472B-9E6C-3239843899E3}" dt="2026-09-15T17:11:26.772" v="9671" actId="478"/>
          <ac:spMkLst>
            <pc:docMk/>
            <pc:sldMk cId="936019018" sldId="514"/>
            <ac:spMk id="3" creationId="{D0D15F2D-FD01-86BD-E44F-9E21890501AE}"/>
          </ac:spMkLst>
        </pc:spChg>
        <pc:spChg chg="del">
          <ac:chgData name="Juan David Suarez" userId="ba5a93b715572fed" providerId="LiveId" clId="{8A2E4A20-AA69-472B-9E6C-3239843899E3}" dt="2026-09-15T17:11:26.772" v="9671" actId="478"/>
          <ac:spMkLst>
            <pc:docMk/>
            <pc:sldMk cId="936019018" sldId="514"/>
            <ac:spMk id="4" creationId="{14B8F60B-F567-8A8A-E9C9-364DC0D998C1}"/>
          </ac:spMkLst>
        </pc:spChg>
        <pc:picChg chg="add mod">
          <ac:chgData name="Juan David Suarez" userId="ba5a93b715572fed" providerId="LiveId" clId="{8A2E4A20-AA69-472B-9E6C-3239843899E3}" dt="2026-09-15T17:12:56.125" v="9695" actId="1076"/>
          <ac:picMkLst>
            <pc:docMk/>
            <pc:sldMk cId="936019018" sldId="514"/>
            <ac:picMk id="6" creationId="{8A33C670-EA53-9021-20B2-A433E62B4EF3}"/>
          </ac:picMkLst>
        </pc:picChg>
      </pc:sldChg>
      <pc:sldChg chg="add del">
        <pc:chgData name="Juan David Suarez" userId="ba5a93b715572fed" providerId="LiveId" clId="{8A2E4A20-AA69-472B-9E6C-3239843899E3}" dt="2026-09-15T23:08:46.615" v="10085"/>
        <pc:sldMkLst>
          <pc:docMk/>
          <pc:sldMk cId="1494716871" sldId="514"/>
        </pc:sldMkLst>
      </pc:sldChg>
      <pc:sldChg chg="modSp add mod">
        <pc:chgData name="Juan David Suarez" userId="ba5a93b715572fed" providerId="LiveId" clId="{8A2E4A20-AA69-472B-9E6C-3239843899E3}" dt="2026-09-16T20:44:40.609" v="11264" actId="113"/>
        <pc:sldMkLst>
          <pc:docMk/>
          <pc:sldMk cId="1569372432" sldId="514"/>
        </pc:sldMkLst>
        <pc:spChg chg="mod">
          <ac:chgData name="Juan David Suarez" userId="ba5a93b715572fed" providerId="LiveId" clId="{8A2E4A20-AA69-472B-9E6C-3239843899E3}" dt="2026-09-16T20:44:40.609" v="11264" actId="113"/>
          <ac:spMkLst>
            <pc:docMk/>
            <pc:sldMk cId="1569372432" sldId="514"/>
            <ac:spMk id="2" creationId="{977128CC-7C52-D883-A1AD-E4C0F0F771AE}"/>
          </ac:spMkLst>
        </pc:spChg>
      </pc:sldChg>
      <pc:sldChg chg="add del">
        <pc:chgData name="Juan David Suarez" userId="ba5a93b715572fed" providerId="LiveId" clId="{8A2E4A20-AA69-472B-9E6C-3239843899E3}" dt="2026-09-15T23:08:50.265" v="10087"/>
        <pc:sldMkLst>
          <pc:docMk/>
          <pc:sldMk cId="2710376181" sldId="514"/>
        </pc:sldMkLst>
      </pc:sldChg>
      <pc:sldChg chg="addSp modSp new del mod">
        <pc:chgData name="Juan David Suarez" userId="ba5a93b715572fed" providerId="LiveId" clId="{8A2E4A20-AA69-472B-9E6C-3239843899E3}" dt="2026-09-15T23:08:16.765" v="10081" actId="2696"/>
        <pc:sldMkLst>
          <pc:docMk/>
          <pc:sldMk cId="1354184782" sldId="515"/>
        </pc:sldMkLst>
        <pc:spChg chg="mod">
          <ac:chgData name="Juan David Suarez" userId="ba5a93b715572fed" providerId="LiveId" clId="{8A2E4A20-AA69-472B-9E6C-3239843899E3}" dt="2026-09-15T17:14:56.494" v="9728" actId="20577"/>
          <ac:spMkLst>
            <pc:docMk/>
            <pc:sldMk cId="1354184782" sldId="515"/>
            <ac:spMk id="2" creationId="{B75F890A-9A54-3E7C-A8DD-CD755BD834E6}"/>
          </ac:spMkLst>
        </pc:spChg>
        <pc:picChg chg="add mod">
          <ac:chgData name="Juan David Suarez" userId="ba5a93b715572fed" providerId="LiveId" clId="{8A2E4A20-AA69-472B-9E6C-3239843899E3}" dt="2026-09-15T17:14:50.702" v="9702" actId="1076"/>
          <ac:picMkLst>
            <pc:docMk/>
            <pc:sldMk cId="1354184782" sldId="515"/>
            <ac:picMk id="4" creationId="{FD41825A-84CD-2188-EC51-7985CF2FE916}"/>
          </ac:picMkLst>
        </pc:picChg>
      </pc:sldChg>
      <pc:sldChg chg="add del">
        <pc:chgData name="Juan David Suarez" userId="ba5a93b715572fed" providerId="LiveId" clId="{8A2E4A20-AA69-472B-9E6C-3239843899E3}" dt="2026-09-15T23:08:50.265" v="10087"/>
        <pc:sldMkLst>
          <pc:docMk/>
          <pc:sldMk cId="2224398424" sldId="515"/>
        </pc:sldMkLst>
      </pc:sldChg>
      <pc:sldChg chg="modSp add mod">
        <pc:chgData name="Juan David Suarez" userId="ba5a93b715572fed" providerId="LiveId" clId="{8A2E4A20-AA69-472B-9E6C-3239843899E3}" dt="2026-09-15T23:12:16.615" v="10199" actId="20577"/>
        <pc:sldMkLst>
          <pc:docMk/>
          <pc:sldMk cId="3499691592" sldId="515"/>
        </pc:sldMkLst>
        <pc:spChg chg="mod">
          <ac:chgData name="Juan David Suarez" userId="ba5a93b715572fed" providerId="LiveId" clId="{8A2E4A20-AA69-472B-9E6C-3239843899E3}" dt="2026-09-15T23:12:16.615" v="10199" actId="20577"/>
          <ac:spMkLst>
            <pc:docMk/>
            <pc:sldMk cId="3499691592" sldId="515"/>
            <ac:spMk id="2" creationId="{8607EDD2-B845-DBC0-B539-8AD11E9562B1}"/>
          </ac:spMkLst>
        </pc:spChg>
      </pc:sldChg>
      <pc:sldChg chg="add del">
        <pc:chgData name="Juan David Suarez" userId="ba5a93b715572fed" providerId="LiveId" clId="{8A2E4A20-AA69-472B-9E6C-3239843899E3}" dt="2026-09-15T23:08:46.615" v="10085"/>
        <pc:sldMkLst>
          <pc:docMk/>
          <pc:sldMk cId="3731862834" sldId="515"/>
        </pc:sldMkLst>
      </pc:sldChg>
      <pc:sldChg chg="addSp delSp modSp add del mod">
        <pc:chgData name="Juan David Suarez" userId="ba5a93b715572fed" providerId="LiveId" clId="{8A2E4A20-AA69-472B-9E6C-3239843899E3}" dt="2026-09-15T23:08:16.765" v="10081" actId="2696"/>
        <pc:sldMkLst>
          <pc:docMk/>
          <pc:sldMk cId="450835274" sldId="516"/>
        </pc:sldMkLst>
        <pc:spChg chg="mod">
          <ac:chgData name="Juan David Suarez" userId="ba5a93b715572fed" providerId="LiveId" clId="{8A2E4A20-AA69-472B-9E6C-3239843899E3}" dt="2026-09-15T17:15:19.233" v="9737" actId="20577"/>
          <ac:spMkLst>
            <pc:docMk/>
            <pc:sldMk cId="450835274" sldId="516"/>
            <ac:spMk id="2" creationId="{B555DE01-42E7-B840-4B52-F1976E4AF1D4}"/>
          </ac:spMkLst>
        </pc:spChg>
        <pc:picChg chg="del">
          <ac:chgData name="Juan David Suarez" userId="ba5a93b715572fed" providerId="LiveId" clId="{8A2E4A20-AA69-472B-9E6C-3239843899E3}" dt="2026-09-15T17:15:21.275" v="9738" actId="478"/>
          <ac:picMkLst>
            <pc:docMk/>
            <pc:sldMk cId="450835274" sldId="516"/>
            <ac:picMk id="4" creationId="{FB5927A5-8E45-CF81-FA4F-4571515CAF31}"/>
          </ac:picMkLst>
        </pc:picChg>
        <pc:picChg chg="add mod">
          <ac:chgData name="Juan David Suarez" userId="ba5a93b715572fed" providerId="LiveId" clId="{8A2E4A20-AA69-472B-9E6C-3239843899E3}" dt="2026-09-15T17:16:24.592" v="9743" actId="1076"/>
          <ac:picMkLst>
            <pc:docMk/>
            <pc:sldMk cId="450835274" sldId="516"/>
            <ac:picMk id="6" creationId="{7EF95DAF-CA8F-3F8E-DDCC-B7327953A21A}"/>
          </ac:picMkLst>
        </pc:picChg>
      </pc:sldChg>
      <pc:sldChg chg="add del">
        <pc:chgData name="Juan David Suarez" userId="ba5a93b715572fed" providerId="LiveId" clId="{8A2E4A20-AA69-472B-9E6C-3239843899E3}" dt="2026-09-15T23:08:50.265" v="10087"/>
        <pc:sldMkLst>
          <pc:docMk/>
          <pc:sldMk cId="472178652" sldId="516"/>
        </pc:sldMkLst>
      </pc:sldChg>
      <pc:sldChg chg="modSp add mod">
        <pc:chgData name="Juan David Suarez" userId="ba5a93b715572fed" providerId="LiveId" clId="{8A2E4A20-AA69-472B-9E6C-3239843899E3}" dt="2026-09-15T23:12:23.874" v="10207" actId="20577"/>
        <pc:sldMkLst>
          <pc:docMk/>
          <pc:sldMk cId="878482272" sldId="516"/>
        </pc:sldMkLst>
        <pc:spChg chg="mod">
          <ac:chgData name="Juan David Suarez" userId="ba5a93b715572fed" providerId="LiveId" clId="{8A2E4A20-AA69-472B-9E6C-3239843899E3}" dt="2026-09-15T23:12:23.874" v="10207" actId="20577"/>
          <ac:spMkLst>
            <pc:docMk/>
            <pc:sldMk cId="878482272" sldId="516"/>
            <ac:spMk id="2" creationId="{65A2BD96-A2F1-94E4-F91E-48224CE7AA59}"/>
          </ac:spMkLst>
        </pc:spChg>
      </pc:sldChg>
      <pc:sldChg chg="add del">
        <pc:chgData name="Juan David Suarez" userId="ba5a93b715572fed" providerId="LiveId" clId="{8A2E4A20-AA69-472B-9E6C-3239843899E3}" dt="2026-09-15T23:08:46.615" v="10085"/>
        <pc:sldMkLst>
          <pc:docMk/>
          <pc:sldMk cId="3696275839" sldId="516"/>
        </pc:sldMkLst>
      </pc:sldChg>
      <pc:sldChg chg="add del">
        <pc:chgData name="Juan David Suarez" userId="ba5a93b715572fed" providerId="LiveId" clId="{8A2E4A20-AA69-472B-9E6C-3239843899E3}" dt="2026-09-16T21:46:41.629" v="11585" actId="47"/>
        <pc:sldMkLst>
          <pc:docMk/>
          <pc:sldMk cId="85609288" sldId="517"/>
        </pc:sldMkLst>
      </pc:sldChg>
      <pc:sldChg chg="modSp add del mod">
        <pc:chgData name="Juan David Suarez" userId="ba5a93b715572fed" providerId="LiveId" clId="{8A2E4A20-AA69-472B-9E6C-3239843899E3}" dt="2026-09-16T21:38:57.291" v="11514" actId="2696"/>
        <pc:sldMkLst>
          <pc:docMk/>
          <pc:sldMk cId="3286052051" sldId="517"/>
        </pc:sldMkLst>
        <pc:spChg chg="mod">
          <ac:chgData name="Juan David Suarez" userId="ba5a93b715572fed" providerId="LiveId" clId="{8A2E4A20-AA69-472B-9E6C-3239843899E3}" dt="2026-09-15T19:59:29.852" v="9814" actId="20577"/>
          <ac:spMkLst>
            <pc:docMk/>
            <pc:sldMk cId="3286052051" sldId="517"/>
            <ac:spMk id="2" creationId="{C72221FB-9121-CB65-63CA-A441B928E1C3}"/>
          </ac:spMkLst>
        </pc:spChg>
      </pc:sldChg>
      <pc:sldChg chg="delSp add del mod">
        <pc:chgData name="Juan David Suarez" userId="ba5a93b715572fed" providerId="LiveId" clId="{8A2E4A20-AA69-472B-9E6C-3239843899E3}" dt="2026-09-16T21:38:57.291" v="11514" actId="2696"/>
        <pc:sldMkLst>
          <pc:docMk/>
          <pc:sldMk cId="1353557469" sldId="518"/>
        </pc:sldMkLst>
        <pc:picChg chg="del">
          <ac:chgData name="Juan David Suarez" userId="ba5a93b715572fed" providerId="LiveId" clId="{8A2E4A20-AA69-472B-9E6C-3239843899E3}" dt="2026-09-15T19:59:37.587" v="9816" actId="478"/>
          <ac:picMkLst>
            <pc:docMk/>
            <pc:sldMk cId="1353557469" sldId="518"/>
            <ac:picMk id="6" creationId="{3541BA1E-AFB0-6FAD-B374-2B743B2EF2C1}"/>
          </ac:picMkLst>
        </pc:picChg>
      </pc:sldChg>
      <pc:sldChg chg="add del">
        <pc:chgData name="Juan David Suarez" userId="ba5a93b715572fed" providerId="LiveId" clId="{8A2E4A20-AA69-472B-9E6C-3239843899E3}" dt="2026-09-16T21:46:42.529" v="11586" actId="47"/>
        <pc:sldMkLst>
          <pc:docMk/>
          <pc:sldMk cId="1628129205" sldId="518"/>
        </pc:sldMkLst>
      </pc:sldChg>
      <pc:sldChg chg="new del">
        <pc:chgData name="Juan David Suarez" userId="ba5a93b715572fed" providerId="LiveId" clId="{8A2E4A20-AA69-472B-9E6C-3239843899E3}" dt="2026-09-15T23:00:08.700" v="10068" actId="47"/>
        <pc:sldMkLst>
          <pc:docMk/>
          <pc:sldMk cId="1688653799" sldId="519"/>
        </pc:sldMkLst>
      </pc:sldChg>
      <pc:sldChg chg="delSp modSp add del mod modShow">
        <pc:chgData name="Juan David Suarez" userId="ba5a93b715572fed" providerId="LiveId" clId="{8A2E4A20-AA69-472B-9E6C-3239843899E3}" dt="2026-09-15T22:59:56.279" v="10064" actId="2696"/>
        <pc:sldMkLst>
          <pc:docMk/>
          <pc:sldMk cId="1722922758" sldId="519"/>
        </pc:sldMkLst>
        <pc:spChg chg="mod">
          <ac:chgData name="Juan David Suarez" userId="ba5a93b715572fed" providerId="LiveId" clId="{8A2E4A20-AA69-472B-9E6C-3239843899E3}" dt="2026-09-15T22:55:29.991" v="9851" actId="1076"/>
          <ac:spMkLst>
            <pc:docMk/>
            <pc:sldMk cId="1722922758" sldId="519"/>
            <ac:spMk id="12" creationId="{803220A7-A6A1-A47B-0582-5848E5538487}"/>
          </ac:spMkLst>
        </pc:spChg>
        <pc:spChg chg="del mod">
          <ac:chgData name="Juan David Suarez" userId="ba5a93b715572fed" providerId="LiveId" clId="{8A2E4A20-AA69-472B-9E6C-3239843899E3}" dt="2026-09-15T22:55:22.243" v="9847" actId="478"/>
          <ac:spMkLst>
            <pc:docMk/>
            <pc:sldMk cId="1722922758" sldId="519"/>
            <ac:spMk id="13" creationId="{C1108792-3B27-ECD7-689D-1DD45CF9DA07}"/>
          </ac:spMkLst>
        </pc:spChg>
        <pc:spChg chg="mod">
          <ac:chgData name="Juan David Suarez" userId="ba5a93b715572fed" providerId="LiveId" clId="{8A2E4A20-AA69-472B-9E6C-3239843899E3}" dt="2026-09-15T22:55:29.991" v="9851" actId="1076"/>
          <ac:spMkLst>
            <pc:docMk/>
            <pc:sldMk cId="1722922758" sldId="519"/>
            <ac:spMk id="14" creationId="{04850C0A-4341-79D9-3384-AD9A6B244633}"/>
          </ac:spMkLst>
        </pc:spChg>
        <pc:spChg chg="mod">
          <ac:chgData name="Juan David Suarez" userId="ba5a93b715572fed" providerId="LiveId" clId="{8A2E4A20-AA69-472B-9E6C-3239843899E3}" dt="2026-09-15T22:55:29.991" v="9851" actId="1076"/>
          <ac:spMkLst>
            <pc:docMk/>
            <pc:sldMk cId="1722922758" sldId="519"/>
            <ac:spMk id="15" creationId="{1B826355-D010-92B4-067C-A1EA94C85922}"/>
          </ac:spMkLst>
        </pc:spChg>
        <pc:spChg chg="mod">
          <ac:chgData name="Juan David Suarez" userId="ba5a93b715572fed" providerId="LiveId" clId="{8A2E4A20-AA69-472B-9E6C-3239843899E3}" dt="2026-09-15T22:55:29.991" v="9851" actId="1076"/>
          <ac:spMkLst>
            <pc:docMk/>
            <pc:sldMk cId="1722922758" sldId="519"/>
            <ac:spMk id="42" creationId="{3DD04CEE-6DC4-AA7F-B14B-9A0B55EB1D52}"/>
          </ac:spMkLst>
        </pc:spChg>
        <pc:picChg chg="del">
          <ac:chgData name="Juan David Suarez" userId="ba5a93b715572fed" providerId="LiveId" clId="{8A2E4A20-AA69-472B-9E6C-3239843899E3}" dt="2026-09-15T22:55:22.942" v="9848" actId="478"/>
          <ac:picMkLst>
            <pc:docMk/>
            <pc:sldMk cId="1722922758" sldId="519"/>
            <ac:picMk id="9" creationId="{0B9C4196-265A-EABF-C0F0-50A002B74CE0}"/>
          </ac:picMkLst>
        </pc:picChg>
        <pc:picChg chg="del">
          <ac:chgData name="Juan David Suarez" userId="ba5a93b715572fed" providerId="LiveId" clId="{8A2E4A20-AA69-472B-9E6C-3239843899E3}" dt="2026-09-15T22:55:23.654" v="9849" actId="478"/>
          <ac:picMkLst>
            <pc:docMk/>
            <pc:sldMk cId="1722922758" sldId="519"/>
            <ac:picMk id="11" creationId="{03075BF1-3340-FD37-5B4D-9ECF1B369EC3}"/>
          </ac:picMkLst>
        </pc:picChg>
      </pc:sldChg>
      <pc:sldChg chg="add">
        <pc:chgData name="Juan David Suarez" userId="ba5a93b715572fed" providerId="LiveId" clId="{8A2E4A20-AA69-472B-9E6C-3239843899E3}" dt="2026-09-15T23:00:03.832" v="10066"/>
        <pc:sldMkLst>
          <pc:docMk/>
          <pc:sldMk cId="630624658" sldId="520"/>
        </pc:sldMkLst>
      </pc:sldChg>
      <pc:sldChg chg="modSp add mod">
        <pc:chgData name="Juan David Suarez" userId="ba5a93b715572fed" providerId="LiveId" clId="{8A2E4A20-AA69-472B-9E6C-3239843899E3}" dt="2026-09-15T23:00:13.850" v="10080" actId="20577"/>
        <pc:sldMkLst>
          <pc:docMk/>
          <pc:sldMk cId="2619628605" sldId="521"/>
        </pc:sldMkLst>
        <pc:spChg chg="mod">
          <ac:chgData name="Juan David Suarez" userId="ba5a93b715572fed" providerId="LiveId" clId="{8A2E4A20-AA69-472B-9E6C-3239843899E3}" dt="2026-09-15T23:00:13.850" v="10080" actId="20577"/>
          <ac:spMkLst>
            <pc:docMk/>
            <pc:sldMk cId="2619628605" sldId="521"/>
            <ac:spMk id="2" creationId="{25061488-FB54-8D90-3E5F-D4E4F20C191F}"/>
          </ac:spMkLst>
        </pc:spChg>
      </pc:sldChg>
      <pc:sldChg chg="modSp add mod">
        <pc:chgData name="Juan David Suarez" userId="ba5a93b715572fed" providerId="LiveId" clId="{8A2E4A20-AA69-472B-9E6C-3239843899E3}" dt="2026-09-15T23:11:04.107" v="10136" actId="20577"/>
        <pc:sldMkLst>
          <pc:docMk/>
          <pc:sldMk cId="699233014" sldId="522"/>
        </pc:sldMkLst>
        <pc:spChg chg="mod">
          <ac:chgData name="Juan David Suarez" userId="ba5a93b715572fed" providerId="LiveId" clId="{8A2E4A20-AA69-472B-9E6C-3239843899E3}" dt="2026-09-15T23:11:04.107" v="10136" actId="20577"/>
          <ac:spMkLst>
            <pc:docMk/>
            <pc:sldMk cId="699233014" sldId="522"/>
            <ac:spMk id="2" creationId="{C4B862C2-CD67-2BB4-3FAF-B9FD41F8C805}"/>
          </ac:spMkLst>
        </pc:spChg>
      </pc:sldChg>
      <pc:sldChg chg="modSp add mod">
        <pc:chgData name="Juan David Suarez" userId="ba5a93b715572fed" providerId="LiveId" clId="{8A2E4A20-AA69-472B-9E6C-3239843899E3}" dt="2026-09-16T21:59:38.297" v="11743" actId="20577"/>
        <pc:sldMkLst>
          <pc:docMk/>
          <pc:sldMk cId="331584521" sldId="523"/>
        </pc:sldMkLst>
        <pc:spChg chg="mod">
          <ac:chgData name="Juan David Suarez" userId="ba5a93b715572fed" providerId="LiveId" clId="{8A2E4A20-AA69-472B-9E6C-3239843899E3}" dt="2026-09-16T21:59:38.297" v="11743" actId="20577"/>
          <ac:spMkLst>
            <pc:docMk/>
            <pc:sldMk cId="331584521" sldId="523"/>
            <ac:spMk id="2" creationId="{79D532A3-EEF0-9937-0B4B-1C9F008D1DC7}"/>
          </ac:spMkLst>
        </pc:spChg>
      </pc:sldChg>
      <pc:sldChg chg="add del">
        <pc:chgData name="Juan David Suarez" userId="ba5a93b715572fed" providerId="LiveId" clId="{8A2E4A20-AA69-472B-9E6C-3239843899E3}" dt="2026-09-15T23:17:07.394" v="10443" actId="47"/>
        <pc:sldMkLst>
          <pc:docMk/>
          <pc:sldMk cId="3133293098" sldId="523"/>
        </pc:sldMkLst>
      </pc:sldChg>
      <pc:sldChg chg="modSp add mod">
        <pc:chgData name="Juan David Suarez" userId="ba5a93b715572fed" providerId="LiveId" clId="{8A2E4A20-AA69-472B-9E6C-3239843899E3}" dt="2026-09-16T22:08:35.924" v="11891" actId="20577"/>
        <pc:sldMkLst>
          <pc:docMk/>
          <pc:sldMk cId="3209434532" sldId="524"/>
        </pc:sldMkLst>
        <pc:spChg chg="mod">
          <ac:chgData name="Juan David Suarez" userId="ba5a93b715572fed" providerId="LiveId" clId="{8A2E4A20-AA69-472B-9E6C-3239843899E3}" dt="2026-09-16T22:08:35.924" v="11891" actId="20577"/>
          <ac:spMkLst>
            <pc:docMk/>
            <pc:sldMk cId="3209434532" sldId="524"/>
            <ac:spMk id="2" creationId="{2FB52E23-31B7-764E-1EC8-77CCA08050CB}"/>
          </ac:spMkLst>
        </pc:spChg>
        <pc:graphicFrameChg chg="mod modGraphic">
          <ac:chgData name="Juan David Suarez" userId="ba5a93b715572fed" providerId="LiveId" clId="{8A2E4A20-AA69-472B-9E6C-3239843899E3}" dt="2026-09-15T23:22:55.045" v="10529" actId="207"/>
          <ac:graphicFrameMkLst>
            <pc:docMk/>
            <pc:sldMk cId="3209434532" sldId="524"/>
            <ac:graphicFrameMk id="4" creationId="{0CC29758-56EB-0FBA-8331-A0185A091663}"/>
          </ac:graphicFrameMkLst>
        </pc:graphicFrameChg>
      </pc:sldChg>
      <pc:sldChg chg="modSp add del mod">
        <pc:chgData name="Juan David Suarez" userId="ba5a93b715572fed" providerId="LiveId" clId="{8A2E4A20-AA69-472B-9E6C-3239843899E3}" dt="2026-09-16T22:08:51.335" v="11894" actId="2696"/>
        <pc:sldMkLst>
          <pc:docMk/>
          <pc:sldMk cId="1161938968" sldId="525"/>
        </pc:sldMkLst>
        <pc:spChg chg="mod">
          <ac:chgData name="Juan David Suarez" userId="ba5a93b715572fed" providerId="LiveId" clId="{8A2E4A20-AA69-472B-9E6C-3239843899E3}" dt="2026-09-16T22:00:10.797" v="11789" actId="20577"/>
          <ac:spMkLst>
            <pc:docMk/>
            <pc:sldMk cId="1161938968" sldId="525"/>
            <ac:spMk id="2" creationId="{1ED86C53-86EC-BD74-C78B-EAAB2559C229}"/>
          </ac:spMkLst>
        </pc:spChg>
        <pc:graphicFrameChg chg="mod modGraphic">
          <ac:chgData name="Juan David Suarez" userId="ba5a93b715572fed" providerId="LiveId" clId="{8A2E4A20-AA69-472B-9E6C-3239843899E3}" dt="2026-09-15T23:23:38.618" v="10579" actId="20577"/>
          <ac:graphicFrameMkLst>
            <pc:docMk/>
            <pc:sldMk cId="1161938968" sldId="525"/>
            <ac:graphicFrameMk id="4" creationId="{29CFA057-40FB-457A-CBE7-4C9F99EA0E71}"/>
          </ac:graphicFrameMkLst>
        </pc:graphicFrameChg>
      </pc:sldChg>
      <pc:sldChg chg="add">
        <pc:chgData name="Juan David Suarez" userId="ba5a93b715572fed" providerId="LiveId" clId="{8A2E4A20-AA69-472B-9E6C-3239843899E3}" dt="2026-09-16T22:08:53.679" v="11895"/>
        <pc:sldMkLst>
          <pc:docMk/>
          <pc:sldMk cId="3834046232" sldId="525"/>
        </pc:sldMkLst>
      </pc:sldChg>
      <pc:sldChg chg="add">
        <pc:chgData name="Juan David Suarez" userId="ba5a93b715572fed" providerId="LiveId" clId="{8A2E4A20-AA69-472B-9E6C-3239843899E3}" dt="2026-09-16T22:09:13.922" v="11897"/>
        <pc:sldMkLst>
          <pc:docMk/>
          <pc:sldMk cId="2315338839" sldId="526"/>
        </pc:sldMkLst>
      </pc:sldChg>
      <pc:sldChg chg="modSp add del mod ord">
        <pc:chgData name="Juan David Suarez" userId="ba5a93b715572fed" providerId="LiveId" clId="{8A2E4A20-AA69-472B-9E6C-3239843899E3}" dt="2026-09-16T22:09:11.109" v="11896" actId="2696"/>
        <pc:sldMkLst>
          <pc:docMk/>
          <pc:sldMk cId="3288360458" sldId="526"/>
        </pc:sldMkLst>
        <pc:spChg chg="mod">
          <ac:chgData name="Juan David Suarez" userId="ba5a93b715572fed" providerId="LiveId" clId="{8A2E4A20-AA69-472B-9E6C-3239843899E3}" dt="2026-09-16T02:31:51.363" v="11017" actId="20577"/>
          <ac:spMkLst>
            <pc:docMk/>
            <pc:sldMk cId="3288360458" sldId="526"/>
            <ac:spMk id="2" creationId="{0F51244D-4468-0400-9594-AE6531618759}"/>
          </ac:spMkLst>
        </pc:spChg>
        <pc:graphicFrameChg chg="mod modGraphic">
          <ac:chgData name="Juan David Suarez" userId="ba5a93b715572fed" providerId="LiveId" clId="{8A2E4A20-AA69-472B-9E6C-3239843899E3}" dt="2026-09-15T23:25:32.519" v="10642" actId="207"/>
          <ac:graphicFrameMkLst>
            <pc:docMk/>
            <pc:sldMk cId="3288360458" sldId="526"/>
            <ac:graphicFrameMk id="4" creationId="{E23C6818-4B4E-1C37-712B-823AC31486B2}"/>
          </ac:graphicFrameMkLst>
        </pc:graphicFrameChg>
      </pc:sldChg>
      <pc:sldChg chg="addSp delSp modSp new mod">
        <pc:chgData name="Juan David Suarez" userId="ba5a93b715572fed" providerId="LiveId" clId="{8A2E4A20-AA69-472B-9E6C-3239843899E3}" dt="2026-09-16T00:16:23.780" v="10989" actId="20577"/>
        <pc:sldMkLst>
          <pc:docMk/>
          <pc:sldMk cId="2015263727" sldId="527"/>
        </pc:sldMkLst>
        <pc:spChg chg="del">
          <ac:chgData name="Juan David Suarez" userId="ba5a93b715572fed" providerId="LiveId" clId="{8A2E4A20-AA69-472B-9E6C-3239843899E3}" dt="2026-09-15T23:51:01.448" v="10656" actId="478"/>
          <ac:spMkLst>
            <pc:docMk/>
            <pc:sldMk cId="2015263727" sldId="527"/>
            <ac:spMk id="2" creationId="{42E88497-1B0F-34B7-0BCC-1B41DA405506}"/>
          </ac:spMkLst>
        </pc:spChg>
        <pc:spChg chg="del">
          <ac:chgData name="Juan David Suarez" userId="ba5a93b715572fed" providerId="LiveId" clId="{8A2E4A20-AA69-472B-9E6C-3239843899E3}" dt="2026-09-15T23:51:00.140" v="10655" actId="478"/>
          <ac:spMkLst>
            <pc:docMk/>
            <pc:sldMk cId="2015263727" sldId="527"/>
            <ac:spMk id="3" creationId="{AA0829CF-DF85-50EA-938F-DDF85A575B07}"/>
          </ac:spMkLst>
        </pc:spChg>
        <pc:spChg chg="add del mod">
          <ac:chgData name="Juan David Suarez" userId="ba5a93b715572fed" providerId="LiveId" clId="{8A2E4A20-AA69-472B-9E6C-3239843899E3}" dt="2026-09-15T23:56:20.061" v="10795" actId="478"/>
          <ac:spMkLst>
            <pc:docMk/>
            <pc:sldMk cId="2015263727" sldId="527"/>
            <ac:spMk id="5" creationId="{9A9E8616-118E-190B-FA54-79E10699733A}"/>
          </ac:spMkLst>
        </pc:spChg>
        <pc:spChg chg="add mod">
          <ac:chgData name="Juan David Suarez" userId="ba5a93b715572fed" providerId="LiveId" clId="{8A2E4A20-AA69-472B-9E6C-3239843899E3}" dt="2026-09-16T00:16:23.780" v="10989" actId="20577"/>
          <ac:spMkLst>
            <pc:docMk/>
            <pc:sldMk cId="2015263727" sldId="527"/>
            <ac:spMk id="7" creationId="{201CA377-DE07-D3A7-91AB-F329B236CF30}"/>
          </ac:spMkLst>
        </pc:spChg>
        <pc:spChg chg="add del mod">
          <ac:chgData name="Juan David Suarez" userId="ba5a93b715572fed" providerId="LiveId" clId="{8A2E4A20-AA69-472B-9E6C-3239843899E3}" dt="2026-09-16T00:00:58.852" v="10800" actId="478"/>
          <ac:spMkLst>
            <pc:docMk/>
            <pc:sldMk cId="2015263727" sldId="527"/>
            <ac:spMk id="9" creationId="{3D512A49-7AFC-8519-6E59-DC9733BD905D}"/>
          </ac:spMkLst>
        </pc:spChg>
        <pc:spChg chg="add del mod">
          <ac:chgData name="Juan David Suarez" userId="ba5a93b715572fed" providerId="LiveId" clId="{8A2E4A20-AA69-472B-9E6C-3239843899E3}" dt="2026-09-16T00:00:58.852" v="10800" actId="478"/>
          <ac:spMkLst>
            <pc:docMk/>
            <pc:sldMk cId="2015263727" sldId="527"/>
            <ac:spMk id="10" creationId="{7743F543-E615-9CAB-AF39-9716C88CF43F}"/>
          </ac:spMkLst>
        </pc:spChg>
        <pc:spChg chg="add del mod">
          <ac:chgData name="Juan David Suarez" userId="ba5a93b715572fed" providerId="LiveId" clId="{8A2E4A20-AA69-472B-9E6C-3239843899E3}" dt="2026-09-16T00:00:58.852" v="10800" actId="478"/>
          <ac:spMkLst>
            <pc:docMk/>
            <pc:sldMk cId="2015263727" sldId="527"/>
            <ac:spMk id="11" creationId="{91A896DE-979D-6099-771E-5860773D38B2}"/>
          </ac:spMkLst>
        </pc:spChg>
        <pc:spChg chg="add del mod">
          <ac:chgData name="Juan David Suarez" userId="ba5a93b715572fed" providerId="LiveId" clId="{8A2E4A20-AA69-472B-9E6C-3239843899E3}" dt="2026-09-16T00:00:58.852" v="10800" actId="478"/>
          <ac:spMkLst>
            <pc:docMk/>
            <pc:sldMk cId="2015263727" sldId="527"/>
            <ac:spMk id="12" creationId="{51302AC2-BB37-FDAC-1C2F-954D28ED2EF0}"/>
          </ac:spMkLst>
        </pc:spChg>
        <pc:spChg chg="add del mod">
          <ac:chgData name="Juan David Suarez" userId="ba5a93b715572fed" providerId="LiveId" clId="{8A2E4A20-AA69-472B-9E6C-3239843899E3}" dt="2026-09-16T00:00:58.852" v="10800" actId="478"/>
          <ac:spMkLst>
            <pc:docMk/>
            <pc:sldMk cId="2015263727" sldId="527"/>
            <ac:spMk id="13" creationId="{95F14989-7E8F-1C76-A29D-B4C82D597679}"/>
          </ac:spMkLst>
        </pc:spChg>
        <pc:spChg chg="add del mod">
          <ac:chgData name="Juan David Suarez" userId="ba5a93b715572fed" providerId="LiveId" clId="{8A2E4A20-AA69-472B-9E6C-3239843899E3}" dt="2026-09-16T00:14:49.202" v="10924" actId="478"/>
          <ac:spMkLst>
            <pc:docMk/>
            <pc:sldMk cId="2015263727" sldId="527"/>
            <ac:spMk id="15" creationId="{24CE6FBA-7381-15E6-4245-D1DAB571B3E1}"/>
          </ac:spMkLst>
        </pc:spChg>
        <pc:spChg chg="add del mod">
          <ac:chgData name="Juan David Suarez" userId="ba5a93b715572fed" providerId="LiveId" clId="{8A2E4A20-AA69-472B-9E6C-3239843899E3}" dt="2026-09-16T00:14:49.202" v="10924" actId="478"/>
          <ac:spMkLst>
            <pc:docMk/>
            <pc:sldMk cId="2015263727" sldId="527"/>
            <ac:spMk id="16" creationId="{00AFB386-F4F5-B662-DCBE-E6C278DC6D17}"/>
          </ac:spMkLst>
        </pc:spChg>
        <pc:spChg chg="add del mod">
          <ac:chgData name="Juan David Suarez" userId="ba5a93b715572fed" providerId="LiveId" clId="{8A2E4A20-AA69-472B-9E6C-3239843899E3}" dt="2026-09-16T00:14:49.202" v="10924" actId="478"/>
          <ac:spMkLst>
            <pc:docMk/>
            <pc:sldMk cId="2015263727" sldId="527"/>
            <ac:spMk id="17" creationId="{6A7A9F99-EBF3-C5D2-75B2-EA2578DD30A3}"/>
          </ac:spMkLst>
        </pc:spChg>
        <pc:spChg chg="add del mod">
          <ac:chgData name="Juan David Suarez" userId="ba5a93b715572fed" providerId="LiveId" clId="{8A2E4A20-AA69-472B-9E6C-3239843899E3}" dt="2026-09-16T00:14:49.202" v="10924" actId="478"/>
          <ac:spMkLst>
            <pc:docMk/>
            <pc:sldMk cId="2015263727" sldId="527"/>
            <ac:spMk id="18" creationId="{B1F9404D-E975-C57A-574B-28223EE82908}"/>
          </ac:spMkLst>
        </pc:spChg>
        <pc:spChg chg="add del mod">
          <ac:chgData name="Juan David Suarez" userId="ba5a93b715572fed" providerId="LiveId" clId="{8A2E4A20-AA69-472B-9E6C-3239843899E3}" dt="2026-09-16T00:14:49.202" v="10924" actId="478"/>
          <ac:spMkLst>
            <pc:docMk/>
            <pc:sldMk cId="2015263727" sldId="527"/>
            <ac:spMk id="19" creationId="{2A23FB05-3BA4-34BF-63F5-07FFD56EDBDC}"/>
          </ac:spMkLst>
        </pc:spChg>
        <pc:spChg chg="add del mod">
          <ac:chgData name="Juan David Suarez" userId="ba5a93b715572fed" providerId="LiveId" clId="{8A2E4A20-AA69-472B-9E6C-3239843899E3}" dt="2026-09-16T00:14:49.202" v="10924" actId="478"/>
          <ac:spMkLst>
            <pc:docMk/>
            <pc:sldMk cId="2015263727" sldId="527"/>
            <ac:spMk id="20" creationId="{CDCE45F1-E79D-5DCC-6D94-25D10136B5B8}"/>
          </ac:spMkLst>
        </pc:spChg>
        <pc:spChg chg="add mod">
          <ac:chgData name="Juan David Suarez" userId="ba5a93b715572fed" providerId="LiveId" clId="{8A2E4A20-AA69-472B-9E6C-3239843899E3}" dt="2026-09-16T00:16:14.907" v="10985" actId="20577"/>
          <ac:spMkLst>
            <pc:docMk/>
            <pc:sldMk cId="2015263727" sldId="527"/>
            <ac:spMk id="21" creationId="{61BF3510-1D96-1ED7-2AE5-1CFE9DFC622B}"/>
          </ac:spMkLst>
        </pc:spChg>
        <pc:spChg chg="add del mod">
          <ac:chgData name="Juan David Suarez" userId="ba5a93b715572fed" providerId="LiveId" clId="{8A2E4A20-AA69-472B-9E6C-3239843899E3}" dt="2026-09-16T00:13:33.621" v="10913" actId="478"/>
          <ac:spMkLst>
            <pc:docMk/>
            <pc:sldMk cId="2015263727" sldId="527"/>
            <ac:spMk id="22" creationId="{B1113FD2-46D5-C8D9-072F-97223DC63CB9}"/>
          </ac:spMkLst>
        </pc:spChg>
        <pc:spChg chg="add mod">
          <ac:chgData name="Juan David Suarez" userId="ba5a93b715572fed" providerId="LiveId" clId="{8A2E4A20-AA69-472B-9E6C-3239843899E3}" dt="2026-09-16T00:15:42.175" v="10968" actId="1076"/>
          <ac:spMkLst>
            <pc:docMk/>
            <pc:sldMk cId="2015263727" sldId="527"/>
            <ac:spMk id="25" creationId="{8B49F191-E7BB-DB13-CAFD-31EFA18335E6}"/>
          </ac:spMkLst>
        </pc:spChg>
        <pc:picChg chg="add mod ord">
          <ac:chgData name="Juan David Suarez" userId="ba5a93b715572fed" providerId="LiveId" clId="{8A2E4A20-AA69-472B-9E6C-3239843899E3}" dt="2026-09-16T00:16:21.552" v="10988" actId="1076"/>
          <ac:picMkLst>
            <pc:docMk/>
            <pc:sldMk cId="2015263727" sldId="527"/>
            <ac:picMk id="24" creationId="{3276C38A-419B-D2E9-EFD5-F68FF95AE1BF}"/>
          </ac:picMkLst>
        </pc:picChg>
      </pc:sldChg>
      <pc:sldChg chg="add del">
        <pc:chgData name="Juan David Suarez" userId="ba5a93b715572fed" providerId="LiveId" clId="{8A2E4A20-AA69-472B-9E6C-3239843899E3}" dt="2026-09-16T02:31:59.822" v="11019" actId="47"/>
        <pc:sldMkLst>
          <pc:docMk/>
          <pc:sldMk cId="248053419" sldId="528"/>
        </pc:sldMkLst>
      </pc:sldChg>
      <pc:sldChg chg="addSp delSp modSp add mod modShow">
        <pc:chgData name="Juan David Suarez" userId="ba5a93b715572fed" providerId="LiveId" clId="{8A2E4A20-AA69-472B-9E6C-3239843899E3}" dt="2026-09-16T21:46:39.861" v="11584" actId="34476"/>
        <pc:sldMkLst>
          <pc:docMk/>
          <pc:sldMk cId="1018573694" sldId="528"/>
        </pc:sldMkLst>
        <pc:spChg chg="mod">
          <ac:chgData name="Juan David Suarez" userId="ba5a93b715572fed" providerId="LiveId" clId="{8A2E4A20-AA69-472B-9E6C-3239843899E3}" dt="2026-09-16T02:32:04.563" v="11029" actId="20577"/>
          <ac:spMkLst>
            <pc:docMk/>
            <pc:sldMk cId="1018573694" sldId="528"/>
            <ac:spMk id="2" creationId="{7AF7CFEA-CF71-3AF0-B1DD-5B4D810D2746}"/>
          </ac:spMkLst>
        </pc:spChg>
        <pc:spChg chg="del">
          <ac:chgData name="Juan David Suarez" userId="ba5a93b715572fed" providerId="LiveId" clId="{8A2E4A20-AA69-472B-9E6C-3239843899E3}" dt="2026-09-16T02:32:10.225" v="11031" actId="478"/>
          <ac:spMkLst>
            <pc:docMk/>
            <pc:sldMk cId="1018573694" sldId="528"/>
            <ac:spMk id="6" creationId="{AE374BBA-5903-1D50-C699-6A49E5ED4378}"/>
          </ac:spMkLst>
        </pc:spChg>
        <pc:spChg chg="del">
          <ac:chgData name="Juan David Suarez" userId="ba5a93b715572fed" providerId="LiveId" clId="{8A2E4A20-AA69-472B-9E6C-3239843899E3}" dt="2026-09-16T02:32:07.758" v="11030" actId="478"/>
          <ac:spMkLst>
            <pc:docMk/>
            <pc:sldMk cId="1018573694" sldId="528"/>
            <ac:spMk id="12" creationId="{5D420E8D-EC1C-FFD7-376D-A0D8BC0EAC97}"/>
          </ac:spMkLst>
        </pc:spChg>
        <pc:spChg chg="del">
          <ac:chgData name="Juan David Suarez" userId="ba5a93b715572fed" providerId="LiveId" clId="{8A2E4A20-AA69-472B-9E6C-3239843899E3}" dt="2026-09-16T02:32:07.758" v="11030" actId="478"/>
          <ac:spMkLst>
            <pc:docMk/>
            <pc:sldMk cId="1018573694" sldId="528"/>
            <ac:spMk id="15" creationId="{5525DFC8-DB9F-A20F-189C-86C1153E5E11}"/>
          </ac:spMkLst>
        </pc:spChg>
        <pc:spChg chg="del">
          <ac:chgData name="Juan David Suarez" userId="ba5a93b715572fed" providerId="LiveId" clId="{8A2E4A20-AA69-472B-9E6C-3239843899E3}" dt="2026-09-16T02:32:07.758" v="11030" actId="478"/>
          <ac:spMkLst>
            <pc:docMk/>
            <pc:sldMk cId="1018573694" sldId="528"/>
            <ac:spMk id="28" creationId="{662F94D1-CF9F-9534-6E37-A79F8E2B5581}"/>
          </ac:spMkLst>
        </pc:spChg>
        <pc:spChg chg="del">
          <ac:chgData name="Juan David Suarez" userId="ba5a93b715572fed" providerId="LiveId" clId="{8A2E4A20-AA69-472B-9E6C-3239843899E3}" dt="2026-09-16T02:32:07.758" v="11030" actId="478"/>
          <ac:spMkLst>
            <pc:docMk/>
            <pc:sldMk cId="1018573694" sldId="528"/>
            <ac:spMk id="32" creationId="{7343FC23-556E-05E1-B1EB-2F048FDF9AB8}"/>
          </ac:spMkLst>
        </pc:spChg>
        <pc:spChg chg="del">
          <ac:chgData name="Juan David Suarez" userId="ba5a93b715572fed" providerId="LiveId" clId="{8A2E4A20-AA69-472B-9E6C-3239843899E3}" dt="2026-09-16T02:32:07.758" v="11030" actId="478"/>
          <ac:spMkLst>
            <pc:docMk/>
            <pc:sldMk cId="1018573694" sldId="528"/>
            <ac:spMk id="35" creationId="{2C15CADD-97F7-70AC-62F8-8C3BC9B44044}"/>
          </ac:spMkLst>
        </pc:spChg>
        <pc:spChg chg="del">
          <ac:chgData name="Juan David Suarez" userId="ba5a93b715572fed" providerId="LiveId" clId="{8A2E4A20-AA69-472B-9E6C-3239843899E3}" dt="2026-09-16T02:32:07.758" v="11030" actId="478"/>
          <ac:spMkLst>
            <pc:docMk/>
            <pc:sldMk cId="1018573694" sldId="528"/>
            <ac:spMk id="36" creationId="{98C41932-DD6F-8ECB-AD3D-ED8E0DF33E1E}"/>
          </ac:spMkLst>
        </pc:spChg>
        <pc:spChg chg="del">
          <ac:chgData name="Juan David Suarez" userId="ba5a93b715572fed" providerId="LiveId" clId="{8A2E4A20-AA69-472B-9E6C-3239843899E3}" dt="2026-09-16T02:32:07.758" v="11030" actId="478"/>
          <ac:spMkLst>
            <pc:docMk/>
            <pc:sldMk cId="1018573694" sldId="528"/>
            <ac:spMk id="38" creationId="{92ADF3BE-72A0-3697-849A-E0EEEC5A7293}"/>
          </ac:spMkLst>
        </pc:spChg>
        <pc:spChg chg="del">
          <ac:chgData name="Juan David Suarez" userId="ba5a93b715572fed" providerId="LiveId" clId="{8A2E4A20-AA69-472B-9E6C-3239843899E3}" dt="2026-09-16T02:32:07.758" v="11030" actId="478"/>
          <ac:spMkLst>
            <pc:docMk/>
            <pc:sldMk cId="1018573694" sldId="528"/>
            <ac:spMk id="39" creationId="{002FF6AC-F935-F5DD-191F-B8E2E73D04F1}"/>
          </ac:spMkLst>
        </pc:spChg>
        <pc:spChg chg="del">
          <ac:chgData name="Juan David Suarez" userId="ba5a93b715572fed" providerId="LiveId" clId="{8A2E4A20-AA69-472B-9E6C-3239843899E3}" dt="2026-09-16T02:32:07.758" v="11030" actId="478"/>
          <ac:spMkLst>
            <pc:docMk/>
            <pc:sldMk cId="1018573694" sldId="528"/>
            <ac:spMk id="40" creationId="{C34A565C-EB16-5471-1514-37039E2C8D26}"/>
          </ac:spMkLst>
        </pc:spChg>
        <pc:spChg chg="del">
          <ac:chgData name="Juan David Suarez" userId="ba5a93b715572fed" providerId="LiveId" clId="{8A2E4A20-AA69-472B-9E6C-3239843899E3}" dt="2026-09-16T02:32:07.758" v="11030" actId="478"/>
          <ac:spMkLst>
            <pc:docMk/>
            <pc:sldMk cId="1018573694" sldId="528"/>
            <ac:spMk id="41" creationId="{BE8343ED-5B18-B6AA-91EE-48361E112D51}"/>
          </ac:spMkLst>
        </pc:spChg>
        <pc:picChg chg="add mod">
          <ac:chgData name="Juan David Suarez" userId="ba5a93b715572fed" providerId="LiveId" clId="{8A2E4A20-AA69-472B-9E6C-3239843899E3}" dt="2026-09-16T02:33:34.715" v="11042" actId="1076"/>
          <ac:picMkLst>
            <pc:docMk/>
            <pc:sldMk cId="1018573694" sldId="528"/>
            <ac:picMk id="4" creationId="{AC220C34-74C8-A84C-8B79-289886AA32DE}"/>
          </ac:picMkLst>
        </pc:picChg>
        <pc:picChg chg="add mod">
          <ac:chgData name="Juan David Suarez" userId="ba5a93b715572fed" providerId="LiveId" clId="{8A2E4A20-AA69-472B-9E6C-3239843899E3}" dt="2026-09-16T02:33:37.299" v="11044" actId="1076"/>
          <ac:picMkLst>
            <pc:docMk/>
            <pc:sldMk cId="1018573694" sldId="528"/>
            <ac:picMk id="7" creationId="{853EE7AE-A3C8-CD6F-21A4-DBDC3D65C8FC}"/>
          </ac:picMkLst>
        </pc:picChg>
      </pc:sldChg>
      <pc:sldChg chg="add">
        <pc:chgData name="Juan David Suarez" userId="ba5a93b715572fed" providerId="LiveId" clId="{8A2E4A20-AA69-472B-9E6C-3239843899E3}" dt="2026-09-16T21:20:09.702" v="11351"/>
        <pc:sldMkLst>
          <pc:docMk/>
          <pc:sldMk cId="2328933524" sldId="529"/>
        </pc:sldMkLst>
      </pc:sldChg>
      <pc:sldChg chg="addSp delSp modSp add mod">
        <pc:chgData name="Juan David Suarez" userId="ba5a93b715572fed" providerId="LiveId" clId="{8A2E4A20-AA69-472B-9E6C-3239843899E3}" dt="2026-09-16T21:31:33.550" v="11513" actId="1076"/>
        <pc:sldMkLst>
          <pc:docMk/>
          <pc:sldMk cId="2950754412" sldId="530"/>
        </pc:sldMkLst>
        <pc:spChg chg="mod">
          <ac:chgData name="Juan David Suarez" userId="ba5a93b715572fed" providerId="LiveId" clId="{8A2E4A20-AA69-472B-9E6C-3239843899E3}" dt="2026-09-16T21:30:44.217" v="11502" actId="20577"/>
          <ac:spMkLst>
            <pc:docMk/>
            <pc:sldMk cId="2950754412" sldId="530"/>
            <ac:spMk id="2" creationId="{3CD3B79F-62DC-D53E-8109-00A58DE50BA3}"/>
          </ac:spMkLst>
        </pc:spChg>
        <pc:spChg chg="del">
          <ac:chgData name="Juan David Suarez" userId="ba5a93b715572fed" providerId="LiveId" clId="{8A2E4A20-AA69-472B-9E6C-3239843899E3}" dt="2026-09-16T21:30:48.880" v="11503" actId="478"/>
          <ac:spMkLst>
            <pc:docMk/>
            <pc:sldMk cId="2950754412" sldId="530"/>
            <ac:spMk id="9" creationId="{A348C011-05C4-E413-11D4-9DF6B36803A6}"/>
          </ac:spMkLst>
        </pc:spChg>
        <pc:picChg chg="del">
          <ac:chgData name="Juan David Suarez" userId="ba5a93b715572fed" providerId="LiveId" clId="{8A2E4A20-AA69-472B-9E6C-3239843899E3}" dt="2026-09-16T21:30:48.880" v="11503" actId="478"/>
          <ac:picMkLst>
            <pc:docMk/>
            <pc:sldMk cId="2950754412" sldId="530"/>
            <ac:picMk id="4" creationId="{B153CEBD-2885-8FF3-1EB9-AECC41891D76}"/>
          </ac:picMkLst>
        </pc:picChg>
        <pc:picChg chg="add mod">
          <ac:chgData name="Juan David Suarez" userId="ba5a93b715572fed" providerId="LiveId" clId="{8A2E4A20-AA69-472B-9E6C-3239843899E3}" dt="2026-09-16T21:31:33.550" v="11513" actId="1076"/>
          <ac:picMkLst>
            <pc:docMk/>
            <pc:sldMk cId="2950754412" sldId="530"/>
            <ac:picMk id="5" creationId="{DE9DAD14-512B-07BA-9A87-AF46D581FEF2}"/>
          </ac:picMkLst>
        </pc:picChg>
        <pc:picChg chg="del mod">
          <ac:chgData name="Juan David Suarez" userId="ba5a93b715572fed" providerId="LiveId" clId="{8A2E4A20-AA69-472B-9E6C-3239843899E3}" dt="2026-09-16T21:31:27.496" v="11508" actId="478"/>
          <ac:picMkLst>
            <pc:docMk/>
            <pc:sldMk cId="2950754412" sldId="530"/>
            <ac:picMk id="8" creationId="{5CE1B078-C8CC-C2B8-70CA-C9C7C82FD1F7}"/>
          </ac:picMkLst>
        </pc:picChg>
      </pc:sldChg>
      <pc:sldChg chg="addSp delSp modSp add mod">
        <pc:chgData name="Juan David Suarez" userId="ba5a93b715572fed" providerId="LiveId" clId="{8A2E4A20-AA69-472B-9E6C-3239843899E3}" dt="2026-09-16T21:40:52.271" v="11550" actId="1076"/>
        <pc:sldMkLst>
          <pc:docMk/>
          <pc:sldMk cId="1204814084" sldId="531"/>
        </pc:sldMkLst>
        <pc:spChg chg="mod">
          <ac:chgData name="Juan David Suarez" userId="ba5a93b715572fed" providerId="LiveId" clId="{8A2E4A20-AA69-472B-9E6C-3239843899E3}" dt="2026-09-16T21:39:23.326" v="11529" actId="20577"/>
          <ac:spMkLst>
            <pc:docMk/>
            <pc:sldMk cId="1204814084" sldId="531"/>
            <ac:spMk id="2" creationId="{26D50DB9-52DE-0AE1-5FC4-4E4ED0F434FF}"/>
          </ac:spMkLst>
        </pc:spChg>
        <pc:picChg chg="add mod">
          <ac:chgData name="Juan David Suarez" userId="ba5a93b715572fed" providerId="LiveId" clId="{8A2E4A20-AA69-472B-9E6C-3239843899E3}" dt="2026-09-16T21:40:52.271" v="11550" actId="1076"/>
          <ac:picMkLst>
            <pc:docMk/>
            <pc:sldMk cId="1204814084" sldId="531"/>
            <ac:picMk id="4" creationId="{BEB67F2D-F591-5C4E-10CA-DD62CDB1E510}"/>
          </ac:picMkLst>
        </pc:picChg>
        <pc:picChg chg="del">
          <ac:chgData name="Juan David Suarez" userId="ba5a93b715572fed" providerId="LiveId" clId="{8A2E4A20-AA69-472B-9E6C-3239843899E3}" dt="2026-09-16T21:39:46.287" v="11547" actId="478"/>
          <ac:picMkLst>
            <pc:docMk/>
            <pc:sldMk cId="1204814084" sldId="531"/>
            <ac:picMk id="5" creationId="{CBE69BAE-594D-D66D-4AC9-B5E55DD9B7C5}"/>
          </ac:picMkLst>
        </pc:picChg>
      </pc:sldChg>
      <pc:sldChg chg="new del">
        <pc:chgData name="Juan David Suarez" userId="ba5a93b715572fed" providerId="LiveId" clId="{8A2E4A20-AA69-472B-9E6C-3239843899E3}" dt="2026-09-16T21:39:02.577" v="11516" actId="680"/>
        <pc:sldMkLst>
          <pc:docMk/>
          <pc:sldMk cId="3005134269" sldId="531"/>
        </pc:sldMkLst>
      </pc:sldChg>
      <pc:sldChg chg="addSp delSp modSp add mod">
        <pc:chgData name="Juan David Suarez" userId="ba5a93b715572fed" providerId="LiveId" clId="{8A2E4A20-AA69-472B-9E6C-3239843899E3}" dt="2026-09-16T21:42:49.453" v="11556" actId="14100"/>
        <pc:sldMkLst>
          <pc:docMk/>
          <pc:sldMk cId="35247300" sldId="532"/>
        </pc:sldMkLst>
        <pc:spChg chg="mod">
          <ac:chgData name="Juan David Suarez" userId="ba5a93b715572fed" providerId="LiveId" clId="{8A2E4A20-AA69-472B-9E6C-3239843899E3}" dt="2026-09-16T21:39:30.621" v="11542" actId="20577"/>
          <ac:spMkLst>
            <pc:docMk/>
            <pc:sldMk cId="35247300" sldId="532"/>
            <ac:spMk id="2" creationId="{E81891EF-B68E-6E3D-B8A5-48356C4384C8}"/>
          </ac:spMkLst>
        </pc:spChg>
        <pc:picChg chg="add mod">
          <ac:chgData name="Juan David Suarez" userId="ba5a93b715572fed" providerId="LiveId" clId="{8A2E4A20-AA69-472B-9E6C-3239843899E3}" dt="2026-09-16T21:42:49.453" v="11556" actId="14100"/>
          <ac:picMkLst>
            <pc:docMk/>
            <pc:sldMk cId="35247300" sldId="532"/>
            <ac:picMk id="4" creationId="{87E2DA27-6959-68BF-10D7-34262DCCE815}"/>
          </ac:picMkLst>
        </pc:picChg>
        <pc:picChg chg="del">
          <ac:chgData name="Juan David Suarez" userId="ba5a93b715572fed" providerId="LiveId" clId="{8A2E4A20-AA69-472B-9E6C-3239843899E3}" dt="2026-09-16T21:42:45.784" v="11553" actId="478"/>
          <ac:picMkLst>
            <pc:docMk/>
            <pc:sldMk cId="35247300" sldId="532"/>
            <ac:picMk id="5" creationId="{C874A68C-5F90-3EF5-A6DF-2F314B5746BC}"/>
          </ac:picMkLst>
        </pc:picChg>
      </pc:sldChg>
      <pc:sldChg chg="addSp delSp modSp add mod">
        <pc:chgData name="Juan David Suarez" userId="ba5a93b715572fed" providerId="LiveId" clId="{8A2E4A20-AA69-472B-9E6C-3239843899E3}" dt="2026-09-16T21:44:25.601" v="11564" actId="20577"/>
        <pc:sldMkLst>
          <pc:docMk/>
          <pc:sldMk cId="3773465714" sldId="533"/>
        </pc:sldMkLst>
        <pc:spChg chg="mod">
          <ac:chgData name="Juan David Suarez" userId="ba5a93b715572fed" providerId="LiveId" clId="{8A2E4A20-AA69-472B-9E6C-3239843899E3}" dt="2026-09-16T21:44:25.601" v="11564" actId="20577"/>
          <ac:spMkLst>
            <pc:docMk/>
            <pc:sldMk cId="3773465714" sldId="533"/>
            <ac:spMk id="2" creationId="{99CF5975-F397-35BE-E847-06B06A154C7F}"/>
          </ac:spMkLst>
        </pc:spChg>
        <pc:picChg chg="add del mod">
          <ac:chgData name="Juan David Suarez" userId="ba5a93b715572fed" providerId="LiveId" clId="{8A2E4A20-AA69-472B-9E6C-3239843899E3}" dt="2026-09-16T21:44:09.733" v="11559" actId="478"/>
          <ac:picMkLst>
            <pc:docMk/>
            <pc:sldMk cId="3773465714" sldId="533"/>
            <ac:picMk id="4" creationId="{0F7F6FA0-9736-4E44-6BB1-302B204CC001}"/>
          </ac:picMkLst>
        </pc:picChg>
        <pc:picChg chg="del">
          <ac:chgData name="Juan David Suarez" userId="ba5a93b715572fed" providerId="LiveId" clId="{8A2E4A20-AA69-472B-9E6C-3239843899E3}" dt="2026-09-16T21:39:37.993" v="11546" actId="478"/>
          <ac:picMkLst>
            <pc:docMk/>
            <pc:sldMk cId="3773465714" sldId="533"/>
            <ac:picMk id="5" creationId="{724B92CD-84DB-01BE-851F-D7304FDF5DE6}"/>
          </ac:picMkLst>
        </pc:picChg>
        <pc:picChg chg="add mod">
          <ac:chgData name="Juan David Suarez" userId="ba5a93b715572fed" providerId="LiveId" clId="{8A2E4A20-AA69-472B-9E6C-3239843899E3}" dt="2026-09-16T21:44:14.195" v="11562" actId="1076"/>
          <ac:picMkLst>
            <pc:docMk/>
            <pc:sldMk cId="3773465714" sldId="533"/>
            <ac:picMk id="7" creationId="{830E9E25-2BBB-FFC4-BC83-2D79B03F560A}"/>
          </ac:picMkLst>
        </pc:picChg>
      </pc:sldChg>
      <pc:sldChg chg="addSp delSp modSp add mod">
        <pc:chgData name="Juan David Suarez" userId="ba5a93b715572fed" providerId="LiveId" clId="{8A2E4A20-AA69-472B-9E6C-3239843899E3}" dt="2026-09-16T21:45:15.538" v="11571" actId="1076"/>
        <pc:sldMkLst>
          <pc:docMk/>
          <pc:sldMk cId="1617812000" sldId="534"/>
        </pc:sldMkLst>
        <pc:spChg chg="mod">
          <ac:chgData name="Juan David Suarez" userId="ba5a93b715572fed" providerId="LiveId" clId="{8A2E4A20-AA69-472B-9E6C-3239843899E3}" dt="2026-09-16T21:44:29.552" v="11566" actId="20577"/>
          <ac:spMkLst>
            <pc:docMk/>
            <pc:sldMk cId="1617812000" sldId="534"/>
            <ac:spMk id="2" creationId="{34FECABB-3017-C7B5-12FC-8F78569680EA}"/>
          </ac:spMkLst>
        </pc:spChg>
        <pc:picChg chg="add mod">
          <ac:chgData name="Juan David Suarez" userId="ba5a93b715572fed" providerId="LiveId" clId="{8A2E4A20-AA69-472B-9E6C-3239843899E3}" dt="2026-09-16T21:45:15.538" v="11571" actId="1076"/>
          <ac:picMkLst>
            <pc:docMk/>
            <pc:sldMk cId="1617812000" sldId="534"/>
            <ac:picMk id="4" creationId="{2BF02B7D-00D2-5ED3-983A-109987D8C293}"/>
          </ac:picMkLst>
        </pc:picChg>
        <pc:picChg chg="del">
          <ac:chgData name="Juan David Suarez" userId="ba5a93b715572fed" providerId="LiveId" clId="{8A2E4A20-AA69-472B-9E6C-3239843899E3}" dt="2026-09-16T21:45:10.503" v="11567" actId="478"/>
          <ac:picMkLst>
            <pc:docMk/>
            <pc:sldMk cId="1617812000" sldId="534"/>
            <ac:picMk id="5" creationId="{0D4A9C21-60A0-40C5-8821-5253D45F7CE5}"/>
          </ac:picMkLst>
        </pc:picChg>
      </pc:sldChg>
      <pc:sldChg chg="addSp delSp modSp add mod">
        <pc:chgData name="Juan David Suarez" userId="ba5a93b715572fed" providerId="LiveId" clId="{8A2E4A20-AA69-472B-9E6C-3239843899E3}" dt="2026-09-16T21:46:20.003" v="11583" actId="1076"/>
        <pc:sldMkLst>
          <pc:docMk/>
          <pc:sldMk cId="580558623" sldId="535"/>
        </pc:sldMkLst>
        <pc:spChg chg="mod">
          <ac:chgData name="Juan David Suarez" userId="ba5a93b715572fed" providerId="LiveId" clId="{8A2E4A20-AA69-472B-9E6C-3239843899E3}" dt="2026-09-16T21:45:26.343" v="11576" actId="20577"/>
          <ac:spMkLst>
            <pc:docMk/>
            <pc:sldMk cId="580558623" sldId="535"/>
            <ac:spMk id="2" creationId="{2CC5AFD9-3CEF-497F-E4C6-FF798E97BFE5}"/>
          </ac:spMkLst>
        </pc:spChg>
        <pc:picChg chg="add mod">
          <ac:chgData name="Juan David Suarez" userId="ba5a93b715572fed" providerId="LiveId" clId="{8A2E4A20-AA69-472B-9E6C-3239843899E3}" dt="2026-09-16T21:46:20.003" v="11583" actId="1076"/>
          <ac:picMkLst>
            <pc:docMk/>
            <pc:sldMk cId="580558623" sldId="535"/>
            <ac:picMk id="4" creationId="{9B8AC479-3ACF-7AA6-2B83-06E5E6BC9ED8}"/>
          </ac:picMkLst>
        </pc:picChg>
        <pc:picChg chg="del">
          <ac:chgData name="Juan David Suarez" userId="ba5a93b715572fed" providerId="LiveId" clId="{8A2E4A20-AA69-472B-9E6C-3239843899E3}" dt="2026-09-16T21:45:28.034" v="11577" actId="478"/>
          <ac:picMkLst>
            <pc:docMk/>
            <pc:sldMk cId="580558623" sldId="535"/>
            <ac:picMk id="5" creationId="{6CE9D0A2-36F2-B2D3-88E2-05F942AAA3FA}"/>
          </ac:picMkLst>
        </pc:picChg>
      </pc:sldChg>
      <pc:sldChg chg="addSp delSp modSp add mod">
        <pc:chgData name="Juan David Suarez" userId="ba5a93b715572fed" providerId="LiveId" clId="{8A2E4A20-AA69-472B-9E6C-3239843899E3}" dt="2026-09-16T22:31:34.522" v="12809" actId="20577"/>
        <pc:sldMkLst>
          <pc:docMk/>
          <pc:sldMk cId="708316170" sldId="536"/>
        </pc:sldMkLst>
        <pc:spChg chg="mod">
          <ac:chgData name="Juan David Suarez" userId="ba5a93b715572fed" providerId="LiveId" clId="{8A2E4A20-AA69-472B-9E6C-3239843899E3}" dt="2026-09-16T22:16:59.988" v="11943" actId="20577"/>
          <ac:spMkLst>
            <pc:docMk/>
            <pc:sldMk cId="708316170" sldId="536"/>
            <ac:spMk id="2" creationId="{B5C7D692-D20B-F59B-DC6A-171EBD00D682}"/>
          </ac:spMkLst>
        </pc:spChg>
        <pc:spChg chg="add mod">
          <ac:chgData name="Juan David Suarez" userId="ba5a93b715572fed" providerId="LiveId" clId="{8A2E4A20-AA69-472B-9E6C-3239843899E3}" dt="2026-09-16T22:31:34.522" v="12809" actId="20577"/>
          <ac:spMkLst>
            <pc:docMk/>
            <pc:sldMk cId="708316170" sldId="536"/>
            <ac:spMk id="5" creationId="{54A8959D-12C4-D416-DE53-A0A8CA01CEB7}"/>
          </ac:spMkLst>
        </pc:spChg>
        <pc:spChg chg="add mod">
          <ac:chgData name="Juan David Suarez" userId="ba5a93b715572fed" providerId="LiveId" clId="{8A2E4A20-AA69-472B-9E6C-3239843899E3}" dt="2026-09-16T22:24:33.206" v="12676" actId="790"/>
          <ac:spMkLst>
            <pc:docMk/>
            <pc:sldMk cId="708316170" sldId="536"/>
            <ac:spMk id="6" creationId="{AF11017C-AA7F-EA0F-D4CD-5B899FF8ABAA}"/>
          </ac:spMkLst>
        </pc:spChg>
        <pc:picChg chg="add mod">
          <ac:chgData name="Juan David Suarez" userId="ba5a93b715572fed" providerId="LiveId" clId="{8A2E4A20-AA69-472B-9E6C-3239843899E3}" dt="2026-09-16T22:24:00.499" v="12603" actId="1076"/>
          <ac:picMkLst>
            <pc:docMk/>
            <pc:sldMk cId="708316170" sldId="536"/>
            <ac:picMk id="3" creationId="{825AC4EB-022F-0ACF-D5C2-5350A860683B}"/>
          </ac:picMkLst>
        </pc:picChg>
        <pc:picChg chg="del">
          <ac:chgData name="Juan David Suarez" userId="ba5a93b715572fed" providerId="LiveId" clId="{8A2E4A20-AA69-472B-9E6C-3239843899E3}" dt="2026-09-16T22:17:02.322" v="11944" actId="478"/>
          <ac:picMkLst>
            <pc:docMk/>
            <pc:sldMk cId="708316170" sldId="536"/>
            <ac:picMk id="4" creationId="{4E0DE89E-00F0-17B3-5799-2D4A14281136}"/>
          </ac:picMkLst>
        </pc:picChg>
        <pc:picChg chg="del">
          <ac:chgData name="Juan David Suarez" userId="ba5a93b715572fed" providerId="LiveId" clId="{8A2E4A20-AA69-472B-9E6C-3239843899E3}" dt="2026-09-16T22:17:02.322" v="11944" actId="478"/>
          <ac:picMkLst>
            <pc:docMk/>
            <pc:sldMk cId="708316170" sldId="536"/>
            <ac:picMk id="7" creationId="{7BF7391A-052B-B401-CC9F-7F4446D0BAF5}"/>
          </ac:picMkLst>
        </pc:picChg>
      </pc:sldChg>
      <pc:sldMasterChg chg="modSp mod delSldLayout modSldLayout">
        <pc:chgData name="Juan David Suarez" userId="ba5a93b715572fed" providerId="LiveId" clId="{8A2E4A20-AA69-472B-9E6C-3239843899E3}" dt="2026-09-02T21:35:10.375" v="7084" actId="21"/>
        <pc:sldMasterMkLst>
          <pc:docMk/>
          <pc:sldMasterMk cId="2757314249" sldId="2147483684"/>
        </pc:sldMasterMkLst>
        <pc:spChg chg="mod">
          <ac:chgData name="Juan David Suarez" userId="ba5a93b715572fed" providerId="LiveId" clId="{8A2E4A20-AA69-472B-9E6C-3239843899E3}" dt="2026-09-01T20:41:44.212" v="89" actId="14100"/>
          <ac:spMkLst>
            <pc:docMk/>
            <pc:sldMasterMk cId="2757314249" sldId="2147483684"/>
            <ac:spMk id="8" creationId="{BCD8E388-65A8-C47C-E5A6-F4E59CE691A1}"/>
          </ac:spMkLst>
        </pc:spChg>
        <pc:sldLayoutChg chg="addSp delSp modSp mod">
          <pc:chgData name="Juan David Suarez" userId="ba5a93b715572fed" providerId="LiveId" clId="{8A2E4A20-AA69-472B-9E6C-3239843899E3}" dt="2026-09-01T20:41:33.102" v="52"/>
          <pc:sldLayoutMkLst>
            <pc:docMk/>
            <pc:sldMasterMk cId="2757314249" sldId="2147483684"/>
            <pc:sldLayoutMk cId="1070252107" sldId="2147483685"/>
          </pc:sldLayoutMkLst>
        </pc:sldLayoutChg>
        <pc:sldLayoutChg chg="addSp delSp modSp mod">
          <pc:chgData name="Juan David Suarez" userId="ba5a93b715572fed" providerId="LiveId" clId="{8A2E4A20-AA69-472B-9E6C-3239843899E3}" dt="2026-09-02T21:35:10.375" v="7084" actId="21"/>
          <pc:sldLayoutMkLst>
            <pc:docMk/>
            <pc:sldMasterMk cId="2757314249" sldId="2147483684"/>
            <pc:sldLayoutMk cId="2346060567" sldId="2147483686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850854423d4af7c/Documents/books/Trading%20strategies/Victor%20Sperandeo%20Strategy/Risk%20Strategy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a5a93b715572fed/1.%20books/Trading%20strategies/Victor%20Sperandeo%20Strategy/Risk%20Taking%20Gam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A5A93B715572FED/1.%20books/Trading%20strategies/Victor%20Sperandeo%20Strategy/Risk%20Taking%20Gam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DD!$C$2:$C$3</c:f>
              <c:strCache>
                <c:ptCount val="2"/>
                <c:pt idx="0">
                  <c:v>% de recuperacion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DD!$B$4:$B$48</c:f>
              <c:numCache>
                <c:formatCode>0.00%</c:formatCode>
                <c:ptCount val="45"/>
                <c:pt idx="0">
                  <c:v>0.02</c:v>
                </c:pt>
                <c:pt idx="1">
                  <c:v>0.04</c:v>
                </c:pt>
                <c:pt idx="2">
                  <c:v>0.06</c:v>
                </c:pt>
                <c:pt idx="3">
                  <c:v>0.08</c:v>
                </c:pt>
                <c:pt idx="4">
                  <c:v>0.1</c:v>
                </c:pt>
                <c:pt idx="5">
                  <c:v>0.12000000000000001</c:v>
                </c:pt>
                <c:pt idx="6">
                  <c:v>0.14000000000000001</c:v>
                </c:pt>
                <c:pt idx="7">
                  <c:v>0.16</c:v>
                </c:pt>
                <c:pt idx="8">
                  <c:v>0.18</c:v>
                </c:pt>
                <c:pt idx="9">
                  <c:v>0.19999999999999998</c:v>
                </c:pt>
                <c:pt idx="10">
                  <c:v>0.21999999999999997</c:v>
                </c:pt>
                <c:pt idx="11">
                  <c:v>0.23999999999999996</c:v>
                </c:pt>
                <c:pt idx="12">
                  <c:v>0.25999999999999995</c:v>
                </c:pt>
                <c:pt idx="13">
                  <c:v>0.27999999999999997</c:v>
                </c:pt>
                <c:pt idx="14">
                  <c:v>0.3</c:v>
                </c:pt>
                <c:pt idx="15">
                  <c:v>0.32</c:v>
                </c:pt>
                <c:pt idx="16">
                  <c:v>0.34</c:v>
                </c:pt>
                <c:pt idx="17">
                  <c:v>0.36000000000000004</c:v>
                </c:pt>
                <c:pt idx="18">
                  <c:v>0.38000000000000006</c:v>
                </c:pt>
                <c:pt idx="19">
                  <c:v>0.40000000000000008</c:v>
                </c:pt>
                <c:pt idx="20">
                  <c:v>0.4200000000000001</c:v>
                </c:pt>
                <c:pt idx="21">
                  <c:v>0.44000000000000011</c:v>
                </c:pt>
                <c:pt idx="22">
                  <c:v>0.46000000000000013</c:v>
                </c:pt>
                <c:pt idx="23">
                  <c:v>0.48000000000000015</c:v>
                </c:pt>
                <c:pt idx="24">
                  <c:v>0.50000000000000011</c:v>
                </c:pt>
                <c:pt idx="25">
                  <c:v>0.52000000000000013</c:v>
                </c:pt>
                <c:pt idx="26">
                  <c:v>0.54000000000000015</c:v>
                </c:pt>
                <c:pt idx="27">
                  <c:v>0.56000000000000016</c:v>
                </c:pt>
                <c:pt idx="28">
                  <c:v>0.58000000000000018</c:v>
                </c:pt>
                <c:pt idx="29">
                  <c:v>0.6000000000000002</c:v>
                </c:pt>
                <c:pt idx="30">
                  <c:v>0.62000000000000022</c:v>
                </c:pt>
                <c:pt idx="31">
                  <c:v>0.64000000000000024</c:v>
                </c:pt>
                <c:pt idx="32">
                  <c:v>0.66000000000000025</c:v>
                </c:pt>
                <c:pt idx="33">
                  <c:v>0.68000000000000027</c:v>
                </c:pt>
                <c:pt idx="34">
                  <c:v>0.70000000000000029</c:v>
                </c:pt>
                <c:pt idx="35">
                  <c:v>0.72000000000000031</c:v>
                </c:pt>
                <c:pt idx="36">
                  <c:v>0.74000000000000032</c:v>
                </c:pt>
                <c:pt idx="37">
                  <c:v>0.76000000000000034</c:v>
                </c:pt>
                <c:pt idx="38">
                  <c:v>0.78000000000000036</c:v>
                </c:pt>
                <c:pt idx="39">
                  <c:v>0.80000000000000038</c:v>
                </c:pt>
                <c:pt idx="40">
                  <c:v>0.8200000000000004</c:v>
                </c:pt>
                <c:pt idx="41">
                  <c:v>0.84000000000000041</c:v>
                </c:pt>
                <c:pt idx="42">
                  <c:v>0.86000000000000043</c:v>
                </c:pt>
                <c:pt idx="43">
                  <c:v>0.88000000000000045</c:v>
                </c:pt>
                <c:pt idx="44">
                  <c:v>0.90000000000000047</c:v>
                </c:pt>
              </c:numCache>
            </c:numRef>
          </c:cat>
          <c:val>
            <c:numRef>
              <c:f>DD!$C$4:$C$48</c:f>
              <c:numCache>
                <c:formatCode>0.00%</c:formatCode>
                <c:ptCount val="45"/>
                <c:pt idx="0">
                  <c:v>2.0408163265306145E-2</c:v>
                </c:pt>
                <c:pt idx="1">
                  <c:v>4.1666666666666741E-2</c:v>
                </c:pt>
                <c:pt idx="2">
                  <c:v>6.3829787234042534E-2</c:v>
                </c:pt>
                <c:pt idx="3">
                  <c:v>8.6956521739130377E-2</c:v>
                </c:pt>
                <c:pt idx="4">
                  <c:v>0.11111111111111116</c:v>
                </c:pt>
                <c:pt idx="5">
                  <c:v>0.13636363636363646</c:v>
                </c:pt>
                <c:pt idx="6">
                  <c:v>0.16279069767441867</c:v>
                </c:pt>
                <c:pt idx="7">
                  <c:v>0.19047619047619047</c:v>
                </c:pt>
                <c:pt idx="8">
                  <c:v>0.21951219512195097</c:v>
                </c:pt>
                <c:pt idx="9">
                  <c:v>0.25</c:v>
                </c:pt>
                <c:pt idx="10">
                  <c:v>0.28205128205128216</c:v>
                </c:pt>
                <c:pt idx="11">
                  <c:v>0.31578947368421062</c:v>
                </c:pt>
                <c:pt idx="12">
                  <c:v>0.35135135135135132</c:v>
                </c:pt>
                <c:pt idx="13">
                  <c:v>0.38888888888888884</c:v>
                </c:pt>
                <c:pt idx="14">
                  <c:v>0.4285714285714286</c:v>
                </c:pt>
                <c:pt idx="15">
                  <c:v>0.47058823529411797</c:v>
                </c:pt>
                <c:pt idx="16">
                  <c:v>0.51515151515151536</c:v>
                </c:pt>
                <c:pt idx="17">
                  <c:v>0.56250000000000022</c:v>
                </c:pt>
                <c:pt idx="18">
                  <c:v>0.61290322580645196</c:v>
                </c:pt>
                <c:pt idx="19">
                  <c:v>0.66666666666666696</c:v>
                </c:pt>
                <c:pt idx="20">
                  <c:v>0.7241379310344831</c:v>
                </c:pt>
                <c:pt idx="21">
                  <c:v>0.78571428571428603</c:v>
                </c:pt>
                <c:pt idx="22">
                  <c:v>0.85185185185185253</c:v>
                </c:pt>
                <c:pt idx="23">
                  <c:v>0.92307692307692402</c:v>
                </c:pt>
                <c:pt idx="24">
                  <c:v>1.0000000000000004</c:v>
                </c:pt>
                <c:pt idx="25">
                  <c:v>1.0833333333333339</c:v>
                </c:pt>
                <c:pt idx="26">
                  <c:v>1.1739130434782616</c:v>
                </c:pt>
                <c:pt idx="27">
                  <c:v>1.2727272727272738</c:v>
                </c:pt>
                <c:pt idx="28">
                  <c:v>1.3809523809523818</c:v>
                </c:pt>
                <c:pt idx="29">
                  <c:v>1.5000000000000013</c:v>
                </c:pt>
                <c:pt idx="30">
                  <c:v>1.6315789473684226</c:v>
                </c:pt>
                <c:pt idx="31">
                  <c:v>1.7777777777777795</c:v>
                </c:pt>
                <c:pt idx="32">
                  <c:v>1.9411764705882373</c:v>
                </c:pt>
                <c:pt idx="33">
                  <c:v>2.1250000000000027</c:v>
                </c:pt>
                <c:pt idx="34">
                  <c:v>2.3333333333333366</c:v>
                </c:pt>
                <c:pt idx="35">
                  <c:v>2.5714285714285752</c:v>
                </c:pt>
                <c:pt idx="36">
                  <c:v>2.8461538461538511</c:v>
                </c:pt>
                <c:pt idx="37">
                  <c:v>3.1666666666666723</c:v>
                </c:pt>
                <c:pt idx="38">
                  <c:v>3.545454545454553</c:v>
                </c:pt>
                <c:pt idx="39">
                  <c:v>4.0000000000000089</c:v>
                </c:pt>
                <c:pt idx="40">
                  <c:v>4.5555555555555678</c:v>
                </c:pt>
                <c:pt idx="41">
                  <c:v>5.2500000000000169</c:v>
                </c:pt>
                <c:pt idx="42">
                  <c:v>6.1428571428571646</c:v>
                </c:pt>
                <c:pt idx="43">
                  <c:v>7.3333333333333641</c:v>
                </c:pt>
                <c:pt idx="44">
                  <c:v>9.0000000000000462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06-4EB2-8843-C194B336D8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9172592"/>
        <c:axId val="489168752"/>
      </c:lineChart>
      <c:catAx>
        <c:axId val="489172592"/>
        <c:scaling>
          <c:orientation val="minMax"/>
        </c:scaling>
        <c:delete val="0"/>
        <c:axPos val="b"/>
        <c:numFmt formatCode="0.0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168752"/>
        <c:crosses val="autoZero"/>
        <c:auto val="1"/>
        <c:lblAlgn val="ctr"/>
        <c:lblOffset val="100"/>
        <c:noMultiLvlLbl val="0"/>
      </c:catAx>
      <c:valAx>
        <c:axId val="489168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172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'Sistema de gestion de riesgo'!$L$13</c:f>
              <c:strCache>
                <c:ptCount val="1"/>
                <c:pt idx="0">
                  <c:v>Cum rtb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'Sistema de gestion de riesgo'!$L$14:$L$74</c:f>
              <c:numCache>
                <c:formatCode>General</c:formatCode>
                <c:ptCount val="61"/>
                <c:pt idx="0">
                  <c:v>1</c:v>
                </c:pt>
                <c:pt idx="1">
                  <c:v>0.95</c:v>
                </c:pt>
                <c:pt idx="2">
                  <c:v>0.97018749999999998</c:v>
                </c:pt>
                <c:pt idx="3">
                  <c:v>1.0378750000000001</c:v>
                </c:pt>
                <c:pt idx="4">
                  <c:v>0.98936562500000003</c:v>
                </c:pt>
                <c:pt idx="5">
                  <c:v>1.0089512851562501</c:v>
                </c:pt>
                <c:pt idx="6">
                  <c:v>1.0746208515625</c:v>
                </c:pt>
                <c:pt idx="7">
                  <c:v>1.0275576623046876</c:v>
                </c:pt>
                <c:pt idx="8">
                  <c:v>1.0465594249675292</c:v>
                </c:pt>
                <c:pt idx="9">
                  <c:v>1.1102712174252929</c:v>
                </c:pt>
                <c:pt idx="10">
                  <c:v>1.1296767675447204</c:v>
                </c:pt>
                <c:pt idx="11">
                  <c:v>1.1947424355922114</c:v>
                </c:pt>
                <c:pt idx="12">
                  <c:v>1.1481120401581761</c:v>
                </c:pt>
                <c:pt idx="13">
                  <c:v>1.1038131644958424</c:v>
                </c:pt>
                <c:pt idx="14">
                  <c:v>1.1216988355445099</c:v>
                </c:pt>
                <c:pt idx="15">
                  <c:v>1.1816684384723939</c:v>
                </c:pt>
                <c:pt idx="16">
                  <c:v>1.1999341800308452</c:v>
                </c:pt>
                <c:pt idx="17">
                  <c:v>1.3270153907853059</c:v>
                </c:pt>
                <c:pt idx="18">
                  <c:v>1.3928526445496652</c:v>
                </c:pt>
                <c:pt idx="19">
                  <c:v>1.4129055747587262</c:v>
                </c:pt>
                <c:pt idx="20">
                  <c:v>1.480141870165578</c:v>
                </c:pt>
                <c:pt idx="21">
                  <c:v>1.4319558584573342</c:v>
                </c:pt>
                <c:pt idx="22">
                  <c:v>1.3861791473345024</c:v>
                </c:pt>
                <c:pt idx="23">
                  <c:v>1.3426912717678123</c:v>
                </c:pt>
                <c:pt idx="24">
                  <c:v>1.3013777899794567</c:v>
                </c:pt>
                <c:pt idx="25">
                  <c:v>1.262129982280519</c:v>
                </c:pt>
                <c:pt idx="26">
                  <c:v>1.224844564966528</c:v>
                </c:pt>
                <c:pt idx="27">
                  <c:v>1.1894234185182369</c:v>
                </c:pt>
                <c:pt idx="28">
                  <c:v>1.1557733293923602</c:v>
                </c:pt>
                <c:pt idx="29">
                  <c:v>1.1693595528769329</c:v>
                </c:pt>
                <c:pt idx="30">
                  <c:v>1.2638837047968059</c:v>
                </c:pt>
                <c:pt idx="31">
                  <c:v>1.3128540485625231</c:v>
                </c:pt>
                <c:pt idx="32">
                  <c:v>1.2777586355304256</c:v>
                </c:pt>
                <c:pt idx="33">
                  <c:v>1.2444179931499333</c:v>
                </c:pt>
                <c:pt idx="34">
                  <c:v>1.257879277511057</c:v>
                </c:pt>
                <c:pt idx="35">
                  <c:v>1.3030141721336488</c:v>
                </c:pt>
                <c:pt idx="36">
                  <c:v>1.3167615087874465</c:v>
                </c:pt>
                <c:pt idx="37">
                  <c:v>1.3628555199207681</c:v>
                </c:pt>
                <c:pt idx="38">
                  <c:v>1.3298214786085543</c:v>
                </c:pt>
                <c:pt idx="39">
                  <c:v>1.2984391393619512</c:v>
                </c:pt>
                <c:pt idx="40">
                  <c:v>1.2686259170776779</c:v>
                </c:pt>
                <c:pt idx="41">
                  <c:v>1.2403033559076184</c:v>
                </c:pt>
                <c:pt idx="42">
                  <c:v>1.25173858998003</c:v>
                </c:pt>
                <c:pt idx="43">
                  <c:v>1.290080257163998</c:v>
                </c:pt>
                <c:pt idx="44">
                  <c:v>1.2626020623488208</c:v>
                </c:pt>
                <c:pt idx="45">
                  <c:v>1.2364977772744026</c:v>
                </c:pt>
                <c:pt idx="46">
                  <c:v>1.2470373823731988</c:v>
                </c:pt>
                <c:pt idx="47">
                  <c:v>1.3203651349061483</c:v>
                </c:pt>
                <c:pt idx="48">
                  <c:v>1.3991924688790691</c:v>
                </c:pt>
                <c:pt idx="49">
                  <c:v>1.4400307262385339</c:v>
                </c:pt>
                <c:pt idx="50">
                  <c:v>1.4524693787926042</c:v>
                </c:pt>
                <c:pt idx="51">
                  <c:v>1.4941754491209578</c:v>
                </c:pt>
                <c:pt idx="52">
                  <c:v>1.5068784230418022</c:v>
                </c:pt>
                <c:pt idx="53">
                  <c:v>1.5494707473646332</c:v>
                </c:pt>
                <c:pt idx="54">
                  <c:v>1.5189462482666043</c:v>
                </c:pt>
                <c:pt idx="55">
                  <c:v>1.4899479741234769</c:v>
                </c:pt>
                <c:pt idx="56">
                  <c:v>1.5016560273087647</c:v>
                </c:pt>
                <c:pt idx="57">
                  <c:v>1.5409124409300234</c:v>
                </c:pt>
                <c:pt idx="58">
                  <c:v>1.512778677834788</c:v>
                </c:pt>
                <c:pt idx="59">
                  <c:v>1.4860516028943143</c:v>
                </c:pt>
                <c:pt idx="60">
                  <c:v>1.4606608817008642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79-4A1E-A1D6-ED714338B8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4596320"/>
        <c:axId val="1084596800"/>
      </c:lineChart>
      <c:catAx>
        <c:axId val="10845963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4596800"/>
        <c:crosses val="autoZero"/>
        <c:auto val="1"/>
        <c:lblAlgn val="ctr"/>
        <c:lblOffset val="100"/>
        <c:noMultiLvlLbl val="0"/>
      </c:catAx>
      <c:valAx>
        <c:axId val="1084596800"/>
        <c:scaling>
          <c:orientation val="minMax"/>
          <c:min val="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4596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Numero de eventos consecutivos para una caida del 50% del capital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strRef>
              <c:f>'Risk Of ruin'!$B$6</c:f>
              <c:strCache>
                <c:ptCount val="1"/>
                <c:pt idx="0">
                  <c:v>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'Risk Of ruin'!$A$7:$A$105</c:f>
              <c:numCache>
                <c:formatCode>0.0%</c:formatCode>
                <c:ptCount val="99"/>
                <c:pt idx="0" formatCode="0%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6.0000000000000005E-2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9.9999999999999992E-2</c:v>
                </c:pt>
                <c:pt idx="10">
                  <c:v>0.10999999999999999</c:v>
                </c:pt>
                <c:pt idx="11">
                  <c:v>0.11999999999999998</c:v>
                </c:pt>
                <c:pt idx="12">
                  <c:v>0.12999999999999998</c:v>
                </c:pt>
                <c:pt idx="13">
                  <c:v>0.13999999999999999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0.18000000000000002</c:v>
                </c:pt>
                <c:pt idx="18">
                  <c:v>0.19000000000000003</c:v>
                </c:pt>
                <c:pt idx="19">
                  <c:v>0.20000000000000004</c:v>
                </c:pt>
                <c:pt idx="20">
                  <c:v>0.21000000000000005</c:v>
                </c:pt>
                <c:pt idx="21">
                  <c:v>0.22000000000000006</c:v>
                </c:pt>
                <c:pt idx="22">
                  <c:v>0.23000000000000007</c:v>
                </c:pt>
                <c:pt idx="23">
                  <c:v>0.24000000000000007</c:v>
                </c:pt>
                <c:pt idx="24">
                  <c:v>0.25000000000000006</c:v>
                </c:pt>
                <c:pt idx="25">
                  <c:v>0.26000000000000006</c:v>
                </c:pt>
                <c:pt idx="26">
                  <c:v>0.27000000000000007</c:v>
                </c:pt>
                <c:pt idx="27">
                  <c:v>0.28000000000000008</c:v>
                </c:pt>
                <c:pt idx="28">
                  <c:v>0.29000000000000009</c:v>
                </c:pt>
                <c:pt idx="29">
                  <c:v>0.3000000000000001</c:v>
                </c:pt>
                <c:pt idx="30">
                  <c:v>0.31000000000000011</c:v>
                </c:pt>
                <c:pt idx="31">
                  <c:v>0.32000000000000012</c:v>
                </c:pt>
                <c:pt idx="32">
                  <c:v>0.33000000000000013</c:v>
                </c:pt>
                <c:pt idx="33">
                  <c:v>0.34000000000000014</c:v>
                </c:pt>
                <c:pt idx="34">
                  <c:v>0.35000000000000014</c:v>
                </c:pt>
                <c:pt idx="35">
                  <c:v>0.36000000000000015</c:v>
                </c:pt>
                <c:pt idx="36">
                  <c:v>0.37000000000000016</c:v>
                </c:pt>
                <c:pt idx="37">
                  <c:v>0.38000000000000017</c:v>
                </c:pt>
                <c:pt idx="38">
                  <c:v>0.39000000000000018</c:v>
                </c:pt>
                <c:pt idx="39">
                  <c:v>0.40000000000000019</c:v>
                </c:pt>
                <c:pt idx="40">
                  <c:v>0.4100000000000002</c:v>
                </c:pt>
                <c:pt idx="41">
                  <c:v>0.42000000000000021</c:v>
                </c:pt>
                <c:pt idx="42">
                  <c:v>0.43000000000000022</c:v>
                </c:pt>
                <c:pt idx="43">
                  <c:v>0.44000000000000022</c:v>
                </c:pt>
                <c:pt idx="44">
                  <c:v>0.45000000000000023</c:v>
                </c:pt>
                <c:pt idx="45">
                  <c:v>0.46000000000000024</c:v>
                </c:pt>
                <c:pt idx="46">
                  <c:v>0.47000000000000025</c:v>
                </c:pt>
                <c:pt idx="47">
                  <c:v>0.48000000000000026</c:v>
                </c:pt>
                <c:pt idx="48">
                  <c:v>0.49000000000000027</c:v>
                </c:pt>
                <c:pt idx="49">
                  <c:v>0.50000000000000022</c:v>
                </c:pt>
                <c:pt idx="50">
                  <c:v>0.51000000000000023</c:v>
                </c:pt>
                <c:pt idx="51">
                  <c:v>0.52000000000000024</c:v>
                </c:pt>
                <c:pt idx="52">
                  <c:v>0.53000000000000025</c:v>
                </c:pt>
                <c:pt idx="53">
                  <c:v>0.54000000000000026</c:v>
                </c:pt>
                <c:pt idx="54">
                  <c:v>0.55000000000000027</c:v>
                </c:pt>
                <c:pt idx="55">
                  <c:v>0.56000000000000028</c:v>
                </c:pt>
                <c:pt idx="56">
                  <c:v>0.57000000000000028</c:v>
                </c:pt>
                <c:pt idx="57">
                  <c:v>0.58000000000000029</c:v>
                </c:pt>
                <c:pt idx="58">
                  <c:v>0.5900000000000003</c:v>
                </c:pt>
                <c:pt idx="59">
                  <c:v>0.60000000000000031</c:v>
                </c:pt>
                <c:pt idx="60">
                  <c:v>0.61000000000000032</c:v>
                </c:pt>
                <c:pt idx="61">
                  <c:v>0.62000000000000033</c:v>
                </c:pt>
                <c:pt idx="62">
                  <c:v>0.63000000000000034</c:v>
                </c:pt>
                <c:pt idx="63">
                  <c:v>0.64000000000000035</c:v>
                </c:pt>
                <c:pt idx="64">
                  <c:v>0.65000000000000036</c:v>
                </c:pt>
                <c:pt idx="65">
                  <c:v>0.66000000000000036</c:v>
                </c:pt>
                <c:pt idx="66">
                  <c:v>0.67000000000000037</c:v>
                </c:pt>
                <c:pt idx="67">
                  <c:v>0.68000000000000038</c:v>
                </c:pt>
                <c:pt idx="68">
                  <c:v>0.69000000000000039</c:v>
                </c:pt>
                <c:pt idx="69">
                  <c:v>0.7000000000000004</c:v>
                </c:pt>
                <c:pt idx="70">
                  <c:v>0.71000000000000041</c:v>
                </c:pt>
                <c:pt idx="71">
                  <c:v>0.72000000000000042</c:v>
                </c:pt>
                <c:pt idx="72">
                  <c:v>0.73000000000000043</c:v>
                </c:pt>
                <c:pt idx="73">
                  <c:v>0.74000000000000044</c:v>
                </c:pt>
                <c:pt idx="74">
                  <c:v>0.75000000000000044</c:v>
                </c:pt>
                <c:pt idx="75">
                  <c:v>0.76000000000000045</c:v>
                </c:pt>
                <c:pt idx="76">
                  <c:v>0.77000000000000046</c:v>
                </c:pt>
                <c:pt idx="77">
                  <c:v>0.78000000000000047</c:v>
                </c:pt>
                <c:pt idx="78">
                  <c:v>0.79000000000000048</c:v>
                </c:pt>
                <c:pt idx="79">
                  <c:v>0.80000000000000049</c:v>
                </c:pt>
                <c:pt idx="80">
                  <c:v>0.8100000000000005</c:v>
                </c:pt>
                <c:pt idx="81">
                  <c:v>0.82000000000000051</c:v>
                </c:pt>
                <c:pt idx="82">
                  <c:v>0.83000000000000052</c:v>
                </c:pt>
                <c:pt idx="83">
                  <c:v>0.84000000000000052</c:v>
                </c:pt>
                <c:pt idx="84">
                  <c:v>0.85000000000000053</c:v>
                </c:pt>
                <c:pt idx="85">
                  <c:v>0.86000000000000054</c:v>
                </c:pt>
                <c:pt idx="86">
                  <c:v>0.87000000000000055</c:v>
                </c:pt>
                <c:pt idx="87">
                  <c:v>0.88000000000000056</c:v>
                </c:pt>
                <c:pt idx="88">
                  <c:v>0.89000000000000057</c:v>
                </c:pt>
                <c:pt idx="89">
                  <c:v>0.90000000000000058</c:v>
                </c:pt>
                <c:pt idx="90">
                  <c:v>0.91000000000000059</c:v>
                </c:pt>
                <c:pt idx="91">
                  <c:v>0.9200000000000006</c:v>
                </c:pt>
                <c:pt idx="92">
                  <c:v>0.9300000000000006</c:v>
                </c:pt>
                <c:pt idx="93">
                  <c:v>0.94000000000000061</c:v>
                </c:pt>
                <c:pt idx="94">
                  <c:v>0.95000000000000062</c:v>
                </c:pt>
                <c:pt idx="95">
                  <c:v>0.96000000000000063</c:v>
                </c:pt>
                <c:pt idx="96">
                  <c:v>0.97000000000000064</c:v>
                </c:pt>
                <c:pt idx="97">
                  <c:v>0.98000000000000065</c:v>
                </c:pt>
                <c:pt idx="98">
                  <c:v>0.99000000000000066</c:v>
                </c:pt>
              </c:numCache>
            </c:numRef>
          </c:xVal>
          <c:yVal>
            <c:numRef>
              <c:f>'Risk Of ruin'!$B$7:$B$105</c:f>
              <c:numCache>
                <c:formatCode>0.00</c:formatCode>
                <c:ptCount val="99"/>
                <c:pt idx="0">
                  <c:v>68.967563936528435</c:v>
                </c:pt>
                <c:pt idx="1">
                  <c:v>34.309618491520652</c:v>
                </c:pt>
                <c:pt idx="2">
                  <c:v>22.756573062773413</c:v>
                </c:pt>
                <c:pt idx="3">
                  <c:v>16.979748018338931</c:v>
                </c:pt>
                <c:pt idx="4">
                  <c:v>13.513407333964876</c:v>
                </c:pt>
                <c:pt idx="5">
                  <c:v>11.202305583621159</c:v>
                </c:pt>
                <c:pt idx="6">
                  <c:v>9.5513375094473378</c:v>
                </c:pt>
                <c:pt idx="7">
                  <c:v>8.3129504141208326</c:v>
                </c:pt>
                <c:pt idx="8">
                  <c:v>7.3496149582011103</c:v>
                </c:pt>
                <c:pt idx="9">
                  <c:v>6.5788134789605861</c:v>
                </c:pt>
                <c:pt idx="10">
                  <c:v>5.9480346806590196</c:v>
                </c:pt>
                <c:pt idx="11">
                  <c:v>5.422270979580218</c:v>
                </c:pt>
                <c:pt idx="12">
                  <c:v>4.9772863051069196</c:v>
                </c:pt>
                <c:pt idx="13">
                  <c:v>4.5957691288088807</c:v>
                </c:pt>
                <c:pt idx="14">
                  <c:v>4.2650242817987261</c:v>
                </c:pt>
                <c:pt idx="15">
                  <c:v>3.9755303404824414</c:v>
                </c:pt>
                <c:pt idx="16">
                  <c:v>3.720006170182967</c:v>
                </c:pt>
                <c:pt idx="17">
                  <c:v>3.4927886207911558</c:v>
                </c:pt>
                <c:pt idx="18">
                  <c:v>3.2894067394802913</c:v>
                </c:pt>
                <c:pt idx="19">
                  <c:v>3.106283719505389</c:v>
                </c:pt>
                <c:pt idx="20">
                  <c:v>2.9405240063856257</c:v>
                </c:pt>
                <c:pt idx="21">
                  <c:v>2.7897584659319326</c:v>
                </c:pt>
                <c:pt idx="22">
                  <c:v>2.6520299431161742</c:v>
                </c:pt>
                <c:pt idx="23">
                  <c:v>2.5257074311122616</c:v>
                </c:pt>
                <c:pt idx="24">
                  <c:v>2.4094208396532095</c:v>
                </c:pt>
                <c:pt idx="25">
                  <c:v>2.3020108167262392</c:v>
                </c:pt>
                <c:pt idx="26">
                  <c:v>2.2024897208800542</c:v>
                </c:pt>
                <c:pt idx="27">
                  <c:v>2.1100109564821601</c:v>
                </c:pt>
                <c:pt idx="28">
                  <c:v>2.023844653273569</c:v>
                </c:pt>
                <c:pt idx="29">
                  <c:v>1.9433582098747317</c:v>
                </c:pt>
                <c:pt idx="30">
                  <c:v>1.8680006029204212</c:v>
                </c:pt>
                <c:pt idx="31">
                  <c:v>1.7972896380808772</c:v>
                </c:pt>
                <c:pt idx="32">
                  <c:v>1.7308015189206374</c:v>
                </c:pt>
                <c:pt idx="33">
                  <c:v>1.6681622563802774</c:v>
                </c:pt>
                <c:pt idx="34">
                  <c:v>1.6090405507426913</c:v>
                </c:pt>
                <c:pt idx="35">
                  <c:v>1.5531418597526947</c:v>
                </c:pt>
                <c:pt idx="36">
                  <c:v>1.5002034284667007</c:v>
                </c:pt>
                <c:pt idx="37">
                  <c:v>1.4499901036545897</c:v>
                </c:pt>
                <c:pt idx="38">
                  <c:v>1.4022907919182883</c:v>
                </c:pt>
                <c:pt idx="39">
                  <c:v>1.3569154488567237</c:v>
                </c:pt>
                <c:pt idx="40">
                  <c:v>1.3136925085891156</c:v>
                </c:pt>
                <c:pt idx="41">
                  <c:v>1.2724666802201159</c:v>
                </c:pt>
                <c:pt idx="42">
                  <c:v>1.2330970514865571</c:v>
                </c:pt>
                <c:pt idx="43">
                  <c:v>1.1954554506881743</c:v>
                </c:pt>
                <c:pt idx="44">
                  <c:v>1.1594250266943327</c:v>
                </c:pt>
                <c:pt idx="45">
                  <c:v>1.1248990138078938</c:v>
                </c:pt>
                <c:pt idx="46">
                  <c:v>1.0917796539175975</c:v>
                </c:pt>
                <c:pt idx="47">
                  <c:v>1.0599772529606</c:v>
                </c:pt>
                <c:pt idx="48">
                  <c:v>1.029409352463303</c:v>
                </c:pt>
                <c:pt idx="49">
                  <c:v>0.99999999999999956</c:v>
                </c:pt>
                <c:pt idx="50">
                  <c:v>0.97167910493736542</c:v>
                </c:pt>
                <c:pt idx="51">
                  <c:v>0.94438186792272993</c:v>
                </c:pt>
                <c:pt idx="52">
                  <c:v>0.91804827430790792</c:v>
                </c:pt>
                <c:pt idx="53">
                  <c:v>0.8926226431439227</c:v>
                </c:pt>
                <c:pt idx="54">
                  <c:v>0.86805322458771583</c:v>
                </c:pt>
                <c:pt idx="55">
                  <c:v>0.84429183957208753</c:v>
                </c:pt>
                <c:pt idx="56">
                  <c:v>0.8212935564386189</c:v>
                </c:pt>
                <c:pt idx="57">
                  <c:v>0.79901639994762053</c:v>
                </c:pt>
                <c:pt idx="58">
                  <c:v>0.77742108868146398</c:v>
                </c:pt>
                <c:pt idx="59">
                  <c:v>0.7564707973660294</c:v>
                </c:pt>
                <c:pt idx="60">
                  <c:v>0.73613094106405186</c:v>
                </c:pt>
                <c:pt idx="61">
                  <c:v>0.71636897855573634</c:v>
                </c:pt>
                <c:pt idx="62">
                  <c:v>0.69715423252566855</c:v>
                </c:pt>
                <c:pt idx="63">
                  <c:v>0.6784577244283615</c:v>
                </c:pt>
                <c:pt idx="64">
                  <c:v>0.6602520221136926</c:v>
                </c:pt>
                <c:pt idx="65">
                  <c:v>0.64251109846241494</c:v>
                </c:pt>
                <c:pt idx="66">
                  <c:v>0.62521019941394551</c:v>
                </c:pt>
                <c:pt idx="67">
                  <c:v>0.60832571986545847</c:v>
                </c:pt>
                <c:pt idx="68">
                  <c:v>0.59183508598327561</c:v>
                </c:pt>
                <c:pt idx="69">
                  <c:v>0.57571664249344445</c:v>
                </c:pt>
                <c:pt idx="70">
                  <c:v>0.55994954350523674</c:v>
                </c:pt>
                <c:pt idx="71">
                  <c:v>0.54451364536385971</c:v>
                </c:pt>
                <c:pt idx="72">
                  <c:v>0.5293893999188386</c:v>
                </c:pt>
                <c:pt idx="73">
                  <c:v>0.51455774642035457</c:v>
                </c:pt>
                <c:pt idx="74">
                  <c:v>0.49999999999999944</c:v>
                </c:pt>
                <c:pt idx="75">
                  <c:v>0.48569773433016761</c:v>
                </c:pt>
                <c:pt idx="76">
                  <c:v>0.47163265555205724</c:v>
                </c:pt>
                <c:pt idx="77">
                  <c:v>0.45778646386462307</c:v>
                </c:pt>
                <c:pt idx="78">
                  <c:v>0.44414069820090779</c:v>
                </c:pt>
                <c:pt idx="79">
                  <c:v>0.4306765580733925</c:v>
                </c:pt>
                <c:pt idx="80">
                  <c:v>0.41737469478068445</c:v>
                </c:pt>
                <c:pt idx="81">
                  <c:v>0.40421496148163377</c:v>
                </c:pt>
                <c:pt idx="82">
                  <c:v>0.39117610776808803</c:v>
                </c:pt>
                <c:pt idx="83">
                  <c:v>0.37823539868301442</c:v>
                </c:pt>
                <c:pt idx="84">
                  <c:v>0.36536812962920712</c:v>
                </c:pt>
                <c:pt idx="85">
                  <c:v>0.35254699561788683</c:v>
                </c:pt>
                <c:pt idx="86">
                  <c:v>0.33974125294100349</c:v>
                </c:pt>
                <c:pt idx="87">
                  <c:v>0.32691557852388164</c:v>
                </c:pt>
                <c:pt idx="88">
                  <c:v>0.31402847756661201</c:v>
                </c:pt>
                <c:pt idx="89">
                  <c:v>0.30102999566398048</c:v>
                </c:pt>
                <c:pt idx="90">
                  <c:v>0.28785832124672178</c:v>
                </c:pt>
                <c:pt idx="91">
                  <c:v>0.27443454075003454</c:v>
                </c:pt>
                <c:pt idx="92">
                  <c:v>0.26065415601831377</c:v>
                </c:pt>
                <c:pt idx="93">
                  <c:v>0.24637255286998444</c:v>
                </c:pt>
                <c:pt idx="94">
                  <c:v>0.23137821315975826</c:v>
                </c:pt>
                <c:pt idx="95">
                  <c:v>0.2153382790366955</c:v>
                </c:pt>
                <c:pt idx="96">
                  <c:v>0.19767167714233519</c:v>
                </c:pt>
                <c:pt idx="97">
                  <c:v>0.17718382013555647</c:v>
                </c:pt>
                <c:pt idx="98">
                  <c:v>0.15051499783198846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BC2-4E57-8F24-A0AFD1C830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169024"/>
        <c:axId val="150507887"/>
      </c:scatterChart>
      <c:valAx>
        <c:axId val="56169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Weight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507887"/>
        <c:crosses val="autoZero"/>
        <c:crossBetween val="midCat"/>
      </c:valAx>
      <c:valAx>
        <c:axId val="150507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 events to ruin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1690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Numero de eventos consecutivos para una caida del 50% del capital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strRef>
              <c:f>'Risk Of ruin'!$B$6</c:f>
              <c:strCache>
                <c:ptCount val="1"/>
                <c:pt idx="0">
                  <c:v>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'Risk Of ruin'!$A$7:$A$105</c:f>
              <c:numCache>
                <c:formatCode>0.0%</c:formatCode>
                <c:ptCount val="99"/>
                <c:pt idx="0" formatCode="0%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6.0000000000000005E-2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9.9999999999999992E-2</c:v>
                </c:pt>
                <c:pt idx="10">
                  <c:v>0.10999999999999999</c:v>
                </c:pt>
                <c:pt idx="11">
                  <c:v>0.11999999999999998</c:v>
                </c:pt>
                <c:pt idx="12">
                  <c:v>0.12999999999999998</c:v>
                </c:pt>
                <c:pt idx="13">
                  <c:v>0.13999999999999999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0.18000000000000002</c:v>
                </c:pt>
                <c:pt idx="18">
                  <c:v>0.19000000000000003</c:v>
                </c:pt>
                <c:pt idx="19">
                  <c:v>0.20000000000000004</c:v>
                </c:pt>
                <c:pt idx="20">
                  <c:v>0.21000000000000005</c:v>
                </c:pt>
                <c:pt idx="21">
                  <c:v>0.22000000000000006</c:v>
                </c:pt>
                <c:pt idx="22">
                  <c:v>0.23000000000000007</c:v>
                </c:pt>
                <c:pt idx="23">
                  <c:v>0.24000000000000007</c:v>
                </c:pt>
                <c:pt idx="24">
                  <c:v>0.25000000000000006</c:v>
                </c:pt>
                <c:pt idx="25">
                  <c:v>0.26000000000000006</c:v>
                </c:pt>
                <c:pt idx="26">
                  <c:v>0.27000000000000007</c:v>
                </c:pt>
                <c:pt idx="27">
                  <c:v>0.28000000000000008</c:v>
                </c:pt>
                <c:pt idx="28">
                  <c:v>0.29000000000000009</c:v>
                </c:pt>
                <c:pt idx="29">
                  <c:v>0.3000000000000001</c:v>
                </c:pt>
                <c:pt idx="30">
                  <c:v>0.31000000000000011</c:v>
                </c:pt>
                <c:pt idx="31">
                  <c:v>0.32000000000000012</c:v>
                </c:pt>
                <c:pt idx="32">
                  <c:v>0.33000000000000013</c:v>
                </c:pt>
                <c:pt idx="33">
                  <c:v>0.34000000000000014</c:v>
                </c:pt>
                <c:pt idx="34">
                  <c:v>0.35000000000000014</c:v>
                </c:pt>
                <c:pt idx="35">
                  <c:v>0.36000000000000015</c:v>
                </c:pt>
                <c:pt idx="36">
                  <c:v>0.37000000000000016</c:v>
                </c:pt>
                <c:pt idx="37">
                  <c:v>0.38000000000000017</c:v>
                </c:pt>
                <c:pt idx="38">
                  <c:v>0.39000000000000018</c:v>
                </c:pt>
                <c:pt idx="39">
                  <c:v>0.40000000000000019</c:v>
                </c:pt>
                <c:pt idx="40">
                  <c:v>0.4100000000000002</c:v>
                </c:pt>
                <c:pt idx="41">
                  <c:v>0.42000000000000021</c:v>
                </c:pt>
                <c:pt idx="42">
                  <c:v>0.43000000000000022</c:v>
                </c:pt>
                <c:pt idx="43">
                  <c:v>0.44000000000000022</c:v>
                </c:pt>
                <c:pt idx="44">
                  <c:v>0.45000000000000023</c:v>
                </c:pt>
                <c:pt idx="45">
                  <c:v>0.46000000000000024</c:v>
                </c:pt>
                <c:pt idx="46">
                  <c:v>0.47000000000000025</c:v>
                </c:pt>
                <c:pt idx="47">
                  <c:v>0.48000000000000026</c:v>
                </c:pt>
                <c:pt idx="48">
                  <c:v>0.49000000000000027</c:v>
                </c:pt>
                <c:pt idx="49">
                  <c:v>0.50000000000000022</c:v>
                </c:pt>
                <c:pt idx="50">
                  <c:v>0.51000000000000023</c:v>
                </c:pt>
                <c:pt idx="51">
                  <c:v>0.52000000000000024</c:v>
                </c:pt>
                <c:pt idx="52">
                  <c:v>0.53000000000000025</c:v>
                </c:pt>
                <c:pt idx="53">
                  <c:v>0.54000000000000026</c:v>
                </c:pt>
                <c:pt idx="54">
                  <c:v>0.55000000000000027</c:v>
                </c:pt>
                <c:pt idx="55">
                  <c:v>0.56000000000000028</c:v>
                </c:pt>
                <c:pt idx="56">
                  <c:v>0.57000000000000028</c:v>
                </c:pt>
                <c:pt idx="57">
                  <c:v>0.58000000000000029</c:v>
                </c:pt>
                <c:pt idx="58">
                  <c:v>0.5900000000000003</c:v>
                </c:pt>
                <c:pt idx="59">
                  <c:v>0.60000000000000031</c:v>
                </c:pt>
                <c:pt idx="60">
                  <c:v>0.61000000000000032</c:v>
                </c:pt>
                <c:pt idx="61">
                  <c:v>0.62000000000000033</c:v>
                </c:pt>
                <c:pt idx="62">
                  <c:v>0.63000000000000034</c:v>
                </c:pt>
                <c:pt idx="63">
                  <c:v>0.64000000000000035</c:v>
                </c:pt>
                <c:pt idx="64">
                  <c:v>0.65000000000000036</c:v>
                </c:pt>
                <c:pt idx="65">
                  <c:v>0.66000000000000036</c:v>
                </c:pt>
                <c:pt idx="66">
                  <c:v>0.67000000000000037</c:v>
                </c:pt>
                <c:pt idx="67">
                  <c:v>0.68000000000000038</c:v>
                </c:pt>
                <c:pt idx="68">
                  <c:v>0.69000000000000039</c:v>
                </c:pt>
                <c:pt idx="69">
                  <c:v>0.7000000000000004</c:v>
                </c:pt>
                <c:pt idx="70">
                  <c:v>0.71000000000000041</c:v>
                </c:pt>
                <c:pt idx="71">
                  <c:v>0.72000000000000042</c:v>
                </c:pt>
                <c:pt idx="72">
                  <c:v>0.73000000000000043</c:v>
                </c:pt>
                <c:pt idx="73">
                  <c:v>0.74000000000000044</c:v>
                </c:pt>
                <c:pt idx="74">
                  <c:v>0.75000000000000044</c:v>
                </c:pt>
                <c:pt idx="75">
                  <c:v>0.76000000000000045</c:v>
                </c:pt>
                <c:pt idx="76">
                  <c:v>0.77000000000000046</c:v>
                </c:pt>
                <c:pt idx="77">
                  <c:v>0.78000000000000047</c:v>
                </c:pt>
                <c:pt idx="78">
                  <c:v>0.79000000000000048</c:v>
                </c:pt>
                <c:pt idx="79">
                  <c:v>0.80000000000000049</c:v>
                </c:pt>
                <c:pt idx="80">
                  <c:v>0.8100000000000005</c:v>
                </c:pt>
                <c:pt idx="81">
                  <c:v>0.82000000000000051</c:v>
                </c:pt>
                <c:pt idx="82">
                  <c:v>0.83000000000000052</c:v>
                </c:pt>
                <c:pt idx="83">
                  <c:v>0.84000000000000052</c:v>
                </c:pt>
                <c:pt idx="84">
                  <c:v>0.85000000000000053</c:v>
                </c:pt>
                <c:pt idx="85">
                  <c:v>0.86000000000000054</c:v>
                </c:pt>
                <c:pt idx="86">
                  <c:v>0.87000000000000055</c:v>
                </c:pt>
                <c:pt idx="87">
                  <c:v>0.88000000000000056</c:v>
                </c:pt>
                <c:pt idx="88">
                  <c:v>0.89000000000000057</c:v>
                </c:pt>
                <c:pt idx="89">
                  <c:v>0.90000000000000058</c:v>
                </c:pt>
                <c:pt idx="90">
                  <c:v>0.91000000000000059</c:v>
                </c:pt>
                <c:pt idx="91">
                  <c:v>0.9200000000000006</c:v>
                </c:pt>
                <c:pt idx="92">
                  <c:v>0.9300000000000006</c:v>
                </c:pt>
                <c:pt idx="93">
                  <c:v>0.94000000000000061</c:v>
                </c:pt>
                <c:pt idx="94">
                  <c:v>0.95000000000000062</c:v>
                </c:pt>
                <c:pt idx="95">
                  <c:v>0.96000000000000063</c:v>
                </c:pt>
                <c:pt idx="96">
                  <c:v>0.97000000000000064</c:v>
                </c:pt>
                <c:pt idx="97">
                  <c:v>0.98000000000000065</c:v>
                </c:pt>
                <c:pt idx="98">
                  <c:v>0.99000000000000066</c:v>
                </c:pt>
              </c:numCache>
            </c:numRef>
          </c:xVal>
          <c:yVal>
            <c:numRef>
              <c:f>'Risk Of ruin'!$B$7:$B$105</c:f>
              <c:numCache>
                <c:formatCode>0.00</c:formatCode>
                <c:ptCount val="99"/>
                <c:pt idx="0">
                  <c:v>68.967563936528435</c:v>
                </c:pt>
                <c:pt idx="1">
                  <c:v>34.309618491520652</c:v>
                </c:pt>
                <c:pt idx="2">
                  <c:v>22.756573062773413</c:v>
                </c:pt>
                <c:pt idx="3">
                  <c:v>16.979748018338931</c:v>
                </c:pt>
                <c:pt idx="4">
                  <c:v>13.513407333964876</c:v>
                </c:pt>
                <c:pt idx="5">
                  <c:v>11.202305583621159</c:v>
                </c:pt>
                <c:pt idx="6">
                  <c:v>9.5513375094473378</c:v>
                </c:pt>
                <c:pt idx="7">
                  <c:v>8.3129504141208326</c:v>
                </c:pt>
                <c:pt idx="8">
                  <c:v>7.3496149582011103</c:v>
                </c:pt>
                <c:pt idx="9">
                  <c:v>6.5788134789605861</c:v>
                </c:pt>
                <c:pt idx="10">
                  <c:v>5.9480346806590196</c:v>
                </c:pt>
                <c:pt idx="11">
                  <c:v>5.422270979580218</c:v>
                </c:pt>
                <c:pt idx="12">
                  <c:v>4.9772863051069196</c:v>
                </c:pt>
                <c:pt idx="13">
                  <c:v>4.5957691288088807</c:v>
                </c:pt>
                <c:pt idx="14">
                  <c:v>4.2650242817987261</c:v>
                </c:pt>
                <c:pt idx="15">
                  <c:v>3.9755303404824414</c:v>
                </c:pt>
                <c:pt idx="16">
                  <c:v>3.720006170182967</c:v>
                </c:pt>
                <c:pt idx="17">
                  <c:v>3.4927886207911558</c:v>
                </c:pt>
                <c:pt idx="18">
                  <c:v>3.2894067394802913</c:v>
                </c:pt>
                <c:pt idx="19">
                  <c:v>3.106283719505389</c:v>
                </c:pt>
                <c:pt idx="20">
                  <c:v>2.9405240063856257</c:v>
                </c:pt>
                <c:pt idx="21">
                  <c:v>2.7897584659319326</c:v>
                </c:pt>
                <c:pt idx="22">
                  <c:v>2.6520299431161742</c:v>
                </c:pt>
                <c:pt idx="23">
                  <c:v>2.5257074311122616</c:v>
                </c:pt>
                <c:pt idx="24">
                  <c:v>2.4094208396532095</c:v>
                </c:pt>
                <c:pt idx="25">
                  <c:v>2.3020108167262392</c:v>
                </c:pt>
                <c:pt idx="26">
                  <c:v>2.2024897208800542</c:v>
                </c:pt>
                <c:pt idx="27">
                  <c:v>2.1100109564821601</c:v>
                </c:pt>
                <c:pt idx="28">
                  <c:v>2.023844653273569</c:v>
                </c:pt>
                <c:pt idx="29">
                  <c:v>1.9433582098747317</c:v>
                </c:pt>
                <c:pt idx="30">
                  <c:v>1.8680006029204212</c:v>
                </c:pt>
                <c:pt idx="31">
                  <c:v>1.7972896380808772</c:v>
                </c:pt>
                <c:pt idx="32">
                  <c:v>1.7308015189206374</c:v>
                </c:pt>
                <c:pt idx="33">
                  <c:v>1.6681622563802774</c:v>
                </c:pt>
                <c:pt idx="34">
                  <c:v>1.6090405507426913</c:v>
                </c:pt>
                <c:pt idx="35">
                  <c:v>1.5531418597526947</c:v>
                </c:pt>
                <c:pt idx="36">
                  <c:v>1.5002034284667007</c:v>
                </c:pt>
                <c:pt idx="37">
                  <c:v>1.4499901036545897</c:v>
                </c:pt>
                <c:pt idx="38">
                  <c:v>1.4022907919182883</c:v>
                </c:pt>
                <c:pt idx="39">
                  <c:v>1.3569154488567237</c:v>
                </c:pt>
                <c:pt idx="40">
                  <c:v>1.3136925085891156</c:v>
                </c:pt>
                <c:pt idx="41">
                  <c:v>1.2724666802201159</c:v>
                </c:pt>
                <c:pt idx="42">
                  <c:v>1.2330970514865571</c:v>
                </c:pt>
                <c:pt idx="43">
                  <c:v>1.1954554506881743</c:v>
                </c:pt>
                <c:pt idx="44">
                  <c:v>1.1594250266943327</c:v>
                </c:pt>
                <c:pt idx="45">
                  <c:v>1.1248990138078938</c:v>
                </c:pt>
                <c:pt idx="46">
                  <c:v>1.0917796539175975</c:v>
                </c:pt>
                <c:pt idx="47">
                  <c:v>1.0599772529606</c:v>
                </c:pt>
                <c:pt idx="48">
                  <c:v>1.029409352463303</c:v>
                </c:pt>
                <c:pt idx="49">
                  <c:v>0.99999999999999956</c:v>
                </c:pt>
                <c:pt idx="50">
                  <c:v>0.97167910493736542</c:v>
                </c:pt>
                <c:pt idx="51">
                  <c:v>0.94438186792272993</c:v>
                </c:pt>
                <c:pt idx="52">
                  <c:v>0.91804827430790792</c:v>
                </c:pt>
                <c:pt idx="53">
                  <c:v>0.8926226431439227</c:v>
                </c:pt>
                <c:pt idx="54">
                  <c:v>0.86805322458771583</c:v>
                </c:pt>
                <c:pt idx="55">
                  <c:v>0.84429183957208753</c:v>
                </c:pt>
                <c:pt idx="56">
                  <c:v>0.8212935564386189</c:v>
                </c:pt>
                <c:pt idx="57">
                  <c:v>0.79901639994762053</c:v>
                </c:pt>
                <c:pt idx="58">
                  <c:v>0.77742108868146398</c:v>
                </c:pt>
                <c:pt idx="59">
                  <c:v>0.7564707973660294</c:v>
                </c:pt>
                <c:pt idx="60">
                  <c:v>0.73613094106405186</c:v>
                </c:pt>
                <c:pt idx="61">
                  <c:v>0.71636897855573634</c:v>
                </c:pt>
                <c:pt idx="62">
                  <c:v>0.69715423252566855</c:v>
                </c:pt>
                <c:pt idx="63">
                  <c:v>0.6784577244283615</c:v>
                </c:pt>
                <c:pt idx="64">
                  <c:v>0.6602520221136926</c:v>
                </c:pt>
                <c:pt idx="65">
                  <c:v>0.64251109846241494</c:v>
                </c:pt>
                <c:pt idx="66">
                  <c:v>0.62521019941394551</c:v>
                </c:pt>
                <c:pt idx="67">
                  <c:v>0.60832571986545847</c:v>
                </c:pt>
                <c:pt idx="68">
                  <c:v>0.59183508598327561</c:v>
                </c:pt>
                <c:pt idx="69">
                  <c:v>0.57571664249344445</c:v>
                </c:pt>
                <c:pt idx="70">
                  <c:v>0.55994954350523674</c:v>
                </c:pt>
                <c:pt idx="71">
                  <c:v>0.54451364536385971</c:v>
                </c:pt>
                <c:pt idx="72">
                  <c:v>0.5293893999188386</c:v>
                </c:pt>
                <c:pt idx="73">
                  <c:v>0.51455774642035457</c:v>
                </c:pt>
                <c:pt idx="74">
                  <c:v>0.49999999999999944</c:v>
                </c:pt>
                <c:pt idx="75">
                  <c:v>0.48569773433016761</c:v>
                </c:pt>
                <c:pt idx="76">
                  <c:v>0.47163265555205724</c:v>
                </c:pt>
                <c:pt idx="77">
                  <c:v>0.45778646386462307</c:v>
                </c:pt>
                <c:pt idx="78">
                  <c:v>0.44414069820090779</c:v>
                </c:pt>
                <c:pt idx="79">
                  <c:v>0.4306765580733925</c:v>
                </c:pt>
                <c:pt idx="80">
                  <c:v>0.41737469478068445</c:v>
                </c:pt>
                <c:pt idx="81">
                  <c:v>0.40421496148163377</c:v>
                </c:pt>
                <c:pt idx="82">
                  <c:v>0.39117610776808803</c:v>
                </c:pt>
                <c:pt idx="83">
                  <c:v>0.37823539868301442</c:v>
                </c:pt>
                <c:pt idx="84">
                  <c:v>0.36536812962920712</c:v>
                </c:pt>
                <c:pt idx="85">
                  <c:v>0.35254699561788683</c:v>
                </c:pt>
                <c:pt idx="86">
                  <c:v>0.33974125294100349</c:v>
                </c:pt>
                <c:pt idx="87">
                  <c:v>0.32691557852388164</c:v>
                </c:pt>
                <c:pt idx="88">
                  <c:v>0.31402847756661201</c:v>
                </c:pt>
                <c:pt idx="89">
                  <c:v>0.30102999566398048</c:v>
                </c:pt>
                <c:pt idx="90">
                  <c:v>0.28785832124672178</c:v>
                </c:pt>
                <c:pt idx="91">
                  <c:v>0.27443454075003454</c:v>
                </c:pt>
                <c:pt idx="92">
                  <c:v>0.26065415601831377</c:v>
                </c:pt>
                <c:pt idx="93">
                  <c:v>0.24637255286998444</c:v>
                </c:pt>
                <c:pt idx="94">
                  <c:v>0.23137821315975826</c:v>
                </c:pt>
                <c:pt idx="95">
                  <c:v>0.2153382790366955</c:v>
                </c:pt>
                <c:pt idx="96">
                  <c:v>0.19767167714233519</c:v>
                </c:pt>
                <c:pt idx="97">
                  <c:v>0.17718382013555647</c:v>
                </c:pt>
                <c:pt idx="98">
                  <c:v>0.15051499783198846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C86-47A7-A930-2FA5D7A5C6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169024"/>
        <c:axId val="150507887"/>
      </c:scatterChart>
      <c:valAx>
        <c:axId val="56169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Weight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5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507887"/>
        <c:crosses val="autoZero"/>
        <c:crossBetween val="midCat"/>
      </c:valAx>
      <c:valAx>
        <c:axId val="150507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 events to ruin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5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1690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5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8AAA46-BCCB-4307-8817-FFA9826FA2FE}" type="doc">
      <dgm:prSet loTypeId="urn:microsoft.com/office/officeart/2005/8/layout/process1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5DF74D7D-58CD-4B17-B51E-5C5142474C41}">
      <dgm:prSet phldrT="[Texto]"/>
      <dgm:spPr>
        <a:solidFill>
          <a:schemeClr val="accent3">
            <a:lumMod val="50000"/>
          </a:schemeClr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es-CO" noProof="0" dirty="0">
              <a:solidFill>
                <a:schemeClr val="bg1"/>
              </a:solidFill>
            </a:rPr>
            <a:t>Principios de inversión</a:t>
          </a:r>
          <a:endParaRPr lang="en-US" dirty="0">
            <a:solidFill>
              <a:schemeClr val="bg1"/>
            </a:solidFill>
          </a:endParaRPr>
        </a:p>
      </dgm:t>
    </dgm:pt>
    <dgm:pt modelId="{E2045E34-D9D1-42B0-81A8-8CECE2C8BFC6}" type="parTrans" cxnId="{9FF977E6-0592-476D-9501-86729B9CFDA4}">
      <dgm:prSet/>
      <dgm:spPr/>
      <dgm:t>
        <a:bodyPr/>
        <a:lstStyle/>
        <a:p>
          <a:endParaRPr lang="en-US"/>
        </a:p>
      </dgm:t>
    </dgm:pt>
    <dgm:pt modelId="{BAA61C92-C7E0-4BD9-A1DB-B624F259EB87}" type="sibTrans" cxnId="{9FF977E6-0592-476D-9501-86729B9CFDA4}">
      <dgm:prSet/>
      <dgm:spPr/>
      <dgm:t>
        <a:bodyPr/>
        <a:lstStyle/>
        <a:p>
          <a:endParaRPr lang="en-US"/>
        </a:p>
      </dgm:t>
    </dgm:pt>
    <dgm:pt modelId="{C566C48A-5710-42A0-B1DB-278BF9C51D08}">
      <dgm:prSet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Fundamentales</a:t>
          </a:r>
        </a:p>
      </dgm:t>
    </dgm:pt>
    <dgm:pt modelId="{931F2E45-72E2-43B0-8391-442819F75DC5}" type="parTrans" cxnId="{546DC1BD-31EE-4BBC-934E-FD956701B2F1}">
      <dgm:prSet/>
      <dgm:spPr/>
      <dgm:t>
        <a:bodyPr/>
        <a:lstStyle/>
        <a:p>
          <a:endParaRPr lang="en-US"/>
        </a:p>
      </dgm:t>
    </dgm:pt>
    <dgm:pt modelId="{70F6A21B-EB2A-48B0-94EC-7C68AC6F4495}" type="sibTrans" cxnId="{546DC1BD-31EE-4BBC-934E-FD956701B2F1}">
      <dgm:prSet/>
      <dgm:spPr/>
      <dgm:t>
        <a:bodyPr/>
        <a:lstStyle/>
        <a:p>
          <a:endParaRPr lang="en-US"/>
        </a:p>
      </dgm:t>
    </dgm:pt>
    <dgm:pt modelId="{1AC41BC1-C0A0-4CE1-9811-EE38C8CE6C29}">
      <dgm:prSet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s-CO" noProof="0">
              <a:solidFill>
                <a:schemeClr val="accent5"/>
              </a:solidFill>
            </a:rPr>
            <a:t>Análisis técnico </a:t>
          </a:r>
          <a:endParaRPr lang="es-CO" noProof="0" dirty="0">
            <a:solidFill>
              <a:schemeClr val="accent5"/>
            </a:solidFill>
          </a:endParaRPr>
        </a:p>
      </dgm:t>
    </dgm:pt>
    <dgm:pt modelId="{1C92D3F4-6780-478F-B9BB-8FFCEAEBACD7}" type="parTrans" cxnId="{FB06091E-5DAD-46C1-B1E1-49EEE9921AB2}">
      <dgm:prSet/>
      <dgm:spPr/>
      <dgm:t>
        <a:bodyPr/>
        <a:lstStyle/>
        <a:p>
          <a:endParaRPr lang="en-US"/>
        </a:p>
      </dgm:t>
    </dgm:pt>
    <dgm:pt modelId="{C83E2006-DB11-4D0A-833F-88F5A7631C60}" type="sibTrans" cxnId="{FB06091E-5DAD-46C1-B1E1-49EEE9921AB2}">
      <dgm:prSet/>
      <dgm:spPr/>
      <dgm:t>
        <a:bodyPr/>
        <a:lstStyle/>
        <a:p>
          <a:endParaRPr lang="en-US"/>
        </a:p>
      </dgm:t>
    </dgm:pt>
    <dgm:pt modelId="{CE61B508-FD32-4F4A-BD85-0A941605A3BA}">
      <dgm:prSet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s-CO" noProof="0" dirty="0">
              <a:solidFill>
                <a:schemeClr val="accent5">
                  <a:lumMod val="85000"/>
                  <a:lumOff val="15000"/>
                </a:schemeClr>
              </a:solidFill>
            </a:rPr>
            <a:t>Trading de opciones / Futuros </a:t>
          </a:r>
        </a:p>
      </dgm:t>
    </dgm:pt>
    <dgm:pt modelId="{687058DD-1756-4829-8A95-5220D525A92D}" type="parTrans" cxnId="{DC8D3823-934C-42D5-8D92-AB72F219E2ED}">
      <dgm:prSet/>
      <dgm:spPr/>
      <dgm:t>
        <a:bodyPr/>
        <a:lstStyle/>
        <a:p>
          <a:endParaRPr lang="en-US"/>
        </a:p>
      </dgm:t>
    </dgm:pt>
    <dgm:pt modelId="{29667577-C78D-43D0-BFFF-ABC18DD1A0F9}" type="sibTrans" cxnId="{DC8D3823-934C-42D5-8D92-AB72F219E2ED}">
      <dgm:prSet/>
      <dgm:spPr/>
      <dgm:t>
        <a:bodyPr/>
        <a:lstStyle/>
        <a:p>
          <a:endParaRPr lang="en-US"/>
        </a:p>
      </dgm:t>
    </dgm:pt>
    <dgm:pt modelId="{99BB0672-31AA-42FA-8332-D22AD58387F8}" type="pres">
      <dgm:prSet presAssocID="{BB8AAA46-BCCB-4307-8817-FFA9826FA2FE}" presName="Name0" presStyleCnt="0">
        <dgm:presLayoutVars>
          <dgm:dir/>
          <dgm:resizeHandles val="exact"/>
        </dgm:presLayoutVars>
      </dgm:prSet>
      <dgm:spPr/>
    </dgm:pt>
    <dgm:pt modelId="{A498B861-AB92-4347-8891-8E61ECB42085}" type="pres">
      <dgm:prSet presAssocID="{5DF74D7D-58CD-4B17-B51E-5C5142474C41}" presName="node" presStyleLbl="node1" presStyleIdx="0" presStyleCnt="4">
        <dgm:presLayoutVars>
          <dgm:bulletEnabled val="1"/>
        </dgm:presLayoutVars>
      </dgm:prSet>
      <dgm:spPr/>
    </dgm:pt>
    <dgm:pt modelId="{76A28690-FF15-4376-B540-1247741811EF}" type="pres">
      <dgm:prSet presAssocID="{BAA61C92-C7E0-4BD9-A1DB-B624F259EB87}" presName="sibTrans" presStyleLbl="sibTrans2D1" presStyleIdx="0" presStyleCnt="3"/>
      <dgm:spPr/>
    </dgm:pt>
    <dgm:pt modelId="{39D68C36-80B7-4EAC-A835-462AA3332371}" type="pres">
      <dgm:prSet presAssocID="{BAA61C92-C7E0-4BD9-A1DB-B624F259EB87}" presName="connectorText" presStyleLbl="sibTrans2D1" presStyleIdx="0" presStyleCnt="3"/>
      <dgm:spPr/>
    </dgm:pt>
    <dgm:pt modelId="{63EC535B-7AF0-4233-9C6D-1118764F7C80}" type="pres">
      <dgm:prSet presAssocID="{C566C48A-5710-42A0-B1DB-278BF9C51D08}" presName="node" presStyleLbl="node1" presStyleIdx="1" presStyleCnt="4">
        <dgm:presLayoutVars>
          <dgm:bulletEnabled val="1"/>
        </dgm:presLayoutVars>
      </dgm:prSet>
      <dgm:spPr/>
    </dgm:pt>
    <dgm:pt modelId="{EB95CCA7-581C-43B0-A186-0618C1E34630}" type="pres">
      <dgm:prSet presAssocID="{70F6A21B-EB2A-48B0-94EC-7C68AC6F4495}" presName="sibTrans" presStyleLbl="sibTrans2D1" presStyleIdx="1" presStyleCnt="3"/>
      <dgm:spPr/>
    </dgm:pt>
    <dgm:pt modelId="{340199F3-0D3E-4714-B907-867002E108A6}" type="pres">
      <dgm:prSet presAssocID="{70F6A21B-EB2A-48B0-94EC-7C68AC6F4495}" presName="connectorText" presStyleLbl="sibTrans2D1" presStyleIdx="1" presStyleCnt="3"/>
      <dgm:spPr/>
    </dgm:pt>
    <dgm:pt modelId="{3F40BA9D-4D1E-493E-96F5-F47571B13BC0}" type="pres">
      <dgm:prSet presAssocID="{1AC41BC1-C0A0-4CE1-9811-EE38C8CE6C29}" presName="node" presStyleLbl="node1" presStyleIdx="2" presStyleCnt="4">
        <dgm:presLayoutVars>
          <dgm:bulletEnabled val="1"/>
        </dgm:presLayoutVars>
      </dgm:prSet>
      <dgm:spPr/>
    </dgm:pt>
    <dgm:pt modelId="{151F0465-8316-49F1-B8C0-6FA59C2B6BA5}" type="pres">
      <dgm:prSet presAssocID="{C83E2006-DB11-4D0A-833F-88F5A7631C60}" presName="sibTrans" presStyleLbl="sibTrans2D1" presStyleIdx="2" presStyleCnt="3"/>
      <dgm:spPr/>
    </dgm:pt>
    <dgm:pt modelId="{5D6C3954-6825-412C-B124-6578DB702A0E}" type="pres">
      <dgm:prSet presAssocID="{C83E2006-DB11-4D0A-833F-88F5A7631C60}" presName="connectorText" presStyleLbl="sibTrans2D1" presStyleIdx="2" presStyleCnt="3"/>
      <dgm:spPr/>
    </dgm:pt>
    <dgm:pt modelId="{E3934E3F-18C4-4B85-9D48-F5250DFEC329}" type="pres">
      <dgm:prSet presAssocID="{CE61B508-FD32-4F4A-BD85-0A941605A3BA}" presName="node" presStyleLbl="node1" presStyleIdx="3" presStyleCnt="4">
        <dgm:presLayoutVars>
          <dgm:bulletEnabled val="1"/>
        </dgm:presLayoutVars>
      </dgm:prSet>
      <dgm:spPr/>
    </dgm:pt>
  </dgm:ptLst>
  <dgm:cxnLst>
    <dgm:cxn modelId="{FB06091E-5DAD-46C1-B1E1-49EEE9921AB2}" srcId="{BB8AAA46-BCCB-4307-8817-FFA9826FA2FE}" destId="{1AC41BC1-C0A0-4CE1-9811-EE38C8CE6C29}" srcOrd="2" destOrd="0" parTransId="{1C92D3F4-6780-478F-B9BB-8FFCEAEBACD7}" sibTransId="{C83E2006-DB11-4D0A-833F-88F5A7631C60}"/>
    <dgm:cxn modelId="{DC8D3823-934C-42D5-8D92-AB72F219E2ED}" srcId="{BB8AAA46-BCCB-4307-8817-FFA9826FA2FE}" destId="{CE61B508-FD32-4F4A-BD85-0A941605A3BA}" srcOrd="3" destOrd="0" parTransId="{687058DD-1756-4829-8A95-5220D525A92D}" sibTransId="{29667577-C78D-43D0-BFFF-ABC18DD1A0F9}"/>
    <dgm:cxn modelId="{3104A431-43FA-4868-914E-AB9A783AA2F1}" type="presOf" srcId="{BB8AAA46-BCCB-4307-8817-FFA9826FA2FE}" destId="{99BB0672-31AA-42FA-8332-D22AD58387F8}" srcOrd="0" destOrd="0" presId="urn:microsoft.com/office/officeart/2005/8/layout/process1"/>
    <dgm:cxn modelId="{6B366C41-92F7-4008-907A-206C4FB2597E}" type="presOf" srcId="{C83E2006-DB11-4D0A-833F-88F5A7631C60}" destId="{151F0465-8316-49F1-B8C0-6FA59C2B6BA5}" srcOrd="0" destOrd="0" presId="urn:microsoft.com/office/officeart/2005/8/layout/process1"/>
    <dgm:cxn modelId="{9A525A57-471D-4530-9632-C66907D068DD}" type="presOf" srcId="{70F6A21B-EB2A-48B0-94EC-7C68AC6F4495}" destId="{340199F3-0D3E-4714-B907-867002E108A6}" srcOrd="1" destOrd="0" presId="urn:microsoft.com/office/officeart/2005/8/layout/process1"/>
    <dgm:cxn modelId="{73150459-E1F3-405A-9639-CEC477D28988}" type="presOf" srcId="{C566C48A-5710-42A0-B1DB-278BF9C51D08}" destId="{63EC535B-7AF0-4233-9C6D-1118764F7C80}" srcOrd="0" destOrd="0" presId="urn:microsoft.com/office/officeart/2005/8/layout/process1"/>
    <dgm:cxn modelId="{8B7AD88A-B4B0-4B60-B99E-8C64643D4E83}" type="presOf" srcId="{5DF74D7D-58CD-4B17-B51E-5C5142474C41}" destId="{A498B861-AB92-4347-8891-8E61ECB42085}" srcOrd="0" destOrd="0" presId="urn:microsoft.com/office/officeart/2005/8/layout/process1"/>
    <dgm:cxn modelId="{020180A8-0E40-476A-A3BF-FEF37A653F11}" type="presOf" srcId="{C83E2006-DB11-4D0A-833F-88F5A7631C60}" destId="{5D6C3954-6825-412C-B124-6578DB702A0E}" srcOrd="1" destOrd="0" presId="urn:microsoft.com/office/officeart/2005/8/layout/process1"/>
    <dgm:cxn modelId="{01A1A6AC-831A-4AAB-A0B8-8AC680BF76FC}" type="presOf" srcId="{BAA61C92-C7E0-4BD9-A1DB-B624F259EB87}" destId="{39D68C36-80B7-4EAC-A835-462AA3332371}" srcOrd="1" destOrd="0" presId="urn:microsoft.com/office/officeart/2005/8/layout/process1"/>
    <dgm:cxn modelId="{F0572DAD-4328-419C-BDC9-72D466526AA4}" type="presOf" srcId="{1AC41BC1-C0A0-4CE1-9811-EE38C8CE6C29}" destId="{3F40BA9D-4D1E-493E-96F5-F47571B13BC0}" srcOrd="0" destOrd="0" presId="urn:microsoft.com/office/officeart/2005/8/layout/process1"/>
    <dgm:cxn modelId="{546DC1BD-31EE-4BBC-934E-FD956701B2F1}" srcId="{BB8AAA46-BCCB-4307-8817-FFA9826FA2FE}" destId="{C566C48A-5710-42A0-B1DB-278BF9C51D08}" srcOrd="1" destOrd="0" parTransId="{931F2E45-72E2-43B0-8391-442819F75DC5}" sibTransId="{70F6A21B-EB2A-48B0-94EC-7C68AC6F4495}"/>
    <dgm:cxn modelId="{71AC42BE-7605-4179-AB03-857AFE2D22CE}" type="presOf" srcId="{CE61B508-FD32-4F4A-BD85-0A941605A3BA}" destId="{E3934E3F-18C4-4B85-9D48-F5250DFEC329}" srcOrd="0" destOrd="0" presId="urn:microsoft.com/office/officeart/2005/8/layout/process1"/>
    <dgm:cxn modelId="{D566C6CF-475C-49B2-90A8-E6C993B84FED}" type="presOf" srcId="{BAA61C92-C7E0-4BD9-A1DB-B624F259EB87}" destId="{76A28690-FF15-4376-B540-1247741811EF}" srcOrd="0" destOrd="0" presId="urn:microsoft.com/office/officeart/2005/8/layout/process1"/>
    <dgm:cxn modelId="{11DFDAD5-D636-47CD-8557-0F5275260EDD}" type="presOf" srcId="{70F6A21B-EB2A-48B0-94EC-7C68AC6F4495}" destId="{EB95CCA7-581C-43B0-A186-0618C1E34630}" srcOrd="0" destOrd="0" presId="urn:microsoft.com/office/officeart/2005/8/layout/process1"/>
    <dgm:cxn modelId="{9FF977E6-0592-476D-9501-86729B9CFDA4}" srcId="{BB8AAA46-BCCB-4307-8817-FFA9826FA2FE}" destId="{5DF74D7D-58CD-4B17-B51E-5C5142474C41}" srcOrd="0" destOrd="0" parTransId="{E2045E34-D9D1-42B0-81A8-8CECE2C8BFC6}" sibTransId="{BAA61C92-C7E0-4BD9-A1DB-B624F259EB87}"/>
    <dgm:cxn modelId="{1A67CC95-3567-41B0-854F-F08E39300394}" type="presParOf" srcId="{99BB0672-31AA-42FA-8332-D22AD58387F8}" destId="{A498B861-AB92-4347-8891-8E61ECB42085}" srcOrd="0" destOrd="0" presId="urn:microsoft.com/office/officeart/2005/8/layout/process1"/>
    <dgm:cxn modelId="{5CAFE64E-D203-4A1A-B48C-41B877B381F7}" type="presParOf" srcId="{99BB0672-31AA-42FA-8332-D22AD58387F8}" destId="{76A28690-FF15-4376-B540-1247741811EF}" srcOrd="1" destOrd="0" presId="urn:microsoft.com/office/officeart/2005/8/layout/process1"/>
    <dgm:cxn modelId="{74E711E0-2425-4A73-A0F0-AD59FA0F48C7}" type="presParOf" srcId="{76A28690-FF15-4376-B540-1247741811EF}" destId="{39D68C36-80B7-4EAC-A835-462AA3332371}" srcOrd="0" destOrd="0" presId="urn:microsoft.com/office/officeart/2005/8/layout/process1"/>
    <dgm:cxn modelId="{23D6E5C0-0AA2-467E-97DD-5362508F0A4D}" type="presParOf" srcId="{99BB0672-31AA-42FA-8332-D22AD58387F8}" destId="{63EC535B-7AF0-4233-9C6D-1118764F7C80}" srcOrd="2" destOrd="0" presId="urn:microsoft.com/office/officeart/2005/8/layout/process1"/>
    <dgm:cxn modelId="{0CF84EA9-37B4-4E66-BF91-299938410153}" type="presParOf" srcId="{99BB0672-31AA-42FA-8332-D22AD58387F8}" destId="{EB95CCA7-581C-43B0-A186-0618C1E34630}" srcOrd="3" destOrd="0" presId="urn:microsoft.com/office/officeart/2005/8/layout/process1"/>
    <dgm:cxn modelId="{7B5B61C2-79CC-4AA6-B750-98E4A203D437}" type="presParOf" srcId="{EB95CCA7-581C-43B0-A186-0618C1E34630}" destId="{340199F3-0D3E-4714-B907-867002E108A6}" srcOrd="0" destOrd="0" presId="urn:microsoft.com/office/officeart/2005/8/layout/process1"/>
    <dgm:cxn modelId="{20FF976C-ABD3-46A0-B72B-CFDEE83315ED}" type="presParOf" srcId="{99BB0672-31AA-42FA-8332-D22AD58387F8}" destId="{3F40BA9D-4D1E-493E-96F5-F47571B13BC0}" srcOrd="4" destOrd="0" presId="urn:microsoft.com/office/officeart/2005/8/layout/process1"/>
    <dgm:cxn modelId="{D608033B-A48E-4FE9-B47C-F13942F4B2F0}" type="presParOf" srcId="{99BB0672-31AA-42FA-8332-D22AD58387F8}" destId="{151F0465-8316-49F1-B8C0-6FA59C2B6BA5}" srcOrd="5" destOrd="0" presId="urn:microsoft.com/office/officeart/2005/8/layout/process1"/>
    <dgm:cxn modelId="{27FEC51C-8C14-4081-B7D1-26B5C0BC1EA3}" type="presParOf" srcId="{151F0465-8316-49F1-B8C0-6FA59C2B6BA5}" destId="{5D6C3954-6825-412C-B124-6578DB702A0E}" srcOrd="0" destOrd="0" presId="urn:microsoft.com/office/officeart/2005/8/layout/process1"/>
    <dgm:cxn modelId="{469D0BD3-F2A1-417B-A0D4-05641CDD7BDA}" type="presParOf" srcId="{99BB0672-31AA-42FA-8332-D22AD58387F8}" destId="{E3934E3F-18C4-4B85-9D48-F5250DFEC32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4E44DA-72C8-4166-9FC2-5BE5A34F4706}" type="doc">
      <dgm:prSet loTypeId="urn:microsoft.com/office/officeart/2005/8/layout/orgChart1" loCatId="hierarchy" qsTypeId="urn:microsoft.com/office/officeart/2005/8/quickstyle/simple1#5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B3D9E524-775E-47B2-BF96-1EE480A86413}">
      <dgm:prSet phldrT="[Texto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s-CO" b="1" dirty="0">
              <a:solidFill>
                <a:schemeClr val="accent5"/>
              </a:solidFill>
            </a:rPr>
            <a:t>1. Asignar capital de Riesgo</a:t>
          </a:r>
        </a:p>
        <a:p>
          <a:r>
            <a:rPr lang="es-CO" b="0" noProof="0" dirty="0">
              <a:solidFill>
                <a:schemeClr val="accent5"/>
              </a:solidFill>
            </a:rPr>
            <a:t>Cuanto voy a arriesgar</a:t>
          </a:r>
        </a:p>
      </dgm:t>
    </dgm:pt>
    <dgm:pt modelId="{C3F0C396-3FA7-429C-8903-92D56ED6D9E9}" type="parTrans" cxnId="{AAD34163-86D8-4D10-8340-89DB1BDEBF19}">
      <dgm:prSet/>
      <dgm:spPr/>
      <dgm:t>
        <a:bodyPr/>
        <a:lstStyle/>
        <a:p>
          <a:endParaRPr lang="en-US"/>
        </a:p>
      </dgm:t>
    </dgm:pt>
    <dgm:pt modelId="{3057729A-EDDD-47C1-820F-EA1A3163C1FC}" type="sibTrans" cxnId="{AAD34163-86D8-4D10-8340-89DB1BDEBF19}">
      <dgm:prSet/>
      <dgm:spPr/>
      <dgm:t>
        <a:bodyPr/>
        <a:lstStyle/>
        <a:p>
          <a:endParaRPr lang="en-US"/>
        </a:p>
      </dgm:t>
    </dgm:pt>
    <dgm:pt modelId="{E8F002F3-3AA7-4C65-8BA5-DC72D7D60AA7}">
      <dgm:prSet phldrT="[Texto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s-CO" b="1" dirty="0">
              <a:solidFill>
                <a:schemeClr val="accent5"/>
              </a:solidFill>
            </a:rPr>
            <a:t>2. No perder dinero: </a:t>
          </a:r>
        </a:p>
        <a:p>
          <a:r>
            <a:rPr lang="es-CO" dirty="0">
              <a:solidFill>
                <a:schemeClr val="accent5"/>
              </a:solidFill>
            </a:rPr>
            <a:t>Cuanto riesgo voy a usar </a:t>
          </a:r>
        </a:p>
        <a:p>
          <a:r>
            <a:rPr lang="es-CO" dirty="0">
              <a:solidFill>
                <a:schemeClr val="accent5"/>
              </a:solidFill>
            </a:rPr>
            <a:t>(</a:t>
          </a:r>
          <a:r>
            <a:rPr lang="es-CO" dirty="0" err="1">
              <a:solidFill>
                <a:schemeClr val="accent5"/>
              </a:solidFill>
            </a:rPr>
            <a:t>risk</a:t>
          </a:r>
          <a:r>
            <a:rPr lang="es-CO" dirty="0">
              <a:solidFill>
                <a:schemeClr val="accent5"/>
              </a:solidFill>
            </a:rPr>
            <a:t>)</a:t>
          </a:r>
          <a:endParaRPr lang="en-US" dirty="0">
            <a:solidFill>
              <a:schemeClr val="accent5"/>
            </a:solidFill>
          </a:endParaRPr>
        </a:p>
      </dgm:t>
    </dgm:pt>
    <dgm:pt modelId="{E314F167-95B6-4408-90C3-A814C9FC8D66}" type="parTrans" cxnId="{392A52A0-E0E2-43D7-8788-DCAFC260048C}">
      <dgm:prSet/>
      <dgm:spPr/>
      <dgm:t>
        <a:bodyPr/>
        <a:lstStyle/>
        <a:p>
          <a:endParaRPr lang="en-US"/>
        </a:p>
      </dgm:t>
    </dgm:pt>
    <dgm:pt modelId="{D52E802E-850F-48D1-873F-6FB0842E01C0}" type="sibTrans" cxnId="{392A52A0-E0E2-43D7-8788-DCAFC260048C}">
      <dgm:prSet/>
      <dgm:spPr/>
      <dgm:t>
        <a:bodyPr/>
        <a:lstStyle/>
        <a:p>
          <a:endParaRPr lang="en-US"/>
        </a:p>
      </dgm:t>
    </dgm:pt>
    <dgm:pt modelId="{9174F79C-F592-4A8D-B249-972A94514DF4}">
      <dgm:prSet phldrT="[Texto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s-CO" b="1" dirty="0">
              <a:solidFill>
                <a:schemeClr val="accent5"/>
              </a:solidFill>
            </a:rPr>
            <a:t>3. Ganar lo que mas podamos: </a:t>
          </a:r>
        </a:p>
        <a:p>
          <a:r>
            <a:rPr lang="es-CO" b="0" dirty="0">
              <a:solidFill>
                <a:schemeClr val="accent5"/>
              </a:solidFill>
            </a:rPr>
            <a:t>Potencial de ganancia </a:t>
          </a:r>
        </a:p>
        <a:p>
          <a:r>
            <a:rPr lang="en-US" b="0" dirty="0">
              <a:solidFill>
                <a:schemeClr val="accent5"/>
              </a:solidFill>
            </a:rPr>
            <a:t>(Reward)</a:t>
          </a:r>
        </a:p>
      </dgm:t>
    </dgm:pt>
    <dgm:pt modelId="{CBAFF589-F97C-49CF-8DA6-205CD843494F}" type="parTrans" cxnId="{86FCAD9F-6F4B-46DF-AE84-CBF5554570FC}">
      <dgm:prSet/>
      <dgm:spPr/>
      <dgm:t>
        <a:bodyPr/>
        <a:lstStyle/>
        <a:p>
          <a:endParaRPr lang="en-US"/>
        </a:p>
      </dgm:t>
    </dgm:pt>
    <dgm:pt modelId="{FFFA02C3-AFEB-49F9-BAF4-56A1EA92C490}" type="sibTrans" cxnId="{86FCAD9F-6F4B-46DF-AE84-CBF5554570FC}">
      <dgm:prSet/>
      <dgm:spPr/>
      <dgm:t>
        <a:bodyPr/>
        <a:lstStyle/>
        <a:p>
          <a:endParaRPr lang="en-US"/>
        </a:p>
      </dgm:t>
    </dgm:pt>
    <dgm:pt modelId="{73F36F85-EE2B-44B5-BE37-F832700000F8}" type="pres">
      <dgm:prSet presAssocID="{0E4E44DA-72C8-4166-9FC2-5BE5A34F47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B6050F2-81D7-47B7-845C-D577E0BA2543}" type="pres">
      <dgm:prSet presAssocID="{B3D9E524-775E-47B2-BF96-1EE480A86413}" presName="hierRoot1" presStyleCnt="0">
        <dgm:presLayoutVars>
          <dgm:hierBranch val="init"/>
        </dgm:presLayoutVars>
      </dgm:prSet>
      <dgm:spPr/>
    </dgm:pt>
    <dgm:pt modelId="{B257B6A4-0B04-4ECC-9BF8-1D2DB9E480D9}" type="pres">
      <dgm:prSet presAssocID="{B3D9E524-775E-47B2-BF96-1EE480A86413}" presName="rootComposite1" presStyleCnt="0"/>
      <dgm:spPr/>
    </dgm:pt>
    <dgm:pt modelId="{D7DD3725-5470-4E88-ACFB-1081EECCF2A0}" type="pres">
      <dgm:prSet presAssocID="{B3D9E524-775E-47B2-BF96-1EE480A86413}" presName="rootText1" presStyleLbl="node0" presStyleIdx="0" presStyleCnt="1" custScaleX="142142">
        <dgm:presLayoutVars>
          <dgm:chPref val="3"/>
        </dgm:presLayoutVars>
      </dgm:prSet>
      <dgm:spPr/>
    </dgm:pt>
    <dgm:pt modelId="{CDE5CC24-9A8A-4E31-A3B7-1535AC3C28A2}" type="pres">
      <dgm:prSet presAssocID="{B3D9E524-775E-47B2-BF96-1EE480A86413}" presName="rootConnector1" presStyleLbl="node1" presStyleIdx="0" presStyleCnt="0"/>
      <dgm:spPr/>
    </dgm:pt>
    <dgm:pt modelId="{A59F2858-1CB2-4FBF-8520-988B14C8FD14}" type="pres">
      <dgm:prSet presAssocID="{B3D9E524-775E-47B2-BF96-1EE480A86413}" presName="hierChild2" presStyleCnt="0"/>
      <dgm:spPr/>
    </dgm:pt>
    <dgm:pt modelId="{4B93D686-DF88-45AA-B732-A12CC1ECC28E}" type="pres">
      <dgm:prSet presAssocID="{E314F167-95B6-4408-90C3-A814C9FC8D66}" presName="Name37" presStyleLbl="parChTrans1D2" presStyleIdx="0" presStyleCnt="2"/>
      <dgm:spPr/>
    </dgm:pt>
    <dgm:pt modelId="{62D8AB6C-9968-491B-9AEF-1815F938AD93}" type="pres">
      <dgm:prSet presAssocID="{E8F002F3-3AA7-4C65-8BA5-DC72D7D60AA7}" presName="hierRoot2" presStyleCnt="0">
        <dgm:presLayoutVars>
          <dgm:hierBranch val="init"/>
        </dgm:presLayoutVars>
      </dgm:prSet>
      <dgm:spPr/>
    </dgm:pt>
    <dgm:pt modelId="{35915F69-C544-4052-84B4-E2E754E58269}" type="pres">
      <dgm:prSet presAssocID="{E8F002F3-3AA7-4C65-8BA5-DC72D7D60AA7}" presName="rootComposite" presStyleCnt="0"/>
      <dgm:spPr/>
    </dgm:pt>
    <dgm:pt modelId="{9F5DCC8E-091D-4913-9F57-1EFA8A6CA735}" type="pres">
      <dgm:prSet presAssocID="{E8F002F3-3AA7-4C65-8BA5-DC72D7D60AA7}" presName="rootText" presStyleLbl="node2" presStyleIdx="0" presStyleCnt="2" custScaleX="127742">
        <dgm:presLayoutVars>
          <dgm:chPref val="3"/>
        </dgm:presLayoutVars>
      </dgm:prSet>
      <dgm:spPr/>
    </dgm:pt>
    <dgm:pt modelId="{BF6A1B8E-6569-4C43-B435-B2A2CB0458C9}" type="pres">
      <dgm:prSet presAssocID="{E8F002F3-3AA7-4C65-8BA5-DC72D7D60AA7}" presName="rootConnector" presStyleLbl="node2" presStyleIdx="0" presStyleCnt="2"/>
      <dgm:spPr/>
    </dgm:pt>
    <dgm:pt modelId="{F389B143-8B69-4EF4-8162-3578CE18DD09}" type="pres">
      <dgm:prSet presAssocID="{E8F002F3-3AA7-4C65-8BA5-DC72D7D60AA7}" presName="hierChild4" presStyleCnt="0"/>
      <dgm:spPr/>
    </dgm:pt>
    <dgm:pt modelId="{47F91CCC-8E5E-4308-87D2-9825FF36E85B}" type="pres">
      <dgm:prSet presAssocID="{E8F002F3-3AA7-4C65-8BA5-DC72D7D60AA7}" presName="hierChild5" presStyleCnt="0"/>
      <dgm:spPr/>
    </dgm:pt>
    <dgm:pt modelId="{206F5A5F-1064-4AB9-B0A0-C65D05569BBF}" type="pres">
      <dgm:prSet presAssocID="{CBAFF589-F97C-49CF-8DA6-205CD843494F}" presName="Name37" presStyleLbl="parChTrans1D2" presStyleIdx="1" presStyleCnt="2"/>
      <dgm:spPr/>
    </dgm:pt>
    <dgm:pt modelId="{0B0C3B59-3181-439B-9184-CA79ABB477B8}" type="pres">
      <dgm:prSet presAssocID="{9174F79C-F592-4A8D-B249-972A94514DF4}" presName="hierRoot2" presStyleCnt="0">
        <dgm:presLayoutVars>
          <dgm:hierBranch val="init"/>
        </dgm:presLayoutVars>
      </dgm:prSet>
      <dgm:spPr/>
    </dgm:pt>
    <dgm:pt modelId="{C406A08D-FD08-47CC-8046-EE23890EE14B}" type="pres">
      <dgm:prSet presAssocID="{9174F79C-F592-4A8D-B249-972A94514DF4}" presName="rootComposite" presStyleCnt="0"/>
      <dgm:spPr/>
    </dgm:pt>
    <dgm:pt modelId="{F7D298BC-04DB-470A-BB91-CF014E4DDDDC}" type="pres">
      <dgm:prSet presAssocID="{9174F79C-F592-4A8D-B249-972A94514DF4}" presName="rootText" presStyleLbl="node2" presStyleIdx="1" presStyleCnt="2" custScaleX="127742">
        <dgm:presLayoutVars>
          <dgm:chPref val="3"/>
        </dgm:presLayoutVars>
      </dgm:prSet>
      <dgm:spPr/>
    </dgm:pt>
    <dgm:pt modelId="{A50C8C6F-FCAE-4504-AC43-50A544E6CCF0}" type="pres">
      <dgm:prSet presAssocID="{9174F79C-F592-4A8D-B249-972A94514DF4}" presName="rootConnector" presStyleLbl="node2" presStyleIdx="1" presStyleCnt="2"/>
      <dgm:spPr/>
    </dgm:pt>
    <dgm:pt modelId="{5231E330-116A-4618-8713-BEE4670F0D22}" type="pres">
      <dgm:prSet presAssocID="{9174F79C-F592-4A8D-B249-972A94514DF4}" presName="hierChild4" presStyleCnt="0"/>
      <dgm:spPr/>
    </dgm:pt>
    <dgm:pt modelId="{53EDF154-24A9-42C9-82E1-E5342DFF5436}" type="pres">
      <dgm:prSet presAssocID="{9174F79C-F592-4A8D-B249-972A94514DF4}" presName="hierChild5" presStyleCnt="0"/>
      <dgm:spPr/>
    </dgm:pt>
    <dgm:pt modelId="{A3B40C4B-C770-42DC-87A0-53BA6E47AD02}" type="pres">
      <dgm:prSet presAssocID="{B3D9E524-775E-47B2-BF96-1EE480A86413}" presName="hierChild3" presStyleCnt="0"/>
      <dgm:spPr/>
    </dgm:pt>
  </dgm:ptLst>
  <dgm:cxnLst>
    <dgm:cxn modelId="{60319323-F858-4CC5-A774-8445CC614CEF}" type="presOf" srcId="{CBAFF589-F97C-49CF-8DA6-205CD843494F}" destId="{206F5A5F-1064-4AB9-B0A0-C65D05569BBF}" srcOrd="0" destOrd="0" presId="urn:microsoft.com/office/officeart/2005/8/layout/orgChart1"/>
    <dgm:cxn modelId="{27180F5B-FC42-4DD6-98EC-D305BBB80390}" type="presOf" srcId="{E8F002F3-3AA7-4C65-8BA5-DC72D7D60AA7}" destId="{9F5DCC8E-091D-4913-9F57-1EFA8A6CA735}" srcOrd="0" destOrd="0" presId="urn:microsoft.com/office/officeart/2005/8/layout/orgChart1"/>
    <dgm:cxn modelId="{AAD34163-86D8-4D10-8340-89DB1BDEBF19}" srcId="{0E4E44DA-72C8-4166-9FC2-5BE5A34F4706}" destId="{B3D9E524-775E-47B2-BF96-1EE480A86413}" srcOrd="0" destOrd="0" parTransId="{C3F0C396-3FA7-429C-8903-92D56ED6D9E9}" sibTransId="{3057729A-EDDD-47C1-820F-EA1A3163C1FC}"/>
    <dgm:cxn modelId="{AD140C82-4307-4AE5-90B7-F992E7364379}" type="presOf" srcId="{0E4E44DA-72C8-4166-9FC2-5BE5A34F4706}" destId="{73F36F85-EE2B-44B5-BE37-F832700000F8}" srcOrd="0" destOrd="0" presId="urn:microsoft.com/office/officeart/2005/8/layout/orgChart1"/>
    <dgm:cxn modelId="{86FCAD9F-6F4B-46DF-AE84-CBF5554570FC}" srcId="{B3D9E524-775E-47B2-BF96-1EE480A86413}" destId="{9174F79C-F592-4A8D-B249-972A94514DF4}" srcOrd="1" destOrd="0" parTransId="{CBAFF589-F97C-49CF-8DA6-205CD843494F}" sibTransId="{FFFA02C3-AFEB-49F9-BAF4-56A1EA92C490}"/>
    <dgm:cxn modelId="{392A52A0-E0E2-43D7-8788-DCAFC260048C}" srcId="{B3D9E524-775E-47B2-BF96-1EE480A86413}" destId="{E8F002F3-3AA7-4C65-8BA5-DC72D7D60AA7}" srcOrd="0" destOrd="0" parTransId="{E314F167-95B6-4408-90C3-A814C9FC8D66}" sibTransId="{D52E802E-850F-48D1-873F-6FB0842E01C0}"/>
    <dgm:cxn modelId="{897220A9-BC63-4637-B7F9-CD25C0B6A9FB}" type="presOf" srcId="{E314F167-95B6-4408-90C3-A814C9FC8D66}" destId="{4B93D686-DF88-45AA-B732-A12CC1ECC28E}" srcOrd="0" destOrd="0" presId="urn:microsoft.com/office/officeart/2005/8/layout/orgChart1"/>
    <dgm:cxn modelId="{577541AD-BB98-477E-AC67-831862643779}" type="presOf" srcId="{E8F002F3-3AA7-4C65-8BA5-DC72D7D60AA7}" destId="{BF6A1B8E-6569-4C43-B435-B2A2CB0458C9}" srcOrd="1" destOrd="0" presId="urn:microsoft.com/office/officeart/2005/8/layout/orgChart1"/>
    <dgm:cxn modelId="{627845C1-DA7F-4727-8E1A-5F3B65CCCCE0}" type="presOf" srcId="{9174F79C-F592-4A8D-B249-972A94514DF4}" destId="{F7D298BC-04DB-470A-BB91-CF014E4DDDDC}" srcOrd="0" destOrd="0" presId="urn:microsoft.com/office/officeart/2005/8/layout/orgChart1"/>
    <dgm:cxn modelId="{19F6E8DB-A834-4231-994D-FBC36B6FE53A}" type="presOf" srcId="{9174F79C-F592-4A8D-B249-972A94514DF4}" destId="{A50C8C6F-FCAE-4504-AC43-50A544E6CCF0}" srcOrd="1" destOrd="0" presId="urn:microsoft.com/office/officeart/2005/8/layout/orgChart1"/>
    <dgm:cxn modelId="{4BB8A2DC-8774-4105-8651-0BE57A1D82D8}" type="presOf" srcId="{B3D9E524-775E-47B2-BF96-1EE480A86413}" destId="{CDE5CC24-9A8A-4E31-A3B7-1535AC3C28A2}" srcOrd="1" destOrd="0" presId="urn:microsoft.com/office/officeart/2005/8/layout/orgChart1"/>
    <dgm:cxn modelId="{B0F2FEF0-8EA6-4CAA-8C70-36C6F350DB8B}" type="presOf" srcId="{B3D9E524-775E-47B2-BF96-1EE480A86413}" destId="{D7DD3725-5470-4E88-ACFB-1081EECCF2A0}" srcOrd="0" destOrd="0" presId="urn:microsoft.com/office/officeart/2005/8/layout/orgChart1"/>
    <dgm:cxn modelId="{C6039497-03DC-46B2-A6E0-98E1F7DC227B}" type="presParOf" srcId="{73F36F85-EE2B-44B5-BE37-F832700000F8}" destId="{6B6050F2-81D7-47B7-845C-D577E0BA2543}" srcOrd="0" destOrd="0" presId="urn:microsoft.com/office/officeart/2005/8/layout/orgChart1"/>
    <dgm:cxn modelId="{69F10B92-4C18-435F-BCE5-02020441045B}" type="presParOf" srcId="{6B6050F2-81D7-47B7-845C-D577E0BA2543}" destId="{B257B6A4-0B04-4ECC-9BF8-1D2DB9E480D9}" srcOrd="0" destOrd="0" presId="urn:microsoft.com/office/officeart/2005/8/layout/orgChart1"/>
    <dgm:cxn modelId="{C0731804-B2A0-406C-9FD8-96EE7156F58B}" type="presParOf" srcId="{B257B6A4-0B04-4ECC-9BF8-1D2DB9E480D9}" destId="{D7DD3725-5470-4E88-ACFB-1081EECCF2A0}" srcOrd="0" destOrd="0" presId="urn:microsoft.com/office/officeart/2005/8/layout/orgChart1"/>
    <dgm:cxn modelId="{D5894A1B-906B-45C0-AE5C-C863EE0C5E1B}" type="presParOf" srcId="{B257B6A4-0B04-4ECC-9BF8-1D2DB9E480D9}" destId="{CDE5CC24-9A8A-4E31-A3B7-1535AC3C28A2}" srcOrd="1" destOrd="0" presId="urn:microsoft.com/office/officeart/2005/8/layout/orgChart1"/>
    <dgm:cxn modelId="{7F52D035-2CE7-469F-981A-A3834B5DD937}" type="presParOf" srcId="{6B6050F2-81D7-47B7-845C-D577E0BA2543}" destId="{A59F2858-1CB2-4FBF-8520-988B14C8FD14}" srcOrd="1" destOrd="0" presId="urn:microsoft.com/office/officeart/2005/8/layout/orgChart1"/>
    <dgm:cxn modelId="{23A160C5-AD1C-4950-91D9-42882851A5C1}" type="presParOf" srcId="{A59F2858-1CB2-4FBF-8520-988B14C8FD14}" destId="{4B93D686-DF88-45AA-B732-A12CC1ECC28E}" srcOrd="0" destOrd="0" presId="urn:microsoft.com/office/officeart/2005/8/layout/orgChart1"/>
    <dgm:cxn modelId="{9D938EC9-985B-4406-BEAD-EE1260877069}" type="presParOf" srcId="{A59F2858-1CB2-4FBF-8520-988B14C8FD14}" destId="{62D8AB6C-9968-491B-9AEF-1815F938AD93}" srcOrd="1" destOrd="0" presId="urn:microsoft.com/office/officeart/2005/8/layout/orgChart1"/>
    <dgm:cxn modelId="{A71F9E3E-E76B-4EF3-9000-8BB8EB146902}" type="presParOf" srcId="{62D8AB6C-9968-491B-9AEF-1815F938AD93}" destId="{35915F69-C544-4052-84B4-E2E754E58269}" srcOrd="0" destOrd="0" presId="urn:microsoft.com/office/officeart/2005/8/layout/orgChart1"/>
    <dgm:cxn modelId="{18207D1D-B889-472C-AA97-A6E4C78D3A4A}" type="presParOf" srcId="{35915F69-C544-4052-84B4-E2E754E58269}" destId="{9F5DCC8E-091D-4913-9F57-1EFA8A6CA735}" srcOrd="0" destOrd="0" presId="urn:microsoft.com/office/officeart/2005/8/layout/orgChart1"/>
    <dgm:cxn modelId="{01E0968F-1366-4F03-B0F1-97F48516D0A4}" type="presParOf" srcId="{35915F69-C544-4052-84B4-E2E754E58269}" destId="{BF6A1B8E-6569-4C43-B435-B2A2CB0458C9}" srcOrd="1" destOrd="0" presId="urn:microsoft.com/office/officeart/2005/8/layout/orgChart1"/>
    <dgm:cxn modelId="{D14FF27C-CD4A-42CB-BFA4-04A27B0F3EA5}" type="presParOf" srcId="{62D8AB6C-9968-491B-9AEF-1815F938AD93}" destId="{F389B143-8B69-4EF4-8162-3578CE18DD09}" srcOrd="1" destOrd="0" presId="urn:microsoft.com/office/officeart/2005/8/layout/orgChart1"/>
    <dgm:cxn modelId="{350FC22E-2F11-4630-8F88-5698825B7567}" type="presParOf" srcId="{62D8AB6C-9968-491B-9AEF-1815F938AD93}" destId="{47F91CCC-8E5E-4308-87D2-9825FF36E85B}" srcOrd="2" destOrd="0" presId="urn:microsoft.com/office/officeart/2005/8/layout/orgChart1"/>
    <dgm:cxn modelId="{C19C8260-7FA5-49BE-9B9C-BE06681E2799}" type="presParOf" srcId="{A59F2858-1CB2-4FBF-8520-988B14C8FD14}" destId="{206F5A5F-1064-4AB9-B0A0-C65D05569BBF}" srcOrd="2" destOrd="0" presId="urn:microsoft.com/office/officeart/2005/8/layout/orgChart1"/>
    <dgm:cxn modelId="{75434F2A-AF40-48DB-9E7D-60585E2EE247}" type="presParOf" srcId="{A59F2858-1CB2-4FBF-8520-988B14C8FD14}" destId="{0B0C3B59-3181-439B-9184-CA79ABB477B8}" srcOrd="3" destOrd="0" presId="urn:microsoft.com/office/officeart/2005/8/layout/orgChart1"/>
    <dgm:cxn modelId="{3A3A2917-C708-4998-A485-653E7F1CDAD1}" type="presParOf" srcId="{0B0C3B59-3181-439B-9184-CA79ABB477B8}" destId="{C406A08D-FD08-47CC-8046-EE23890EE14B}" srcOrd="0" destOrd="0" presId="urn:microsoft.com/office/officeart/2005/8/layout/orgChart1"/>
    <dgm:cxn modelId="{22DAB3AB-427E-450B-89A3-182052F6BCB9}" type="presParOf" srcId="{C406A08D-FD08-47CC-8046-EE23890EE14B}" destId="{F7D298BC-04DB-470A-BB91-CF014E4DDDDC}" srcOrd="0" destOrd="0" presId="urn:microsoft.com/office/officeart/2005/8/layout/orgChart1"/>
    <dgm:cxn modelId="{59D50A31-79BA-4BEF-AF99-CD20051A1F07}" type="presParOf" srcId="{C406A08D-FD08-47CC-8046-EE23890EE14B}" destId="{A50C8C6F-FCAE-4504-AC43-50A544E6CCF0}" srcOrd="1" destOrd="0" presId="urn:microsoft.com/office/officeart/2005/8/layout/orgChart1"/>
    <dgm:cxn modelId="{9D8ABC6C-5DD4-4352-A516-78948915E4AC}" type="presParOf" srcId="{0B0C3B59-3181-439B-9184-CA79ABB477B8}" destId="{5231E330-116A-4618-8713-BEE4670F0D22}" srcOrd="1" destOrd="0" presId="urn:microsoft.com/office/officeart/2005/8/layout/orgChart1"/>
    <dgm:cxn modelId="{5F6A3A7D-01B3-49AF-A6DB-4ECD63F5958C}" type="presParOf" srcId="{0B0C3B59-3181-439B-9184-CA79ABB477B8}" destId="{53EDF154-24A9-42C9-82E1-E5342DFF5436}" srcOrd="2" destOrd="0" presId="urn:microsoft.com/office/officeart/2005/8/layout/orgChart1"/>
    <dgm:cxn modelId="{8D5EDF1B-C387-420D-9E8C-C6FA1D94CE89}" type="presParOf" srcId="{6B6050F2-81D7-47B7-845C-D577E0BA2543}" destId="{A3B40C4B-C770-42DC-87A0-53BA6E47AD0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4E44DA-72C8-4166-9FC2-5BE5A34F4706}" type="doc">
      <dgm:prSet loTypeId="urn:microsoft.com/office/officeart/2005/8/layout/orgChart1" loCatId="hierarchy" qsTypeId="urn:microsoft.com/office/officeart/2005/8/quickstyle/simple1#5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B3D9E524-775E-47B2-BF96-1EE480A86413}">
      <dgm:prSet phldrT="[Texto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s-CO" b="1" dirty="0">
              <a:solidFill>
                <a:schemeClr val="accent5"/>
              </a:solidFill>
            </a:rPr>
            <a:t>1. Asignar capital de Riesgo</a:t>
          </a:r>
        </a:p>
        <a:p>
          <a:r>
            <a:rPr lang="es-CO" b="0" noProof="0" dirty="0">
              <a:solidFill>
                <a:schemeClr val="accent5"/>
              </a:solidFill>
            </a:rPr>
            <a:t>Cuanto voy a arriesgar</a:t>
          </a:r>
        </a:p>
      </dgm:t>
    </dgm:pt>
    <dgm:pt modelId="{C3F0C396-3FA7-429C-8903-92D56ED6D9E9}" type="parTrans" cxnId="{AAD34163-86D8-4D10-8340-89DB1BDEBF19}">
      <dgm:prSet/>
      <dgm:spPr/>
      <dgm:t>
        <a:bodyPr/>
        <a:lstStyle/>
        <a:p>
          <a:endParaRPr lang="en-US"/>
        </a:p>
      </dgm:t>
    </dgm:pt>
    <dgm:pt modelId="{3057729A-EDDD-47C1-820F-EA1A3163C1FC}" type="sibTrans" cxnId="{AAD34163-86D8-4D10-8340-89DB1BDEBF19}">
      <dgm:prSet/>
      <dgm:spPr/>
      <dgm:t>
        <a:bodyPr/>
        <a:lstStyle/>
        <a:p>
          <a:endParaRPr lang="en-US"/>
        </a:p>
      </dgm:t>
    </dgm:pt>
    <dgm:pt modelId="{E8F002F3-3AA7-4C65-8BA5-DC72D7D60AA7}">
      <dgm:prSet phldrT="[Texto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s-CO" b="1" dirty="0">
              <a:solidFill>
                <a:schemeClr val="accent5"/>
              </a:solidFill>
            </a:rPr>
            <a:t>2. No perder dinero: </a:t>
          </a:r>
        </a:p>
        <a:p>
          <a:r>
            <a:rPr lang="es-CO" dirty="0">
              <a:solidFill>
                <a:schemeClr val="accent5"/>
              </a:solidFill>
            </a:rPr>
            <a:t>Cuanto riesgo voy a usar </a:t>
          </a:r>
        </a:p>
        <a:p>
          <a:r>
            <a:rPr lang="es-CO" dirty="0">
              <a:solidFill>
                <a:schemeClr val="accent5"/>
              </a:solidFill>
            </a:rPr>
            <a:t>(</a:t>
          </a:r>
          <a:r>
            <a:rPr lang="es-CO" dirty="0" err="1">
              <a:solidFill>
                <a:schemeClr val="accent5"/>
              </a:solidFill>
            </a:rPr>
            <a:t>risk</a:t>
          </a:r>
          <a:r>
            <a:rPr lang="es-CO" dirty="0">
              <a:solidFill>
                <a:schemeClr val="accent5"/>
              </a:solidFill>
            </a:rPr>
            <a:t>)</a:t>
          </a:r>
          <a:endParaRPr lang="en-US" dirty="0">
            <a:solidFill>
              <a:schemeClr val="accent5"/>
            </a:solidFill>
          </a:endParaRPr>
        </a:p>
      </dgm:t>
    </dgm:pt>
    <dgm:pt modelId="{E314F167-95B6-4408-90C3-A814C9FC8D66}" type="parTrans" cxnId="{392A52A0-E0E2-43D7-8788-DCAFC260048C}">
      <dgm:prSet/>
      <dgm:spPr/>
      <dgm:t>
        <a:bodyPr/>
        <a:lstStyle/>
        <a:p>
          <a:endParaRPr lang="en-US"/>
        </a:p>
      </dgm:t>
    </dgm:pt>
    <dgm:pt modelId="{D52E802E-850F-48D1-873F-6FB0842E01C0}" type="sibTrans" cxnId="{392A52A0-E0E2-43D7-8788-DCAFC260048C}">
      <dgm:prSet/>
      <dgm:spPr/>
      <dgm:t>
        <a:bodyPr/>
        <a:lstStyle/>
        <a:p>
          <a:endParaRPr lang="en-US"/>
        </a:p>
      </dgm:t>
    </dgm:pt>
    <dgm:pt modelId="{9174F79C-F592-4A8D-B249-972A94514DF4}">
      <dgm:prSet phldrT="[Texto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s-CO" b="1" dirty="0">
              <a:solidFill>
                <a:schemeClr val="accent5"/>
              </a:solidFill>
            </a:rPr>
            <a:t>3. Ganar lo que mas podamos: </a:t>
          </a:r>
        </a:p>
        <a:p>
          <a:r>
            <a:rPr lang="es-CO" b="0" dirty="0">
              <a:solidFill>
                <a:schemeClr val="accent5"/>
              </a:solidFill>
            </a:rPr>
            <a:t>Potencial de ganancia </a:t>
          </a:r>
        </a:p>
        <a:p>
          <a:r>
            <a:rPr lang="en-US" b="0" dirty="0">
              <a:solidFill>
                <a:schemeClr val="accent5"/>
              </a:solidFill>
            </a:rPr>
            <a:t>(Reward)</a:t>
          </a:r>
        </a:p>
      </dgm:t>
    </dgm:pt>
    <dgm:pt modelId="{CBAFF589-F97C-49CF-8DA6-205CD843494F}" type="parTrans" cxnId="{86FCAD9F-6F4B-46DF-AE84-CBF5554570FC}">
      <dgm:prSet/>
      <dgm:spPr/>
      <dgm:t>
        <a:bodyPr/>
        <a:lstStyle/>
        <a:p>
          <a:endParaRPr lang="en-US"/>
        </a:p>
      </dgm:t>
    </dgm:pt>
    <dgm:pt modelId="{FFFA02C3-AFEB-49F9-BAF4-56A1EA92C490}" type="sibTrans" cxnId="{86FCAD9F-6F4B-46DF-AE84-CBF5554570FC}">
      <dgm:prSet/>
      <dgm:spPr/>
      <dgm:t>
        <a:bodyPr/>
        <a:lstStyle/>
        <a:p>
          <a:endParaRPr lang="en-US"/>
        </a:p>
      </dgm:t>
    </dgm:pt>
    <dgm:pt modelId="{73F36F85-EE2B-44B5-BE37-F832700000F8}" type="pres">
      <dgm:prSet presAssocID="{0E4E44DA-72C8-4166-9FC2-5BE5A34F47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B6050F2-81D7-47B7-845C-D577E0BA2543}" type="pres">
      <dgm:prSet presAssocID="{B3D9E524-775E-47B2-BF96-1EE480A86413}" presName="hierRoot1" presStyleCnt="0">
        <dgm:presLayoutVars>
          <dgm:hierBranch val="init"/>
        </dgm:presLayoutVars>
      </dgm:prSet>
      <dgm:spPr/>
    </dgm:pt>
    <dgm:pt modelId="{B257B6A4-0B04-4ECC-9BF8-1D2DB9E480D9}" type="pres">
      <dgm:prSet presAssocID="{B3D9E524-775E-47B2-BF96-1EE480A86413}" presName="rootComposite1" presStyleCnt="0"/>
      <dgm:spPr/>
    </dgm:pt>
    <dgm:pt modelId="{D7DD3725-5470-4E88-ACFB-1081EECCF2A0}" type="pres">
      <dgm:prSet presAssocID="{B3D9E524-775E-47B2-BF96-1EE480A86413}" presName="rootText1" presStyleLbl="node0" presStyleIdx="0" presStyleCnt="1" custScaleX="142142">
        <dgm:presLayoutVars>
          <dgm:chPref val="3"/>
        </dgm:presLayoutVars>
      </dgm:prSet>
      <dgm:spPr/>
    </dgm:pt>
    <dgm:pt modelId="{CDE5CC24-9A8A-4E31-A3B7-1535AC3C28A2}" type="pres">
      <dgm:prSet presAssocID="{B3D9E524-775E-47B2-BF96-1EE480A86413}" presName="rootConnector1" presStyleLbl="node1" presStyleIdx="0" presStyleCnt="0"/>
      <dgm:spPr/>
    </dgm:pt>
    <dgm:pt modelId="{A59F2858-1CB2-4FBF-8520-988B14C8FD14}" type="pres">
      <dgm:prSet presAssocID="{B3D9E524-775E-47B2-BF96-1EE480A86413}" presName="hierChild2" presStyleCnt="0"/>
      <dgm:spPr/>
    </dgm:pt>
    <dgm:pt modelId="{4B93D686-DF88-45AA-B732-A12CC1ECC28E}" type="pres">
      <dgm:prSet presAssocID="{E314F167-95B6-4408-90C3-A814C9FC8D66}" presName="Name37" presStyleLbl="parChTrans1D2" presStyleIdx="0" presStyleCnt="2"/>
      <dgm:spPr/>
    </dgm:pt>
    <dgm:pt modelId="{62D8AB6C-9968-491B-9AEF-1815F938AD93}" type="pres">
      <dgm:prSet presAssocID="{E8F002F3-3AA7-4C65-8BA5-DC72D7D60AA7}" presName="hierRoot2" presStyleCnt="0">
        <dgm:presLayoutVars>
          <dgm:hierBranch val="init"/>
        </dgm:presLayoutVars>
      </dgm:prSet>
      <dgm:spPr/>
    </dgm:pt>
    <dgm:pt modelId="{35915F69-C544-4052-84B4-E2E754E58269}" type="pres">
      <dgm:prSet presAssocID="{E8F002F3-3AA7-4C65-8BA5-DC72D7D60AA7}" presName="rootComposite" presStyleCnt="0"/>
      <dgm:spPr/>
    </dgm:pt>
    <dgm:pt modelId="{9F5DCC8E-091D-4913-9F57-1EFA8A6CA735}" type="pres">
      <dgm:prSet presAssocID="{E8F002F3-3AA7-4C65-8BA5-DC72D7D60AA7}" presName="rootText" presStyleLbl="node2" presStyleIdx="0" presStyleCnt="2" custScaleX="127742">
        <dgm:presLayoutVars>
          <dgm:chPref val="3"/>
        </dgm:presLayoutVars>
      </dgm:prSet>
      <dgm:spPr/>
    </dgm:pt>
    <dgm:pt modelId="{BF6A1B8E-6569-4C43-B435-B2A2CB0458C9}" type="pres">
      <dgm:prSet presAssocID="{E8F002F3-3AA7-4C65-8BA5-DC72D7D60AA7}" presName="rootConnector" presStyleLbl="node2" presStyleIdx="0" presStyleCnt="2"/>
      <dgm:spPr/>
    </dgm:pt>
    <dgm:pt modelId="{F389B143-8B69-4EF4-8162-3578CE18DD09}" type="pres">
      <dgm:prSet presAssocID="{E8F002F3-3AA7-4C65-8BA5-DC72D7D60AA7}" presName="hierChild4" presStyleCnt="0"/>
      <dgm:spPr/>
    </dgm:pt>
    <dgm:pt modelId="{47F91CCC-8E5E-4308-87D2-9825FF36E85B}" type="pres">
      <dgm:prSet presAssocID="{E8F002F3-3AA7-4C65-8BA5-DC72D7D60AA7}" presName="hierChild5" presStyleCnt="0"/>
      <dgm:spPr/>
    </dgm:pt>
    <dgm:pt modelId="{206F5A5F-1064-4AB9-B0A0-C65D05569BBF}" type="pres">
      <dgm:prSet presAssocID="{CBAFF589-F97C-49CF-8DA6-205CD843494F}" presName="Name37" presStyleLbl="parChTrans1D2" presStyleIdx="1" presStyleCnt="2"/>
      <dgm:spPr/>
    </dgm:pt>
    <dgm:pt modelId="{0B0C3B59-3181-439B-9184-CA79ABB477B8}" type="pres">
      <dgm:prSet presAssocID="{9174F79C-F592-4A8D-B249-972A94514DF4}" presName="hierRoot2" presStyleCnt="0">
        <dgm:presLayoutVars>
          <dgm:hierBranch val="init"/>
        </dgm:presLayoutVars>
      </dgm:prSet>
      <dgm:spPr/>
    </dgm:pt>
    <dgm:pt modelId="{C406A08D-FD08-47CC-8046-EE23890EE14B}" type="pres">
      <dgm:prSet presAssocID="{9174F79C-F592-4A8D-B249-972A94514DF4}" presName="rootComposite" presStyleCnt="0"/>
      <dgm:spPr/>
    </dgm:pt>
    <dgm:pt modelId="{F7D298BC-04DB-470A-BB91-CF014E4DDDDC}" type="pres">
      <dgm:prSet presAssocID="{9174F79C-F592-4A8D-B249-972A94514DF4}" presName="rootText" presStyleLbl="node2" presStyleIdx="1" presStyleCnt="2" custScaleX="127742">
        <dgm:presLayoutVars>
          <dgm:chPref val="3"/>
        </dgm:presLayoutVars>
      </dgm:prSet>
      <dgm:spPr/>
    </dgm:pt>
    <dgm:pt modelId="{A50C8C6F-FCAE-4504-AC43-50A544E6CCF0}" type="pres">
      <dgm:prSet presAssocID="{9174F79C-F592-4A8D-B249-972A94514DF4}" presName="rootConnector" presStyleLbl="node2" presStyleIdx="1" presStyleCnt="2"/>
      <dgm:spPr/>
    </dgm:pt>
    <dgm:pt modelId="{5231E330-116A-4618-8713-BEE4670F0D22}" type="pres">
      <dgm:prSet presAssocID="{9174F79C-F592-4A8D-B249-972A94514DF4}" presName="hierChild4" presStyleCnt="0"/>
      <dgm:spPr/>
    </dgm:pt>
    <dgm:pt modelId="{53EDF154-24A9-42C9-82E1-E5342DFF5436}" type="pres">
      <dgm:prSet presAssocID="{9174F79C-F592-4A8D-B249-972A94514DF4}" presName="hierChild5" presStyleCnt="0"/>
      <dgm:spPr/>
    </dgm:pt>
    <dgm:pt modelId="{A3B40C4B-C770-42DC-87A0-53BA6E47AD02}" type="pres">
      <dgm:prSet presAssocID="{B3D9E524-775E-47B2-BF96-1EE480A86413}" presName="hierChild3" presStyleCnt="0"/>
      <dgm:spPr/>
    </dgm:pt>
  </dgm:ptLst>
  <dgm:cxnLst>
    <dgm:cxn modelId="{60319323-F858-4CC5-A774-8445CC614CEF}" type="presOf" srcId="{CBAFF589-F97C-49CF-8DA6-205CD843494F}" destId="{206F5A5F-1064-4AB9-B0A0-C65D05569BBF}" srcOrd="0" destOrd="0" presId="urn:microsoft.com/office/officeart/2005/8/layout/orgChart1"/>
    <dgm:cxn modelId="{27180F5B-FC42-4DD6-98EC-D305BBB80390}" type="presOf" srcId="{E8F002F3-3AA7-4C65-8BA5-DC72D7D60AA7}" destId="{9F5DCC8E-091D-4913-9F57-1EFA8A6CA735}" srcOrd="0" destOrd="0" presId="urn:microsoft.com/office/officeart/2005/8/layout/orgChart1"/>
    <dgm:cxn modelId="{AAD34163-86D8-4D10-8340-89DB1BDEBF19}" srcId="{0E4E44DA-72C8-4166-9FC2-5BE5A34F4706}" destId="{B3D9E524-775E-47B2-BF96-1EE480A86413}" srcOrd="0" destOrd="0" parTransId="{C3F0C396-3FA7-429C-8903-92D56ED6D9E9}" sibTransId="{3057729A-EDDD-47C1-820F-EA1A3163C1FC}"/>
    <dgm:cxn modelId="{AD140C82-4307-4AE5-90B7-F992E7364379}" type="presOf" srcId="{0E4E44DA-72C8-4166-9FC2-5BE5A34F4706}" destId="{73F36F85-EE2B-44B5-BE37-F832700000F8}" srcOrd="0" destOrd="0" presId="urn:microsoft.com/office/officeart/2005/8/layout/orgChart1"/>
    <dgm:cxn modelId="{86FCAD9F-6F4B-46DF-AE84-CBF5554570FC}" srcId="{B3D9E524-775E-47B2-BF96-1EE480A86413}" destId="{9174F79C-F592-4A8D-B249-972A94514DF4}" srcOrd="1" destOrd="0" parTransId="{CBAFF589-F97C-49CF-8DA6-205CD843494F}" sibTransId="{FFFA02C3-AFEB-49F9-BAF4-56A1EA92C490}"/>
    <dgm:cxn modelId="{392A52A0-E0E2-43D7-8788-DCAFC260048C}" srcId="{B3D9E524-775E-47B2-BF96-1EE480A86413}" destId="{E8F002F3-3AA7-4C65-8BA5-DC72D7D60AA7}" srcOrd="0" destOrd="0" parTransId="{E314F167-95B6-4408-90C3-A814C9FC8D66}" sibTransId="{D52E802E-850F-48D1-873F-6FB0842E01C0}"/>
    <dgm:cxn modelId="{897220A9-BC63-4637-B7F9-CD25C0B6A9FB}" type="presOf" srcId="{E314F167-95B6-4408-90C3-A814C9FC8D66}" destId="{4B93D686-DF88-45AA-B732-A12CC1ECC28E}" srcOrd="0" destOrd="0" presId="urn:microsoft.com/office/officeart/2005/8/layout/orgChart1"/>
    <dgm:cxn modelId="{577541AD-BB98-477E-AC67-831862643779}" type="presOf" srcId="{E8F002F3-3AA7-4C65-8BA5-DC72D7D60AA7}" destId="{BF6A1B8E-6569-4C43-B435-B2A2CB0458C9}" srcOrd="1" destOrd="0" presId="urn:microsoft.com/office/officeart/2005/8/layout/orgChart1"/>
    <dgm:cxn modelId="{627845C1-DA7F-4727-8E1A-5F3B65CCCCE0}" type="presOf" srcId="{9174F79C-F592-4A8D-B249-972A94514DF4}" destId="{F7D298BC-04DB-470A-BB91-CF014E4DDDDC}" srcOrd="0" destOrd="0" presId="urn:microsoft.com/office/officeart/2005/8/layout/orgChart1"/>
    <dgm:cxn modelId="{19F6E8DB-A834-4231-994D-FBC36B6FE53A}" type="presOf" srcId="{9174F79C-F592-4A8D-B249-972A94514DF4}" destId="{A50C8C6F-FCAE-4504-AC43-50A544E6CCF0}" srcOrd="1" destOrd="0" presId="urn:microsoft.com/office/officeart/2005/8/layout/orgChart1"/>
    <dgm:cxn modelId="{4BB8A2DC-8774-4105-8651-0BE57A1D82D8}" type="presOf" srcId="{B3D9E524-775E-47B2-BF96-1EE480A86413}" destId="{CDE5CC24-9A8A-4E31-A3B7-1535AC3C28A2}" srcOrd="1" destOrd="0" presId="urn:microsoft.com/office/officeart/2005/8/layout/orgChart1"/>
    <dgm:cxn modelId="{B0F2FEF0-8EA6-4CAA-8C70-36C6F350DB8B}" type="presOf" srcId="{B3D9E524-775E-47B2-BF96-1EE480A86413}" destId="{D7DD3725-5470-4E88-ACFB-1081EECCF2A0}" srcOrd="0" destOrd="0" presId="urn:microsoft.com/office/officeart/2005/8/layout/orgChart1"/>
    <dgm:cxn modelId="{C6039497-03DC-46B2-A6E0-98E1F7DC227B}" type="presParOf" srcId="{73F36F85-EE2B-44B5-BE37-F832700000F8}" destId="{6B6050F2-81D7-47B7-845C-D577E0BA2543}" srcOrd="0" destOrd="0" presId="urn:microsoft.com/office/officeart/2005/8/layout/orgChart1"/>
    <dgm:cxn modelId="{69F10B92-4C18-435F-BCE5-02020441045B}" type="presParOf" srcId="{6B6050F2-81D7-47B7-845C-D577E0BA2543}" destId="{B257B6A4-0B04-4ECC-9BF8-1D2DB9E480D9}" srcOrd="0" destOrd="0" presId="urn:microsoft.com/office/officeart/2005/8/layout/orgChart1"/>
    <dgm:cxn modelId="{C0731804-B2A0-406C-9FD8-96EE7156F58B}" type="presParOf" srcId="{B257B6A4-0B04-4ECC-9BF8-1D2DB9E480D9}" destId="{D7DD3725-5470-4E88-ACFB-1081EECCF2A0}" srcOrd="0" destOrd="0" presId="urn:microsoft.com/office/officeart/2005/8/layout/orgChart1"/>
    <dgm:cxn modelId="{D5894A1B-906B-45C0-AE5C-C863EE0C5E1B}" type="presParOf" srcId="{B257B6A4-0B04-4ECC-9BF8-1D2DB9E480D9}" destId="{CDE5CC24-9A8A-4E31-A3B7-1535AC3C28A2}" srcOrd="1" destOrd="0" presId="urn:microsoft.com/office/officeart/2005/8/layout/orgChart1"/>
    <dgm:cxn modelId="{7F52D035-2CE7-469F-981A-A3834B5DD937}" type="presParOf" srcId="{6B6050F2-81D7-47B7-845C-D577E0BA2543}" destId="{A59F2858-1CB2-4FBF-8520-988B14C8FD14}" srcOrd="1" destOrd="0" presId="urn:microsoft.com/office/officeart/2005/8/layout/orgChart1"/>
    <dgm:cxn modelId="{23A160C5-AD1C-4950-91D9-42882851A5C1}" type="presParOf" srcId="{A59F2858-1CB2-4FBF-8520-988B14C8FD14}" destId="{4B93D686-DF88-45AA-B732-A12CC1ECC28E}" srcOrd="0" destOrd="0" presId="urn:microsoft.com/office/officeart/2005/8/layout/orgChart1"/>
    <dgm:cxn modelId="{9D938EC9-985B-4406-BEAD-EE1260877069}" type="presParOf" srcId="{A59F2858-1CB2-4FBF-8520-988B14C8FD14}" destId="{62D8AB6C-9968-491B-9AEF-1815F938AD93}" srcOrd="1" destOrd="0" presId="urn:microsoft.com/office/officeart/2005/8/layout/orgChart1"/>
    <dgm:cxn modelId="{A71F9E3E-E76B-4EF3-9000-8BB8EB146902}" type="presParOf" srcId="{62D8AB6C-9968-491B-9AEF-1815F938AD93}" destId="{35915F69-C544-4052-84B4-E2E754E58269}" srcOrd="0" destOrd="0" presId="urn:microsoft.com/office/officeart/2005/8/layout/orgChart1"/>
    <dgm:cxn modelId="{18207D1D-B889-472C-AA97-A6E4C78D3A4A}" type="presParOf" srcId="{35915F69-C544-4052-84B4-E2E754E58269}" destId="{9F5DCC8E-091D-4913-9F57-1EFA8A6CA735}" srcOrd="0" destOrd="0" presId="urn:microsoft.com/office/officeart/2005/8/layout/orgChart1"/>
    <dgm:cxn modelId="{01E0968F-1366-4F03-B0F1-97F48516D0A4}" type="presParOf" srcId="{35915F69-C544-4052-84B4-E2E754E58269}" destId="{BF6A1B8E-6569-4C43-B435-B2A2CB0458C9}" srcOrd="1" destOrd="0" presId="urn:microsoft.com/office/officeart/2005/8/layout/orgChart1"/>
    <dgm:cxn modelId="{D14FF27C-CD4A-42CB-BFA4-04A27B0F3EA5}" type="presParOf" srcId="{62D8AB6C-9968-491B-9AEF-1815F938AD93}" destId="{F389B143-8B69-4EF4-8162-3578CE18DD09}" srcOrd="1" destOrd="0" presId="urn:microsoft.com/office/officeart/2005/8/layout/orgChart1"/>
    <dgm:cxn modelId="{350FC22E-2F11-4630-8F88-5698825B7567}" type="presParOf" srcId="{62D8AB6C-9968-491B-9AEF-1815F938AD93}" destId="{47F91CCC-8E5E-4308-87D2-9825FF36E85B}" srcOrd="2" destOrd="0" presId="urn:microsoft.com/office/officeart/2005/8/layout/orgChart1"/>
    <dgm:cxn modelId="{C19C8260-7FA5-49BE-9B9C-BE06681E2799}" type="presParOf" srcId="{A59F2858-1CB2-4FBF-8520-988B14C8FD14}" destId="{206F5A5F-1064-4AB9-B0A0-C65D05569BBF}" srcOrd="2" destOrd="0" presId="urn:microsoft.com/office/officeart/2005/8/layout/orgChart1"/>
    <dgm:cxn modelId="{75434F2A-AF40-48DB-9E7D-60585E2EE247}" type="presParOf" srcId="{A59F2858-1CB2-4FBF-8520-988B14C8FD14}" destId="{0B0C3B59-3181-439B-9184-CA79ABB477B8}" srcOrd="3" destOrd="0" presId="urn:microsoft.com/office/officeart/2005/8/layout/orgChart1"/>
    <dgm:cxn modelId="{3A3A2917-C708-4998-A485-653E7F1CDAD1}" type="presParOf" srcId="{0B0C3B59-3181-439B-9184-CA79ABB477B8}" destId="{C406A08D-FD08-47CC-8046-EE23890EE14B}" srcOrd="0" destOrd="0" presId="urn:microsoft.com/office/officeart/2005/8/layout/orgChart1"/>
    <dgm:cxn modelId="{22DAB3AB-427E-450B-89A3-182052F6BCB9}" type="presParOf" srcId="{C406A08D-FD08-47CC-8046-EE23890EE14B}" destId="{F7D298BC-04DB-470A-BB91-CF014E4DDDDC}" srcOrd="0" destOrd="0" presId="urn:microsoft.com/office/officeart/2005/8/layout/orgChart1"/>
    <dgm:cxn modelId="{59D50A31-79BA-4BEF-AF99-CD20051A1F07}" type="presParOf" srcId="{C406A08D-FD08-47CC-8046-EE23890EE14B}" destId="{A50C8C6F-FCAE-4504-AC43-50A544E6CCF0}" srcOrd="1" destOrd="0" presId="urn:microsoft.com/office/officeart/2005/8/layout/orgChart1"/>
    <dgm:cxn modelId="{9D8ABC6C-5DD4-4352-A516-78948915E4AC}" type="presParOf" srcId="{0B0C3B59-3181-439B-9184-CA79ABB477B8}" destId="{5231E330-116A-4618-8713-BEE4670F0D22}" srcOrd="1" destOrd="0" presId="urn:microsoft.com/office/officeart/2005/8/layout/orgChart1"/>
    <dgm:cxn modelId="{5F6A3A7D-01B3-49AF-A6DB-4ECD63F5958C}" type="presParOf" srcId="{0B0C3B59-3181-439B-9184-CA79ABB477B8}" destId="{53EDF154-24A9-42C9-82E1-E5342DFF5436}" srcOrd="2" destOrd="0" presId="urn:microsoft.com/office/officeart/2005/8/layout/orgChart1"/>
    <dgm:cxn modelId="{8D5EDF1B-C387-420D-9E8C-C6FA1D94CE89}" type="presParOf" srcId="{6B6050F2-81D7-47B7-845C-D577E0BA2543}" destId="{A3B40C4B-C770-42DC-87A0-53BA6E47AD0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E4E44DA-72C8-4166-9FC2-5BE5A34F4706}" type="doc">
      <dgm:prSet loTypeId="urn:microsoft.com/office/officeart/2005/8/layout/orgChart1" loCatId="hierarchy" qsTypeId="urn:microsoft.com/office/officeart/2005/8/quickstyle/simple1#5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B3D9E524-775E-47B2-BF96-1EE480A86413}">
      <dgm:prSet phldrT="[Texto]"/>
      <dgm:spPr>
        <a:solidFill>
          <a:schemeClr val="accent5"/>
        </a:solidFill>
      </dgm:spPr>
      <dgm:t>
        <a:bodyPr/>
        <a:lstStyle/>
        <a:p>
          <a:r>
            <a:rPr lang="es-CO" b="1" dirty="0">
              <a:solidFill>
                <a:schemeClr val="bg1"/>
              </a:solidFill>
            </a:rPr>
            <a:t>1. Asignar capital de Riesgo</a:t>
          </a:r>
        </a:p>
        <a:p>
          <a:r>
            <a:rPr lang="es-CO" b="0" noProof="0" dirty="0">
              <a:solidFill>
                <a:schemeClr val="bg1"/>
              </a:solidFill>
            </a:rPr>
            <a:t>Capital de riesgo y ganancias retenidas</a:t>
          </a:r>
        </a:p>
      </dgm:t>
    </dgm:pt>
    <dgm:pt modelId="{C3F0C396-3FA7-429C-8903-92D56ED6D9E9}" type="parTrans" cxnId="{AAD34163-86D8-4D10-8340-89DB1BDEBF19}">
      <dgm:prSet/>
      <dgm:spPr/>
      <dgm:t>
        <a:bodyPr/>
        <a:lstStyle/>
        <a:p>
          <a:endParaRPr lang="en-US"/>
        </a:p>
      </dgm:t>
    </dgm:pt>
    <dgm:pt modelId="{3057729A-EDDD-47C1-820F-EA1A3163C1FC}" type="sibTrans" cxnId="{AAD34163-86D8-4D10-8340-89DB1BDEBF19}">
      <dgm:prSet/>
      <dgm:spPr/>
      <dgm:t>
        <a:bodyPr/>
        <a:lstStyle/>
        <a:p>
          <a:endParaRPr lang="en-US"/>
        </a:p>
      </dgm:t>
    </dgm:pt>
    <dgm:pt modelId="{E8F002F3-3AA7-4C65-8BA5-DC72D7D60AA7}">
      <dgm:prSet phldrT="[Texto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s-CO" b="1" dirty="0">
              <a:solidFill>
                <a:schemeClr val="accent5"/>
              </a:solidFill>
            </a:rPr>
            <a:t>2. No perder dinero: </a:t>
          </a:r>
        </a:p>
        <a:p>
          <a:r>
            <a:rPr lang="es-CO" dirty="0">
              <a:solidFill>
                <a:schemeClr val="accent5"/>
              </a:solidFill>
            </a:rPr>
            <a:t>Cuanto riesgo voy a usar </a:t>
          </a:r>
        </a:p>
        <a:p>
          <a:r>
            <a:rPr lang="es-CO" dirty="0">
              <a:solidFill>
                <a:schemeClr val="accent5"/>
              </a:solidFill>
            </a:rPr>
            <a:t>(</a:t>
          </a:r>
          <a:r>
            <a:rPr lang="es-CO" dirty="0" err="1">
              <a:solidFill>
                <a:schemeClr val="accent5"/>
              </a:solidFill>
            </a:rPr>
            <a:t>risk</a:t>
          </a:r>
          <a:r>
            <a:rPr lang="es-CO" dirty="0">
              <a:solidFill>
                <a:schemeClr val="accent5"/>
              </a:solidFill>
            </a:rPr>
            <a:t>)</a:t>
          </a:r>
          <a:endParaRPr lang="en-US" dirty="0">
            <a:solidFill>
              <a:schemeClr val="accent5"/>
            </a:solidFill>
          </a:endParaRPr>
        </a:p>
      </dgm:t>
    </dgm:pt>
    <dgm:pt modelId="{E314F167-95B6-4408-90C3-A814C9FC8D66}" type="parTrans" cxnId="{392A52A0-E0E2-43D7-8788-DCAFC260048C}">
      <dgm:prSet/>
      <dgm:spPr/>
      <dgm:t>
        <a:bodyPr/>
        <a:lstStyle/>
        <a:p>
          <a:endParaRPr lang="en-US"/>
        </a:p>
      </dgm:t>
    </dgm:pt>
    <dgm:pt modelId="{D52E802E-850F-48D1-873F-6FB0842E01C0}" type="sibTrans" cxnId="{392A52A0-E0E2-43D7-8788-DCAFC260048C}">
      <dgm:prSet/>
      <dgm:spPr/>
      <dgm:t>
        <a:bodyPr/>
        <a:lstStyle/>
        <a:p>
          <a:endParaRPr lang="en-US"/>
        </a:p>
      </dgm:t>
    </dgm:pt>
    <dgm:pt modelId="{9174F79C-F592-4A8D-B249-972A94514DF4}">
      <dgm:prSet phldrT="[Texto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s-CO" b="1" dirty="0">
              <a:solidFill>
                <a:schemeClr val="accent5"/>
              </a:solidFill>
            </a:rPr>
            <a:t>3. Ganar lo que mas podamos: </a:t>
          </a:r>
        </a:p>
        <a:p>
          <a:r>
            <a:rPr lang="es-CO" b="0" dirty="0">
              <a:solidFill>
                <a:schemeClr val="accent5"/>
              </a:solidFill>
            </a:rPr>
            <a:t>Potencial de ganancia </a:t>
          </a:r>
        </a:p>
        <a:p>
          <a:r>
            <a:rPr lang="en-US" b="0" dirty="0">
              <a:solidFill>
                <a:schemeClr val="accent5"/>
              </a:solidFill>
            </a:rPr>
            <a:t>(Reward)</a:t>
          </a:r>
        </a:p>
      </dgm:t>
    </dgm:pt>
    <dgm:pt modelId="{CBAFF589-F97C-49CF-8DA6-205CD843494F}" type="parTrans" cxnId="{86FCAD9F-6F4B-46DF-AE84-CBF5554570FC}">
      <dgm:prSet/>
      <dgm:spPr/>
      <dgm:t>
        <a:bodyPr/>
        <a:lstStyle/>
        <a:p>
          <a:endParaRPr lang="en-US"/>
        </a:p>
      </dgm:t>
    </dgm:pt>
    <dgm:pt modelId="{FFFA02C3-AFEB-49F9-BAF4-56A1EA92C490}" type="sibTrans" cxnId="{86FCAD9F-6F4B-46DF-AE84-CBF5554570FC}">
      <dgm:prSet/>
      <dgm:spPr/>
      <dgm:t>
        <a:bodyPr/>
        <a:lstStyle/>
        <a:p>
          <a:endParaRPr lang="en-US"/>
        </a:p>
      </dgm:t>
    </dgm:pt>
    <dgm:pt modelId="{73F36F85-EE2B-44B5-BE37-F832700000F8}" type="pres">
      <dgm:prSet presAssocID="{0E4E44DA-72C8-4166-9FC2-5BE5A34F47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B6050F2-81D7-47B7-845C-D577E0BA2543}" type="pres">
      <dgm:prSet presAssocID="{B3D9E524-775E-47B2-BF96-1EE480A86413}" presName="hierRoot1" presStyleCnt="0">
        <dgm:presLayoutVars>
          <dgm:hierBranch val="init"/>
        </dgm:presLayoutVars>
      </dgm:prSet>
      <dgm:spPr/>
    </dgm:pt>
    <dgm:pt modelId="{B257B6A4-0B04-4ECC-9BF8-1D2DB9E480D9}" type="pres">
      <dgm:prSet presAssocID="{B3D9E524-775E-47B2-BF96-1EE480A86413}" presName="rootComposite1" presStyleCnt="0"/>
      <dgm:spPr/>
    </dgm:pt>
    <dgm:pt modelId="{D7DD3725-5470-4E88-ACFB-1081EECCF2A0}" type="pres">
      <dgm:prSet presAssocID="{B3D9E524-775E-47B2-BF96-1EE480A86413}" presName="rootText1" presStyleLbl="node0" presStyleIdx="0" presStyleCnt="1" custScaleX="142142">
        <dgm:presLayoutVars>
          <dgm:chPref val="3"/>
        </dgm:presLayoutVars>
      </dgm:prSet>
      <dgm:spPr/>
    </dgm:pt>
    <dgm:pt modelId="{CDE5CC24-9A8A-4E31-A3B7-1535AC3C28A2}" type="pres">
      <dgm:prSet presAssocID="{B3D9E524-775E-47B2-BF96-1EE480A86413}" presName="rootConnector1" presStyleLbl="node1" presStyleIdx="0" presStyleCnt="0"/>
      <dgm:spPr/>
    </dgm:pt>
    <dgm:pt modelId="{A59F2858-1CB2-4FBF-8520-988B14C8FD14}" type="pres">
      <dgm:prSet presAssocID="{B3D9E524-775E-47B2-BF96-1EE480A86413}" presName="hierChild2" presStyleCnt="0"/>
      <dgm:spPr/>
    </dgm:pt>
    <dgm:pt modelId="{4B93D686-DF88-45AA-B732-A12CC1ECC28E}" type="pres">
      <dgm:prSet presAssocID="{E314F167-95B6-4408-90C3-A814C9FC8D66}" presName="Name37" presStyleLbl="parChTrans1D2" presStyleIdx="0" presStyleCnt="2"/>
      <dgm:spPr/>
    </dgm:pt>
    <dgm:pt modelId="{62D8AB6C-9968-491B-9AEF-1815F938AD93}" type="pres">
      <dgm:prSet presAssocID="{E8F002F3-3AA7-4C65-8BA5-DC72D7D60AA7}" presName="hierRoot2" presStyleCnt="0">
        <dgm:presLayoutVars>
          <dgm:hierBranch val="init"/>
        </dgm:presLayoutVars>
      </dgm:prSet>
      <dgm:spPr/>
    </dgm:pt>
    <dgm:pt modelId="{35915F69-C544-4052-84B4-E2E754E58269}" type="pres">
      <dgm:prSet presAssocID="{E8F002F3-3AA7-4C65-8BA5-DC72D7D60AA7}" presName="rootComposite" presStyleCnt="0"/>
      <dgm:spPr/>
    </dgm:pt>
    <dgm:pt modelId="{9F5DCC8E-091D-4913-9F57-1EFA8A6CA735}" type="pres">
      <dgm:prSet presAssocID="{E8F002F3-3AA7-4C65-8BA5-DC72D7D60AA7}" presName="rootText" presStyleLbl="node2" presStyleIdx="0" presStyleCnt="2" custScaleX="127742">
        <dgm:presLayoutVars>
          <dgm:chPref val="3"/>
        </dgm:presLayoutVars>
      </dgm:prSet>
      <dgm:spPr/>
    </dgm:pt>
    <dgm:pt modelId="{BF6A1B8E-6569-4C43-B435-B2A2CB0458C9}" type="pres">
      <dgm:prSet presAssocID="{E8F002F3-3AA7-4C65-8BA5-DC72D7D60AA7}" presName="rootConnector" presStyleLbl="node2" presStyleIdx="0" presStyleCnt="2"/>
      <dgm:spPr/>
    </dgm:pt>
    <dgm:pt modelId="{F389B143-8B69-4EF4-8162-3578CE18DD09}" type="pres">
      <dgm:prSet presAssocID="{E8F002F3-3AA7-4C65-8BA5-DC72D7D60AA7}" presName="hierChild4" presStyleCnt="0"/>
      <dgm:spPr/>
    </dgm:pt>
    <dgm:pt modelId="{47F91CCC-8E5E-4308-87D2-9825FF36E85B}" type="pres">
      <dgm:prSet presAssocID="{E8F002F3-3AA7-4C65-8BA5-DC72D7D60AA7}" presName="hierChild5" presStyleCnt="0"/>
      <dgm:spPr/>
    </dgm:pt>
    <dgm:pt modelId="{206F5A5F-1064-4AB9-B0A0-C65D05569BBF}" type="pres">
      <dgm:prSet presAssocID="{CBAFF589-F97C-49CF-8DA6-205CD843494F}" presName="Name37" presStyleLbl="parChTrans1D2" presStyleIdx="1" presStyleCnt="2"/>
      <dgm:spPr/>
    </dgm:pt>
    <dgm:pt modelId="{0B0C3B59-3181-439B-9184-CA79ABB477B8}" type="pres">
      <dgm:prSet presAssocID="{9174F79C-F592-4A8D-B249-972A94514DF4}" presName="hierRoot2" presStyleCnt="0">
        <dgm:presLayoutVars>
          <dgm:hierBranch val="init"/>
        </dgm:presLayoutVars>
      </dgm:prSet>
      <dgm:spPr/>
    </dgm:pt>
    <dgm:pt modelId="{C406A08D-FD08-47CC-8046-EE23890EE14B}" type="pres">
      <dgm:prSet presAssocID="{9174F79C-F592-4A8D-B249-972A94514DF4}" presName="rootComposite" presStyleCnt="0"/>
      <dgm:spPr/>
    </dgm:pt>
    <dgm:pt modelId="{F7D298BC-04DB-470A-BB91-CF014E4DDDDC}" type="pres">
      <dgm:prSet presAssocID="{9174F79C-F592-4A8D-B249-972A94514DF4}" presName="rootText" presStyleLbl="node2" presStyleIdx="1" presStyleCnt="2" custScaleX="127742">
        <dgm:presLayoutVars>
          <dgm:chPref val="3"/>
        </dgm:presLayoutVars>
      </dgm:prSet>
      <dgm:spPr/>
    </dgm:pt>
    <dgm:pt modelId="{A50C8C6F-FCAE-4504-AC43-50A544E6CCF0}" type="pres">
      <dgm:prSet presAssocID="{9174F79C-F592-4A8D-B249-972A94514DF4}" presName="rootConnector" presStyleLbl="node2" presStyleIdx="1" presStyleCnt="2"/>
      <dgm:spPr/>
    </dgm:pt>
    <dgm:pt modelId="{5231E330-116A-4618-8713-BEE4670F0D22}" type="pres">
      <dgm:prSet presAssocID="{9174F79C-F592-4A8D-B249-972A94514DF4}" presName="hierChild4" presStyleCnt="0"/>
      <dgm:spPr/>
    </dgm:pt>
    <dgm:pt modelId="{53EDF154-24A9-42C9-82E1-E5342DFF5436}" type="pres">
      <dgm:prSet presAssocID="{9174F79C-F592-4A8D-B249-972A94514DF4}" presName="hierChild5" presStyleCnt="0"/>
      <dgm:spPr/>
    </dgm:pt>
    <dgm:pt modelId="{A3B40C4B-C770-42DC-87A0-53BA6E47AD02}" type="pres">
      <dgm:prSet presAssocID="{B3D9E524-775E-47B2-BF96-1EE480A86413}" presName="hierChild3" presStyleCnt="0"/>
      <dgm:spPr/>
    </dgm:pt>
  </dgm:ptLst>
  <dgm:cxnLst>
    <dgm:cxn modelId="{60319323-F858-4CC5-A774-8445CC614CEF}" type="presOf" srcId="{CBAFF589-F97C-49CF-8DA6-205CD843494F}" destId="{206F5A5F-1064-4AB9-B0A0-C65D05569BBF}" srcOrd="0" destOrd="0" presId="urn:microsoft.com/office/officeart/2005/8/layout/orgChart1"/>
    <dgm:cxn modelId="{27180F5B-FC42-4DD6-98EC-D305BBB80390}" type="presOf" srcId="{E8F002F3-3AA7-4C65-8BA5-DC72D7D60AA7}" destId="{9F5DCC8E-091D-4913-9F57-1EFA8A6CA735}" srcOrd="0" destOrd="0" presId="urn:microsoft.com/office/officeart/2005/8/layout/orgChart1"/>
    <dgm:cxn modelId="{AAD34163-86D8-4D10-8340-89DB1BDEBF19}" srcId="{0E4E44DA-72C8-4166-9FC2-5BE5A34F4706}" destId="{B3D9E524-775E-47B2-BF96-1EE480A86413}" srcOrd="0" destOrd="0" parTransId="{C3F0C396-3FA7-429C-8903-92D56ED6D9E9}" sibTransId="{3057729A-EDDD-47C1-820F-EA1A3163C1FC}"/>
    <dgm:cxn modelId="{AD140C82-4307-4AE5-90B7-F992E7364379}" type="presOf" srcId="{0E4E44DA-72C8-4166-9FC2-5BE5A34F4706}" destId="{73F36F85-EE2B-44B5-BE37-F832700000F8}" srcOrd="0" destOrd="0" presId="urn:microsoft.com/office/officeart/2005/8/layout/orgChart1"/>
    <dgm:cxn modelId="{86FCAD9F-6F4B-46DF-AE84-CBF5554570FC}" srcId="{B3D9E524-775E-47B2-BF96-1EE480A86413}" destId="{9174F79C-F592-4A8D-B249-972A94514DF4}" srcOrd="1" destOrd="0" parTransId="{CBAFF589-F97C-49CF-8DA6-205CD843494F}" sibTransId="{FFFA02C3-AFEB-49F9-BAF4-56A1EA92C490}"/>
    <dgm:cxn modelId="{392A52A0-E0E2-43D7-8788-DCAFC260048C}" srcId="{B3D9E524-775E-47B2-BF96-1EE480A86413}" destId="{E8F002F3-3AA7-4C65-8BA5-DC72D7D60AA7}" srcOrd="0" destOrd="0" parTransId="{E314F167-95B6-4408-90C3-A814C9FC8D66}" sibTransId="{D52E802E-850F-48D1-873F-6FB0842E01C0}"/>
    <dgm:cxn modelId="{897220A9-BC63-4637-B7F9-CD25C0B6A9FB}" type="presOf" srcId="{E314F167-95B6-4408-90C3-A814C9FC8D66}" destId="{4B93D686-DF88-45AA-B732-A12CC1ECC28E}" srcOrd="0" destOrd="0" presId="urn:microsoft.com/office/officeart/2005/8/layout/orgChart1"/>
    <dgm:cxn modelId="{577541AD-BB98-477E-AC67-831862643779}" type="presOf" srcId="{E8F002F3-3AA7-4C65-8BA5-DC72D7D60AA7}" destId="{BF6A1B8E-6569-4C43-B435-B2A2CB0458C9}" srcOrd="1" destOrd="0" presId="urn:microsoft.com/office/officeart/2005/8/layout/orgChart1"/>
    <dgm:cxn modelId="{627845C1-DA7F-4727-8E1A-5F3B65CCCCE0}" type="presOf" srcId="{9174F79C-F592-4A8D-B249-972A94514DF4}" destId="{F7D298BC-04DB-470A-BB91-CF014E4DDDDC}" srcOrd="0" destOrd="0" presId="urn:microsoft.com/office/officeart/2005/8/layout/orgChart1"/>
    <dgm:cxn modelId="{19F6E8DB-A834-4231-994D-FBC36B6FE53A}" type="presOf" srcId="{9174F79C-F592-4A8D-B249-972A94514DF4}" destId="{A50C8C6F-FCAE-4504-AC43-50A544E6CCF0}" srcOrd="1" destOrd="0" presId="urn:microsoft.com/office/officeart/2005/8/layout/orgChart1"/>
    <dgm:cxn modelId="{4BB8A2DC-8774-4105-8651-0BE57A1D82D8}" type="presOf" srcId="{B3D9E524-775E-47B2-BF96-1EE480A86413}" destId="{CDE5CC24-9A8A-4E31-A3B7-1535AC3C28A2}" srcOrd="1" destOrd="0" presId="urn:microsoft.com/office/officeart/2005/8/layout/orgChart1"/>
    <dgm:cxn modelId="{B0F2FEF0-8EA6-4CAA-8C70-36C6F350DB8B}" type="presOf" srcId="{B3D9E524-775E-47B2-BF96-1EE480A86413}" destId="{D7DD3725-5470-4E88-ACFB-1081EECCF2A0}" srcOrd="0" destOrd="0" presId="urn:microsoft.com/office/officeart/2005/8/layout/orgChart1"/>
    <dgm:cxn modelId="{C6039497-03DC-46B2-A6E0-98E1F7DC227B}" type="presParOf" srcId="{73F36F85-EE2B-44B5-BE37-F832700000F8}" destId="{6B6050F2-81D7-47B7-845C-D577E0BA2543}" srcOrd="0" destOrd="0" presId="urn:microsoft.com/office/officeart/2005/8/layout/orgChart1"/>
    <dgm:cxn modelId="{69F10B92-4C18-435F-BCE5-02020441045B}" type="presParOf" srcId="{6B6050F2-81D7-47B7-845C-D577E0BA2543}" destId="{B257B6A4-0B04-4ECC-9BF8-1D2DB9E480D9}" srcOrd="0" destOrd="0" presId="urn:microsoft.com/office/officeart/2005/8/layout/orgChart1"/>
    <dgm:cxn modelId="{C0731804-B2A0-406C-9FD8-96EE7156F58B}" type="presParOf" srcId="{B257B6A4-0B04-4ECC-9BF8-1D2DB9E480D9}" destId="{D7DD3725-5470-4E88-ACFB-1081EECCF2A0}" srcOrd="0" destOrd="0" presId="urn:microsoft.com/office/officeart/2005/8/layout/orgChart1"/>
    <dgm:cxn modelId="{D5894A1B-906B-45C0-AE5C-C863EE0C5E1B}" type="presParOf" srcId="{B257B6A4-0B04-4ECC-9BF8-1D2DB9E480D9}" destId="{CDE5CC24-9A8A-4E31-A3B7-1535AC3C28A2}" srcOrd="1" destOrd="0" presId="urn:microsoft.com/office/officeart/2005/8/layout/orgChart1"/>
    <dgm:cxn modelId="{7F52D035-2CE7-469F-981A-A3834B5DD937}" type="presParOf" srcId="{6B6050F2-81D7-47B7-845C-D577E0BA2543}" destId="{A59F2858-1CB2-4FBF-8520-988B14C8FD14}" srcOrd="1" destOrd="0" presId="urn:microsoft.com/office/officeart/2005/8/layout/orgChart1"/>
    <dgm:cxn modelId="{23A160C5-AD1C-4950-91D9-42882851A5C1}" type="presParOf" srcId="{A59F2858-1CB2-4FBF-8520-988B14C8FD14}" destId="{4B93D686-DF88-45AA-B732-A12CC1ECC28E}" srcOrd="0" destOrd="0" presId="urn:microsoft.com/office/officeart/2005/8/layout/orgChart1"/>
    <dgm:cxn modelId="{9D938EC9-985B-4406-BEAD-EE1260877069}" type="presParOf" srcId="{A59F2858-1CB2-4FBF-8520-988B14C8FD14}" destId="{62D8AB6C-9968-491B-9AEF-1815F938AD93}" srcOrd="1" destOrd="0" presId="urn:microsoft.com/office/officeart/2005/8/layout/orgChart1"/>
    <dgm:cxn modelId="{A71F9E3E-E76B-4EF3-9000-8BB8EB146902}" type="presParOf" srcId="{62D8AB6C-9968-491B-9AEF-1815F938AD93}" destId="{35915F69-C544-4052-84B4-E2E754E58269}" srcOrd="0" destOrd="0" presId="urn:microsoft.com/office/officeart/2005/8/layout/orgChart1"/>
    <dgm:cxn modelId="{18207D1D-B889-472C-AA97-A6E4C78D3A4A}" type="presParOf" srcId="{35915F69-C544-4052-84B4-E2E754E58269}" destId="{9F5DCC8E-091D-4913-9F57-1EFA8A6CA735}" srcOrd="0" destOrd="0" presId="urn:microsoft.com/office/officeart/2005/8/layout/orgChart1"/>
    <dgm:cxn modelId="{01E0968F-1366-4F03-B0F1-97F48516D0A4}" type="presParOf" srcId="{35915F69-C544-4052-84B4-E2E754E58269}" destId="{BF6A1B8E-6569-4C43-B435-B2A2CB0458C9}" srcOrd="1" destOrd="0" presId="urn:microsoft.com/office/officeart/2005/8/layout/orgChart1"/>
    <dgm:cxn modelId="{D14FF27C-CD4A-42CB-BFA4-04A27B0F3EA5}" type="presParOf" srcId="{62D8AB6C-9968-491B-9AEF-1815F938AD93}" destId="{F389B143-8B69-4EF4-8162-3578CE18DD09}" srcOrd="1" destOrd="0" presId="urn:microsoft.com/office/officeart/2005/8/layout/orgChart1"/>
    <dgm:cxn modelId="{350FC22E-2F11-4630-8F88-5698825B7567}" type="presParOf" srcId="{62D8AB6C-9968-491B-9AEF-1815F938AD93}" destId="{47F91CCC-8E5E-4308-87D2-9825FF36E85B}" srcOrd="2" destOrd="0" presId="urn:microsoft.com/office/officeart/2005/8/layout/orgChart1"/>
    <dgm:cxn modelId="{C19C8260-7FA5-49BE-9B9C-BE06681E2799}" type="presParOf" srcId="{A59F2858-1CB2-4FBF-8520-988B14C8FD14}" destId="{206F5A5F-1064-4AB9-B0A0-C65D05569BBF}" srcOrd="2" destOrd="0" presId="urn:microsoft.com/office/officeart/2005/8/layout/orgChart1"/>
    <dgm:cxn modelId="{75434F2A-AF40-48DB-9E7D-60585E2EE247}" type="presParOf" srcId="{A59F2858-1CB2-4FBF-8520-988B14C8FD14}" destId="{0B0C3B59-3181-439B-9184-CA79ABB477B8}" srcOrd="3" destOrd="0" presId="urn:microsoft.com/office/officeart/2005/8/layout/orgChart1"/>
    <dgm:cxn modelId="{3A3A2917-C708-4998-A485-653E7F1CDAD1}" type="presParOf" srcId="{0B0C3B59-3181-439B-9184-CA79ABB477B8}" destId="{C406A08D-FD08-47CC-8046-EE23890EE14B}" srcOrd="0" destOrd="0" presId="urn:microsoft.com/office/officeart/2005/8/layout/orgChart1"/>
    <dgm:cxn modelId="{22DAB3AB-427E-450B-89A3-182052F6BCB9}" type="presParOf" srcId="{C406A08D-FD08-47CC-8046-EE23890EE14B}" destId="{F7D298BC-04DB-470A-BB91-CF014E4DDDDC}" srcOrd="0" destOrd="0" presId="urn:microsoft.com/office/officeart/2005/8/layout/orgChart1"/>
    <dgm:cxn modelId="{59D50A31-79BA-4BEF-AF99-CD20051A1F07}" type="presParOf" srcId="{C406A08D-FD08-47CC-8046-EE23890EE14B}" destId="{A50C8C6F-FCAE-4504-AC43-50A544E6CCF0}" srcOrd="1" destOrd="0" presId="urn:microsoft.com/office/officeart/2005/8/layout/orgChart1"/>
    <dgm:cxn modelId="{9D8ABC6C-5DD4-4352-A516-78948915E4AC}" type="presParOf" srcId="{0B0C3B59-3181-439B-9184-CA79ABB477B8}" destId="{5231E330-116A-4618-8713-BEE4670F0D22}" srcOrd="1" destOrd="0" presId="urn:microsoft.com/office/officeart/2005/8/layout/orgChart1"/>
    <dgm:cxn modelId="{5F6A3A7D-01B3-49AF-A6DB-4ECD63F5958C}" type="presParOf" srcId="{0B0C3B59-3181-439B-9184-CA79ABB477B8}" destId="{53EDF154-24A9-42C9-82E1-E5342DFF5436}" srcOrd="2" destOrd="0" presId="urn:microsoft.com/office/officeart/2005/8/layout/orgChart1"/>
    <dgm:cxn modelId="{8D5EDF1B-C387-420D-9E8C-C6FA1D94CE89}" type="presParOf" srcId="{6B6050F2-81D7-47B7-845C-D577E0BA2543}" destId="{A3B40C4B-C770-42DC-87A0-53BA6E47AD0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E4E44DA-72C8-4166-9FC2-5BE5A34F4706}" type="doc">
      <dgm:prSet loTypeId="urn:microsoft.com/office/officeart/2005/8/layout/orgChart1" loCatId="hierarchy" qsTypeId="urn:microsoft.com/office/officeart/2005/8/quickstyle/simple1#5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B3D9E524-775E-47B2-BF96-1EE480A86413}">
      <dgm:prSet phldrT="[Texto]"/>
      <dgm:spPr>
        <a:solidFill>
          <a:schemeClr val="accent5"/>
        </a:solidFill>
      </dgm:spPr>
      <dgm:t>
        <a:bodyPr/>
        <a:lstStyle/>
        <a:p>
          <a:r>
            <a:rPr lang="es-CO" b="1" dirty="0">
              <a:solidFill>
                <a:schemeClr val="bg1"/>
              </a:solidFill>
            </a:rPr>
            <a:t>1. Asignar capital de Riesgo</a:t>
          </a:r>
        </a:p>
        <a:p>
          <a:r>
            <a:rPr lang="es-CO" b="0" noProof="0" dirty="0">
              <a:solidFill>
                <a:schemeClr val="bg1"/>
              </a:solidFill>
            </a:rPr>
            <a:t>Capital de riesgo y ganancias retenidas</a:t>
          </a:r>
        </a:p>
      </dgm:t>
    </dgm:pt>
    <dgm:pt modelId="{C3F0C396-3FA7-429C-8903-92D56ED6D9E9}" type="parTrans" cxnId="{AAD34163-86D8-4D10-8340-89DB1BDEBF19}">
      <dgm:prSet/>
      <dgm:spPr/>
      <dgm:t>
        <a:bodyPr/>
        <a:lstStyle/>
        <a:p>
          <a:endParaRPr lang="en-US"/>
        </a:p>
      </dgm:t>
    </dgm:pt>
    <dgm:pt modelId="{3057729A-EDDD-47C1-820F-EA1A3163C1FC}" type="sibTrans" cxnId="{AAD34163-86D8-4D10-8340-89DB1BDEBF19}">
      <dgm:prSet/>
      <dgm:spPr/>
      <dgm:t>
        <a:bodyPr/>
        <a:lstStyle/>
        <a:p>
          <a:endParaRPr lang="en-US"/>
        </a:p>
      </dgm:t>
    </dgm:pt>
    <dgm:pt modelId="{E8F002F3-3AA7-4C65-8BA5-DC72D7D60AA7}">
      <dgm:prSet phldrT="[Texto]"/>
      <dgm:spPr>
        <a:solidFill>
          <a:schemeClr val="accent5"/>
        </a:solidFill>
      </dgm:spPr>
      <dgm:t>
        <a:bodyPr/>
        <a:lstStyle/>
        <a:p>
          <a:r>
            <a:rPr lang="es-CO" b="1" dirty="0">
              <a:solidFill>
                <a:schemeClr val="bg1"/>
              </a:solidFill>
            </a:rPr>
            <a:t>2. No perder dinero: </a:t>
          </a:r>
        </a:p>
        <a:p>
          <a:r>
            <a:rPr lang="es-CO" dirty="0">
              <a:solidFill>
                <a:schemeClr val="bg1"/>
              </a:solidFill>
            </a:rPr>
            <a:t>2% por </a:t>
          </a:r>
          <a:r>
            <a:rPr lang="es-CO" dirty="0" err="1">
              <a:solidFill>
                <a:schemeClr val="bg1"/>
              </a:solidFill>
            </a:rPr>
            <a:t>trade</a:t>
          </a:r>
          <a:r>
            <a:rPr lang="es-CO" dirty="0">
              <a:solidFill>
                <a:schemeClr val="bg1"/>
              </a:solidFill>
            </a:rPr>
            <a:t> (pero sabemos otras estrategias)</a:t>
          </a:r>
          <a:endParaRPr lang="en-US" dirty="0">
            <a:solidFill>
              <a:schemeClr val="bg1"/>
            </a:solidFill>
          </a:endParaRPr>
        </a:p>
      </dgm:t>
    </dgm:pt>
    <dgm:pt modelId="{E314F167-95B6-4408-90C3-A814C9FC8D66}" type="parTrans" cxnId="{392A52A0-E0E2-43D7-8788-DCAFC260048C}">
      <dgm:prSet/>
      <dgm:spPr/>
      <dgm:t>
        <a:bodyPr/>
        <a:lstStyle/>
        <a:p>
          <a:endParaRPr lang="en-US"/>
        </a:p>
      </dgm:t>
    </dgm:pt>
    <dgm:pt modelId="{D52E802E-850F-48D1-873F-6FB0842E01C0}" type="sibTrans" cxnId="{392A52A0-E0E2-43D7-8788-DCAFC260048C}">
      <dgm:prSet/>
      <dgm:spPr/>
      <dgm:t>
        <a:bodyPr/>
        <a:lstStyle/>
        <a:p>
          <a:endParaRPr lang="en-US"/>
        </a:p>
      </dgm:t>
    </dgm:pt>
    <dgm:pt modelId="{9174F79C-F592-4A8D-B249-972A94514DF4}">
      <dgm:prSet phldrT="[Texto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s-CO" b="1" dirty="0">
              <a:solidFill>
                <a:schemeClr val="accent5"/>
              </a:solidFill>
            </a:rPr>
            <a:t>3. Ganar lo que mas podamos: </a:t>
          </a:r>
        </a:p>
        <a:p>
          <a:r>
            <a:rPr lang="es-CO" b="0" dirty="0">
              <a:solidFill>
                <a:schemeClr val="accent5"/>
              </a:solidFill>
            </a:rPr>
            <a:t>Potencial de ganancia </a:t>
          </a:r>
        </a:p>
        <a:p>
          <a:r>
            <a:rPr lang="en-US" b="0" dirty="0">
              <a:solidFill>
                <a:schemeClr val="accent5"/>
              </a:solidFill>
            </a:rPr>
            <a:t>(Reward)</a:t>
          </a:r>
        </a:p>
      </dgm:t>
    </dgm:pt>
    <dgm:pt modelId="{CBAFF589-F97C-49CF-8DA6-205CD843494F}" type="parTrans" cxnId="{86FCAD9F-6F4B-46DF-AE84-CBF5554570FC}">
      <dgm:prSet/>
      <dgm:spPr/>
      <dgm:t>
        <a:bodyPr/>
        <a:lstStyle/>
        <a:p>
          <a:endParaRPr lang="en-US"/>
        </a:p>
      </dgm:t>
    </dgm:pt>
    <dgm:pt modelId="{FFFA02C3-AFEB-49F9-BAF4-56A1EA92C490}" type="sibTrans" cxnId="{86FCAD9F-6F4B-46DF-AE84-CBF5554570FC}">
      <dgm:prSet/>
      <dgm:spPr/>
      <dgm:t>
        <a:bodyPr/>
        <a:lstStyle/>
        <a:p>
          <a:endParaRPr lang="en-US"/>
        </a:p>
      </dgm:t>
    </dgm:pt>
    <dgm:pt modelId="{73F36F85-EE2B-44B5-BE37-F832700000F8}" type="pres">
      <dgm:prSet presAssocID="{0E4E44DA-72C8-4166-9FC2-5BE5A34F47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B6050F2-81D7-47B7-845C-D577E0BA2543}" type="pres">
      <dgm:prSet presAssocID="{B3D9E524-775E-47B2-BF96-1EE480A86413}" presName="hierRoot1" presStyleCnt="0">
        <dgm:presLayoutVars>
          <dgm:hierBranch val="init"/>
        </dgm:presLayoutVars>
      </dgm:prSet>
      <dgm:spPr/>
    </dgm:pt>
    <dgm:pt modelId="{B257B6A4-0B04-4ECC-9BF8-1D2DB9E480D9}" type="pres">
      <dgm:prSet presAssocID="{B3D9E524-775E-47B2-BF96-1EE480A86413}" presName="rootComposite1" presStyleCnt="0"/>
      <dgm:spPr/>
    </dgm:pt>
    <dgm:pt modelId="{D7DD3725-5470-4E88-ACFB-1081EECCF2A0}" type="pres">
      <dgm:prSet presAssocID="{B3D9E524-775E-47B2-BF96-1EE480A86413}" presName="rootText1" presStyleLbl="node0" presStyleIdx="0" presStyleCnt="1" custScaleX="142142">
        <dgm:presLayoutVars>
          <dgm:chPref val="3"/>
        </dgm:presLayoutVars>
      </dgm:prSet>
      <dgm:spPr/>
    </dgm:pt>
    <dgm:pt modelId="{CDE5CC24-9A8A-4E31-A3B7-1535AC3C28A2}" type="pres">
      <dgm:prSet presAssocID="{B3D9E524-775E-47B2-BF96-1EE480A86413}" presName="rootConnector1" presStyleLbl="node1" presStyleIdx="0" presStyleCnt="0"/>
      <dgm:spPr/>
    </dgm:pt>
    <dgm:pt modelId="{A59F2858-1CB2-4FBF-8520-988B14C8FD14}" type="pres">
      <dgm:prSet presAssocID="{B3D9E524-775E-47B2-BF96-1EE480A86413}" presName="hierChild2" presStyleCnt="0"/>
      <dgm:spPr/>
    </dgm:pt>
    <dgm:pt modelId="{4B93D686-DF88-45AA-B732-A12CC1ECC28E}" type="pres">
      <dgm:prSet presAssocID="{E314F167-95B6-4408-90C3-A814C9FC8D66}" presName="Name37" presStyleLbl="parChTrans1D2" presStyleIdx="0" presStyleCnt="2"/>
      <dgm:spPr/>
    </dgm:pt>
    <dgm:pt modelId="{62D8AB6C-9968-491B-9AEF-1815F938AD93}" type="pres">
      <dgm:prSet presAssocID="{E8F002F3-3AA7-4C65-8BA5-DC72D7D60AA7}" presName="hierRoot2" presStyleCnt="0">
        <dgm:presLayoutVars>
          <dgm:hierBranch val="init"/>
        </dgm:presLayoutVars>
      </dgm:prSet>
      <dgm:spPr/>
    </dgm:pt>
    <dgm:pt modelId="{35915F69-C544-4052-84B4-E2E754E58269}" type="pres">
      <dgm:prSet presAssocID="{E8F002F3-3AA7-4C65-8BA5-DC72D7D60AA7}" presName="rootComposite" presStyleCnt="0"/>
      <dgm:spPr/>
    </dgm:pt>
    <dgm:pt modelId="{9F5DCC8E-091D-4913-9F57-1EFA8A6CA735}" type="pres">
      <dgm:prSet presAssocID="{E8F002F3-3AA7-4C65-8BA5-DC72D7D60AA7}" presName="rootText" presStyleLbl="node2" presStyleIdx="0" presStyleCnt="2" custScaleX="127742">
        <dgm:presLayoutVars>
          <dgm:chPref val="3"/>
        </dgm:presLayoutVars>
      </dgm:prSet>
      <dgm:spPr/>
    </dgm:pt>
    <dgm:pt modelId="{BF6A1B8E-6569-4C43-B435-B2A2CB0458C9}" type="pres">
      <dgm:prSet presAssocID="{E8F002F3-3AA7-4C65-8BA5-DC72D7D60AA7}" presName="rootConnector" presStyleLbl="node2" presStyleIdx="0" presStyleCnt="2"/>
      <dgm:spPr/>
    </dgm:pt>
    <dgm:pt modelId="{F389B143-8B69-4EF4-8162-3578CE18DD09}" type="pres">
      <dgm:prSet presAssocID="{E8F002F3-3AA7-4C65-8BA5-DC72D7D60AA7}" presName="hierChild4" presStyleCnt="0"/>
      <dgm:spPr/>
    </dgm:pt>
    <dgm:pt modelId="{47F91CCC-8E5E-4308-87D2-9825FF36E85B}" type="pres">
      <dgm:prSet presAssocID="{E8F002F3-3AA7-4C65-8BA5-DC72D7D60AA7}" presName="hierChild5" presStyleCnt="0"/>
      <dgm:spPr/>
    </dgm:pt>
    <dgm:pt modelId="{206F5A5F-1064-4AB9-B0A0-C65D05569BBF}" type="pres">
      <dgm:prSet presAssocID="{CBAFF589-F97C-49CF-8DA6-205CD843494F}" presName="Name37" presStyleLbl="parChTrans1D2" presStyleIdx="1" presStyleCnt="2"/>
      <dgm:spPr/>
    </dgm:pt>
    <dgm:pt modelId="{0B0C3B59-3181-439B-9184-CA79ABB477B8}" type="pres">
      <dgm:prSet presAssocID="{9174F79C-F592-4A8D-B249-972A94514DF4}" presName="hierRoot2" presStyleCnt="0">
        <dgm:presLayoutVars>
          <dgm:hierBranch val="init"/>
        </dgm:presLayoutVars>
      </dgm:prSet>
      <dgm:spPr/>
    </dgm:pt>
    <dgm:pt modelId="{C406A08D-FD08-47CC-8046-EE23890EE14B}" type="pres">
      <dgm:prSet presAssocID="{9174F79C-F592-4A8D-B249-972A94514DF4}" presName="rootComposite" presStyleCnt="0"/>
      <dgm:spPr/>
    </dgm:pt>
    <dgm:pt modelId="{F7D298BC-04DB-470A-BB91-CF014E4DDDDC}" type="pres">
      <dgm:prSet presAssocID="{9174F79C-F592-4A8D-B249-972A94514DF4}" presName="rootText" presStyleLbl="node2" presStyleIdx="1" presStyleCnt="2" custScaleX="127742">
        <dgm:presLayoutVars>
          <dgm:chPref val="3"/>
        </dgm:presLayoutVars>
      </dgm:prSet>
      <dgm:spPr/>
    </dgm:pt>
    <dgm:pt modelId="{A50C8C6F-FCAE-4504-AC43-50A544E6CCF0}" type="pres">
      <dgm:prSet presAssocID="{9174F79C-F592-4A8D-B249-972A94514DF4}" presName="rootConnector" presStyleLbl="node2" presStyleIdx="1" presStyleCnt="2"/>
      <dgm:spPr/>
    </dgm:pt>
    <dgm:pt modelId="{5231E330-116A-4618-8713-BEE4670F0D22}" type="pres">
      <dgm:prSet presAssocID="{9174F79C-F592-4A8D-B249-972A94514DF4}" presName="hierChild4" presStyleCnt="0"/>
      <dgm:spPr/>
    </dgm:pt>
    <dgm:pt modelId="{53EDF154-24A9-42C9-82E1-E5342DFF5436}" type="pres">
      <dgm:prSet presAssocID="{9174F79C-F592-4A8D-B249-972A94514DF4}" presName="hierChild5" presStyleCnt="0"/>
      <dgm:spPr/>
    </dgm:pt>
    <dgm:pt modelId="{A3B40C4B-C770-42DC-87A0-53BA6E47AD02}" type="pres">
      <dgm:prSet presAssocID="{B3D9E524-775E-47B2-BF96-1EE480A86413}" presName="hierChild3" presStyleCnt="0"/>
      <dgm:spPr/>
    </dgm:pt>
  </dgm:ptLst>
  <dgm:cxnLst>
    <dgm:cxn modelId="{60319323-F858-4CC5-A774-8445CC614CEF}" type="presOf" srcId="{CBAFF589-F97C-49CF-8DA6-205CD843494F}" destId="{206F5A5F-1064-4AB9-B0A0-C65D05569BBF}" srcOrd="0" destOrd="0" presId="urn:microsoft.com/office/officeart/2005/8/layout/orgChart1"/>
    <dgm:cxn modelId="{27180F5B-FC42-4DD6-98EC-D305BBB80390}" type="presOf" srcId="{E8F002F3-3AA7-4C65-8BA5-DC72D7D60AA7}" destId="{9F5DCC8E-091D-4913-9F57-1EFA8A6CA735}" srcOrd="0" destOrd="0" presId="urn:microsoft.com/office/officeart/2005/8/layout/orgChart1"/>
    <dgm:cxn modelId="{AAD34163-86D8-4D10-8340-89DB1BDEBF19}" srcId="{0E4E44DA-72C8-4166-9FC2-5BE5A34F4706}" destId="{B3D9E524-775E-47B2-BF96-1EE480A86413}" srcOrd="0" destOrd="0" parTransId="{C3F0C396-3FA7-429C-8903-92D56ED6D9E9}" sibTransId="{3057729A-EDDD-47C1-820F-EA1A3163C1FC}"/>
    <dgm:cxn modelId="{AD140C82-4307-4AE5-90B7-F992E7364379}" type="presOf" srcId="{0E4E44DA-72C8-4166-9FC2-5BE5A34F4706}" destId="{73F36F85-EE2B-44B5-BE37-F832700000F8}" srcOrd="0" destOrd="0" presId="urn:microsoft.com/office/officeart/2005/8/layout/orgChart1"/>
    <dgm:cxn modelId="{86FCAD9F-6F4B-46DF-AE84-CBF5554570FC}" srcId="{B3D9E524-775E-47B2-BF96-1EE480A86413}" destId="{9174F79C-F592-4A8D-B249-972A94514DF4}" srcOrd="1" destOrd="0" parTransId="{CBAFF589-F97C-49CF-8DA6-205CD843494F}" sibTransId="{FFFA02C3-AFEB-49F9-BAF4-56A1EA92C490}"/>
    <dgm:cxn modelId="{392A52A0-E0E2-43D7-8788-DCAFC260048C}" srcId="{B3D9E524-775E-47B2-BF96-1EE480A86413}" destId="{E8F002F3-3AA7-4C65-8BA5-DC72D7D60AA7}" srcOrd="0" destOrd="0" parTransId="{E314F167-95B6-4408-90C3-A814C9FC8D66}" sibTransId="{D52E802E-850F-48D1-873F-6FB0842E01C0}"/>
    <dgm:cxn modelId="{897220A9-BC63-4637-B7F9-CD25C0B6A9FB}" type="presOf" srcId="{E314F167-95B6-4408-90C3-A814C9FC8D66}" destId="{4B93D686-DF88-45AA-B732-A12CC1ECC28E}" srcOrd="0" destOrd="0" presId="urn:microsoft.com/office/officeart/2005/8/layout/orgChart1"/>
    <dgm:cxn modelId="{577541AD-BB98-477E-AC67-831862643779}" type="presOf" srcId="{E8F002F3-3AA7-4C65-8BA5-DC72D7D60AA7}" destId="{BF6A1B8E-6569-4C43-B435-B2A2CB0458C9}" srcOrd="1" destOrd="0" presId="urn:microsoft.com/office/officeart/2005/8/layout/orgChart1"/>
    <dgm:cxn modelId="{627845C1-DA7F-4727-8E1A-5F3B65CCCCE0}" type="presOf" srcId="{9174F79C-F592-4A8D-B249-972A94514DF4}" destId="{F7D298BC-04DB-470A-BB91-CF014E4DDDDC}" srcOrd="0" destOrd="0" presId="urn:microsoft.com/office/officeart/2005/8/layout/orgChart1"/>
    <dgm:cxn modelId="{19F6E8DB-A834-4231-994D-FBC36B6FE53A}" type="presOf" srcId="{9174F79C-F592-4A8D-B249-972A94514DF4}" destId="{A50C8C6F-FCAE-4504-AC43-50A544E6CCF0}" srcOrd="1" destOrd="0" presId="urn:microsoft.com/office/officeart/2005/8/layout/orgChart1"/>
    <dgm:cxn modelId="{4BB8A2DC-8774-4105-8651-0BE57A1D82D8}" type="presOf" srcId="{B3D9E524-775E-47B2-BF96-1EE480A86413}" destId="{CDE5CC24-9A8A-4E31-A3B7-1535AC3C28A2}" srcOrd="1" destOrd="0" presId="urn:microsoft.com/office/officeart/2005/8/layout/orgChart1"/>
    <dgm:cxn modelId="{B0F2FEF0-8EA6-4CAA-8C70-36C6F350DB8B}" type="presOf" srcId="{B3D9E524-775E-47B2-BF96-1EE480A86413}" destId="{D7DD3725-5470-4E88-ACFB-1081EECCF2A0}" srcOrd="0" destOrd="0" presId="urn:microsoft.com/office/officeart/2005/8/layout/orgChart1"/>
    <dgm:cxn modelId="{C6039497-03DC-46B2-A6E0-98E1F7DC227B}" type="presParOf" srcId="{73F36F85-EE2B-44B5-BE37-F832700000F8}" destId="{6B6050F2-81D7-47B7-845C-D577E0BA2543}" srcOrd="0" destOrd="0" presId="urn:microsoft.com/office/officeart/2005/8/layout/orgChart1"/>
    <dgm:cxn modelId="{69F10B92-4C18-435F-BCE5-02020441045B}" type="presParOf" srcId="{6B6050F2-81D7-47B7-845C-D577E0BA2543}" destId="{B257B6A4-0B04-4ECC-9BF8-1D2DB9E480D9}" srcOrd="0" destOrd="0" presId="urn:microsoft.com/office/officeart/2005/8/layout/orgChart1"/>
    <dgm:cxn modelId="{C0731804-B2A0-406C-9FD8-96EE7156F58B}" type="presParOf" srcId="{B257B6A4-0B04-4ECC-9BF8-1D2DB9E480D9}" destId="{D7DD3725-5470-4E88-ACFB-1081EECCF2A0}" srcOrd="0" destOrd="0" presId="urn:microsoft.com/office/officeart/2005/8/layout/orgChart1"/>
    <dgm:cxn modelId="{D5894A1B-906B-45C0-AE5C-C863EE0C5E1B}" type="presParOf" srcId="{B257B6A4-0B04-4ECC-9BF8-1D2DB9E480D9}" destId="{CDE5CC24-9A8A-4E31-A3B7-1535AC3C28A2}" srcOrd="1" destOrd="0" presId="urn:microsoft.com/office/officeart/2005/8/layout/orgChart1"/>
    <dgm:cxn modelId="{7F52D035-2CE7-469F-981A-A3834B5DD937}" type="presParOf" srcId="{6B6050F2-81D7-47B7-845C-D577E0BA2543}" destId="{A59F2858-1CB2-4FBF-8520-988B14C8FD14}" srcOrd="1" destOrd="0" presId="urn:microsoft.com/office/officeart/2005/8/layout/orgChart1"/>
    <dgm:cxn modelId="{23A160C5-AD1C-4950-91D9-42882851A5C1}" type="presParOf" srcId="{A59F2858-1CB2-4FBF-8520-988B14C8FD14}" destId="{4B93D686-DF88-45AA-B732-A12CC1ECC28E}" srcOrd="0" destOrd="0" presId="urn:microsoft.com/office/officeart/2005/8/layout/orgChart1"/>
    <dgm:cxn modelId="{9D938EC9-985B-4406-BEAD-EE1260877069}" type="presParOf" srcId="{A59F2858-1CB2-4FBF-8520-988B14C8FD14}" destId="{62D8AB6C-9968-491B-9AEF-1815F938AD93}" srcOrd="1" destOrd="0" presId="urn:microsoft.com/office/officeart/2005/8/layout/orgChart1"/>
    <dgm:cxn modelId="{A71F9E3E-E76B-4EF3-9000-8BB8EB146902}" type="presParOf" srcId="{62D8AB6C-9968-491B-9AEF-1815F938AD93}" destId="{35915F69-C544-4052-84B4-E2E754E58269}" srcOrd="0" destOrd="0" presId="urn:microsoft.com/office/officeart/2005/8/layout/orgChart1"/>
    <dgm:cxn modelId="{18207D1D-B889-472C-AA97-A6E4C78D3A4A}" type="presParOf" srcId="{35915F69-C544-4052-84B4-E2E754E58269}" destId="{9F5DCC8E-091D-4913-9F57-1EFA8A6CA735}" srcOrd="0" destOrd="0" presId="urn:microsoft.com/office/officeart/2005/8/layout/orgChart1"/>
    <dgm:cxn modelId="{01E0968F-1366-4F03-B0F1-97F48516D0A4}" type="presParOf" srcId="{35915F69-C544-4052-84B4-E2E754E58269}" destId="{BF6A1B8E-6569-4C43-B435-B2A2CB0458C9}" srcOrd="1" destOrd="0" presId="urn:microsoft.com/office/officeart/2005/8/layout/orgChart1"/>
    <dgm:cxn modelId="{D14FF27C-CD4A-42CB-BFA4-04A27B0F3EA5}" type="presParOf" srcId="{62D8AB6C-9968-491B-9AEF-1815F938AD93}" destId="{F389B143-8B69-4EF4-8162-3578CE18DD09}" srcOrd="1" destOrd="0" presId="urn:microsoft.com/office/officeart/2005/8/layout/orgChart1"/>
    <dgm:cxn modelId="{350FC22E-2F11-4630-8F88-5698825B7567}" type="presParOf" srcId="{62D8AB6C-9968-491B-9AEF-1815F938AD93}" destId="{47F91CCC-8E5E-4308-87D2-9825FF36E85B}" srcOrd="2" destOrd="0" presId="urn:microsoft.com/office/officeart/2005/8/layout/orgChart1"/>
    <dgm:cxn modelId="{C19C8260-7FA5-49BE-9B9C-BE06681E2799}" type="presParOf" srcId="{A59F2858-1CB2-4FBF-8520-988B14C8FD14}" destId="{206F5A5F-1064-4AB9-B0A0-C65D05569BBF}" srcOrd="2" destOrd="0" presId="urn:microsoft.com/office/officeart/2005/8/layout/orgChart1"/>
    <dgm:cxn modelId="{75434F2A-AF40-48DB-9E7D-60585E2EE247}" type="presParOf" srcId="{A59F2858-1CB2-4FBF-8520-988B14C8FD14}" destId="{0B0C3B59-3181-439B-9184-CA79ABB477B8}" srcOrd="3" destOrd="0" presId="urn:microsoft.com/office/officeart/2005/8/layout/orgChart1"/>
    <dgm:cxn modelId="{3A3A2917-C708-4998-A485-653E7F1CDAD1}" type="presParOf" srcId="{0B0C3B59-3181-439B-9184-CA79ABB477B8}" destId="{C406A08D-FD08-47CC-8046-EE23890EE14B}" srcOrd="0" destOrd="0" presId="urn:microsoft.com/office/officeart/2005/8/layout/orgChart1"/>
    <dgm:cxn modelId="{22DAB3AB-427E-450B-89A3-182052F6BCB9}" type="presParOf" srcId="{C406A08D-FD08-47CC-8046-EE23890EE14B}" destId="{F7D298BC-04DB-470A-BB91-CF014E4DDDDC}" srcOrd="0" destOrd="0" presId="urn:microsoft.com/office/officeart/2005/8/layout/orgChart1"/>
    <dgm:cxn modelId="{59D50A31-79BA-4BEF-AF99-CD20051A1F07}" type="presParOf" srcId="{C406A08D-FD08-47CC-8046-EE23890EE14B}" destId="{A50C8C6F-FCAE-4504-AC43-50A544E6CCF0}" srcOrd="1" destOrd="0" presId="urn:microsoft.com/office/officeart/2005/8/layout/orgChart1"/>
    <dgm:cxn modelId="{9D8ABC6C-5DD4-4352-A516-78948915E4AC}" type="presParOf" srcId="{0B0C3B59-3181-439B-9184-CA79ABB477B8}" destId="{5231E330-116A-4618-8713-BEE4670F0D22}" srcOrd="1" destOrd="0" presId="urn:microsoft.com/office/officeart/2005/8/layout/orgChart1"/>
    <dgm:cxn modelId="{5F6A3A7D-01B3-49AF-A6DB-4ECD63F5958C}" type="presParOf" srcId="{0B0C3B59-3181-439B-9184-CA79ABB477B8}" destId="{53EDF154-24A9-42C9-82E1-E5342DFF5436}" srcOrd="2" destOrd="0" presId="urn:microsoft.com/office/officeart/2005/8/layout/orgChart1"/>
    <dgm:cxn modelId="{8D5EDF1B-C387-420D-9E8C-C6FA1D94CE89}" type="presParOf" srcId="{6B6050F2-81D7-47B7-845C-D577E0BA2543}" destId="{A3B40C4B-C770-42DC-87A0-53BA6E47AD0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606C116-9651-4CA4-B06B-BCF4CF4FABBF}" type="doc">
      <dgm:prSet loTypeId="urn:microsoft.com/office/officeart/2005/8/layout/hList1" loCatId="list" qsTypeId="urn:microsoft.com/office/officeart/2005/8/quickstyle/simple1#6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F1EA8DB9-280C-4581-912E-923E46BBF468}">
      <dgm:prSet phldrT="[Text]" phldr="0"/>
      <dgm:spPr/>
      <dgm:t>
        <a:bodyPr/>
        <a:lstStyle/>
        <a:p>
          <a:r>
            <a:rPr lang="es-CO" noProof="0" dirty="0"/>
            <a:t>Cuanto arriesgar?</a:t>
          </a:r>
        </a:p>
      </dgm:t>
    </dgm:pt>
    <dgm:pt modelId="{205FFBB7-7950-479C-8D2C-6978DBB147AB}" type="parTrans" cxnId="{AEFFE3F3-DD77-4545-989D-A1D30E06D33E}">
      <dgm:prSet/>
      <dgm:spPr/>
      <dgm:t>
        <a:bodyPr/>
        <a:lstStyle/>
        <a:p>
          <a:endParaRPr lang="en-US"/>
        </a:p>
      </dgm:t>
    </dgm:pt>
    <dgm:pt modelId="{868D1BD8-BD21-43D0-9728-8904BA45F928}" type="sibTrans" cxnId="{AEFFE3F3-DD77-4545-989D-A1D30E06D33E}">
      <dgm:prSet/>
      <dgm:spPr/>
      <dgm:t>
        <a:bodyPr/>
        <a:lstStyle/>
        <a:p>
          <a:endParaRPr lang="en-US"/>
        </a:p>
      </dgm:t>
    </dgm:pt>
    <dgm:pt modelId="{9A7C309C-8503-45CF-9CC0-7B5A0FFAD7C9}">
      <dgm:prSet phldrT="[Text]"/>
      <dgm:spPr/>
      <dgm:t>
        <a:bodyPr/>
        <a:lstStyle/>
        <a:p>
          <a:r>
            <a:rPr lang="es-CO" dirty="0">
              <a:ea typeface="Calibri"/>
              <a:cs typeface="Calibri"/>
            </a:rPr>
            <a:t>Arriesgar 2%-3% por </a:t>
          </a:r>
          <a:r>
            <a:rPr lang="es-CO" dirty="0" err="1">
              <a:ea typeface="Calibri"/>
              <a:cs typeface="Calibri"/>
            </a:rPr>
            <a:t>trade</a:t>
          </a:r>
          <a:r>
            <a:rPr lang="es-CO" dirty="0">
              <a:ea typeface="Calibri"/>
              <a:cs typeface="Calibri"/>
            </a:rPr>
            <a:t> del capital disponible</a:t>
          </a:r>
          <a:endParaRPr lang="en-US" dirty="0"/>
        </a:p>
      </dgm:t>
    </dgm:pt>
    <dgm:pt modelId="{28C5E3FF-863C-494C-AEE0-5123899F6E00}" type="parTrans" cxnId="{6C534154-D427-42D9-B071-05A76DE06B04}">
      <dgm:prSet/>
      <dgm:spPr/>
      <dgm:t>
        <a:bodyPr/>
        <a:lstStyle/>
        <a:p>
          <a:endParaRPr lang="en-US"/>
        </a:p>
      </dgm:t>
    </dgm:pt>
    <dgm:pt modelId="{49B31621-7D8E-4A96-84DF-608BB8ED5EE5}" type="sibTrans" cxnId="{6C534154-D427-42D9-B071-05A76DE06B04}">
      <dgm:prSet/>
      <dgm:spPr/>
      <dgm:t>
        <a:bodyPr/>
        <a:lstStyle/>
        <a:p>
          <a:endParaRPr lang="en-US"/>
        </a:p>
      </dgm:t>
    </dgm:pt>
    <dgm:pt modelId="{EB71657A-DD98-4FD6-9DF2-974714EC6AA4}">
      <dgm:prSet phldrT="[Text]" phldr="0"/>
      <dgm:spPr/>
      <dgm:t>
        <a:bodyPr/>
        <a:lstStyle/>
        <a:p>
          <a:r>
            <a:rPr lang="es-CO" noProof="0" dirty="0"/>
            <a:t>A que entrar? </a:t>
          </a:r>
        </a:p>
      </dgm:t>
    </dgm:pt>
    <dgm:pt modelId="{23E663D0-6887-4E25-9E16-0E3D5DDBC83D}" type="parTrans" cxnId="{AB54B95D-CC0B-4E86-B913-54D343D97F31}">
      <dgm:prSet/>
      <dgm:spPr/>
      <dgm:t>
        <a:bodyPr/>
        <a:lstStyle/>
        <a:p>
          <a:endParaRPr lang="en-US"/>
        </a:p>
      </dgm:t>
    </dgm:pt>
    <dgm:pt modelId="{5C2707D6-417E-4532-BCBF-C54D30ACE42E}" type="sibTrans" cxnId="{AB54B95D-CC0B-4E86-B913-54D343D97F31}">
      <dgm:prSet/>
      <dgm:spPr/>
      <dgm:t>
        <a:bodyPr/>
        <a:lstStyle/>
        <a:p>
          <a:endParaRPr lang="en-US"/>
        </a:p>
      </dgm:t>
    </dgm:pt>
    <dgm:pt modelId="{84B5563E-6A90-4127-8001-5CAEF8F63967}">
      <dgm:prSet phldrT="[Text]"/>
      <dgm:spPr/>
      <dgm:t>
        <a:bodyPr/>
        <a:lstStyle/>
        <a:p>
          <a:r>
            <a:rPr lang="es-CO" dirty="0">
              <a:ea typeface="Calibri"/>
              <a:cs typeface="Calibri"/>
            </a:rPr>
            <a:t>Posiciones con un </a:t>
          </a:r>
          <a:r>
            <a:rPr lang="es-CO" dirty="0" err="1">
              <a:ea typeface="Calibri"/>
              <a:cs typeface="Calibri"/>
            </a:rPr>
            <a:t>Risk</a:t>
          </a:r>
          <a:r>
            <a:rPr lang="es-CO" dirty="0">
              <a:ea typeface="Calibri"/>
              <a:cs typeface="Calibri"/>
            </a:rPr>
            <a:t> </a:t>
          </a:r>
          <a:r>
            <a:rPr lang="es-CO" dirty="0" err="1">
              <a:ea typeface="Calibri"/>
              <a:cs typeface="Calibri"/>
            </a:rPr>
            <a:t>Reward</a:t>
          </a:r>
          <a:r>
            <a:rPr lang="es-CO" dirty="0">
              <a:ea typeface="Calibri"/>
              <a:cs typeface="Calibri"/>
            </a:rPr>
            <a:t> de 1:3</a:t>
          </a:r>
          <a:endParaRPr lang="en-US" dirty="0"/>
        </a:p>
      </dgm:t>
    </dgm:pt>
    <dgm:pt modelId="{778A06F5-0EAA-47FD-9953-8C01989BEB95}" type="parTrans" cxnId="{D059FC98-07B5-489C-B6E1-F5FD120B80BB}">
      <dgm:prSet/>
      <dgm:spPr/>
      <dgm:t>
        <a:bodyPr/>
        <a:lstStyle/>
        <a:p>
          <a:endParaRPr lang="en-US"/>
        </a:p>
      </dgm:t>
    </dgm:pt>
    <dgm:pt modelId="{5A160F60-02B3-4915-90C7-0508423B250E}" type="sibTrans" cxnId="{D059FC98-07B5-489C-B6E1-F5FD120B80BB}">
      <dgm:prSet/>
      <dgm:spPr/>
      <dgm:t>
        <a:bodyPr/>
        <a:lstStyle/>
        <a:p>
          <a:endParaRPr lang="en-US"/>
        </a:p>
      </dgm:t>
    </dgm:pt>
    <dgm:pt modelId="{25226662-BBB6-4806-9FA9-F1A3FB31D7BC}">
      <dgm:prSet phldrT="[Text]" phldr="0"/>
      <dgm:spPr/>
      <dgm:t>
        <a:bodyPr/>
        <a:lstStyle/>
        <a:p>
          <a:r>
            <a:rPr lang="es-CO" noProof="0" dirty="0"/>
            <a:t>Cuando aumentar el Riesgo?</a:t>
          </a:r>
        </a:p>
      </dgm:t>
    </dgm:pt>
    <dgm:pt modelId="{6FCBD2C4-23ED-47EB-A0C0-4D42103A65EB}" type="parTrans" cxnId="{A7BF5B55-F643-4BE1-B289-E00277BF5F9D}">
      <dgm:prSet/>
      <dgm:spPr/>
      <dgm:t>
        <a:bodyPr/>
        <a:lstStyle/>
        <a:p>
          <a:endParaRPr lang="en-US"/>
        </a:p>
      </dgm:t>
    </dgm:pt>
    <dgm:pt modelId="{7FE5BD03-A0EF-4E2D-ABA1-9D44BC0E52C3}" type="sibTrans" cxnId="{A7BF5B55-F643-4BE1-B289-E00277BF5F9D}">
      <dgm:prSet/>
      <dgm:spPr/>
      <dgm:t>
        <a:bodyPr/>
        <a:lstStyle/>
        <a:p>
          <a:endParaRPr lang="en-US"/>
        </a:p>
      </dgm:t>
    </dgm:pt>
    <dgm:pt modelId="{4299A75E-18D3-48AC-8C96-F685653ED653}">
      <dgm:prSet phldrT="[Text]"/>
      <dgm:spPr/>
      <dgm:t>
        <a:bodyPr/>
        <a:lstStyle/>
        <a:p>
          <a:r>
            <a:rPr lang="es-CO" dirty="0"/>
            <a:t>Aumentar el capital de riesgo si ha </a:t>
          </a:r>
          <a:r>
            <a:rPr lang="es-CO"/>
            <a:t>hecho dinero</a:t>
          </a:r>
          <a:endParaRPr lang="en-US" dirty="0"/>
        </a:p>
      </dgm:t>
    </dgm:pt>
    <dgm:pt modelId="{A12F8B86-D131-40C0-820B-0E5C32BDF271}" type="parTrans" cxnId="{F06FF134-AF47-4A1A-99E9-3BA30F5067E5}">
      <dgm:prSet/>
      <dgm:spPr/>
      <dgm:t>
        <a:bodyPr/>
        <a:lstStyle/>
        <a:p>
          <a:endParaRPr lang="en-US"/>
        </a:p>
      </dgm:t>
    </dgm:pt>
    <dgm:pt modelId="{6B3B55BA-0D22-4A91-8F07-8590936EB845}" type="sibTrans" cxnId="{F06FF134-AF47-4A1A-99E9-3BA30F5067E5}">
      <dgm:prSet/>
      <dgm:spPr/>
      <dgm:t>
        <a:bodyPr/>
        <a:lstStyle/>
        <a:p>
          <a:endParaRPr lang="en-US"/>
        </a:p>
      </dgm:t>
    </dgm:pt>
    <dgm:pt modelId="{6E2F2C43-FEBA-48C3-BFB6-248DFCCD05CC}">
      <dgm:prSet phldrT="[Text]"/>
      <dgm:spPr/>
      <dgm:t>
        <a:bodyPr/>
        <a:lstStyle/>
        <a:p>
          <a:r>
            <a:rPr lang="es-CO" dirty="0">
              <a:ea typeface="Calibri"/>
              <a:cs typeface="Calibri"/>
            </a:rPr>
            <a:t>Fundamentado análisis</a:t>
          </a:r>
          <a:endParaRPr lang="en-US" dirty="0"/>
        </a:p>
      </dgm:t>
    </dgm:pt>
    <dgm:pt modelId="{B493AF8E-4401-435A-BC2D-2B349910D153}" type="parTrans" cxnId="{AE7E45CA-CF7B-4776-93C1-0769780943BF}">
      <dgm:prSet/>
      <dgm:spPr/>
      <dgm:t>
        <a:bodyPr/>
        <a:lstStyle/>
        <a:p>
          <a:endParaRPr lang="en-US"/>
        </a:p>
      </dgm:t>
    </dgm:pt>
    <dgm:pt modelId="{796F0892-F9B1-4600-AF96-94B287FFED09}" type="sibTrans" cxnId="{AE7E45CA-CF7B-4776-93C1-0769780943BF}">
      <dgm:prSet/>
      <dgm:spPr/>
      <dgm:t>
        <a:bodyPr/>
        <a:lstStyle/>
        <a:p>
          <a:endParaRPr lang="en-US"/>
        </a:p>
      </dgm:t>
    </dgm:pt>
    <dgm:pt modelId="{21BAF100-63C0-44E1-874B-64AFD9B38BEB}">
      <dgm:prSet phldrT="[Text]"/>
      <dgm:spPr/>
      <dgm:t>
        <a:bodyPr/>
        <a:lstStyle/>
        <a:p>
          <a:r>
            <a:rPr lang="es-CO" dirty="0">
              <a:ea typeface="Calibri"/>
              <a:cs typeface="Calibri"/>
            </a:rPr>
            <a:t>Riesgo medido </a:t>
          </a:r>
          <a:r>
            <a:rPr lang="es-CO">
              <a:ea typeface="Calibri"/>
              <a:cs typeface="Calibri"/>
            </a:rPr>
            <a:t>en extensión </a:t>
          </a:r>
          <a:r>
            <a:rPr lang="es-CO" dirty="0">
              <a:ea typeface="Calibri"/>
              <a:cs typeface="Calibri"/>
            </a:rPr>
            <a:t>de los movimientos (se vera mas adelante)</a:t>
          </a:r>
          <a:endParaRPr lang="en-US" dirty="0"/>
        </a:p>
      </dgm:t>
    </dgm:pt>
    <dgm:pt modelId="{53DE2C3D-AFDF-49D4-A936-1671C82AA7FB}" type="parTrans" cxnId="{9890CDE4-B2FF-4F91-AADC-40BF858CA51D}">
      <dgm:prSet/>
      <dgm:spPr/>
      <dgm:t>
        <a:bodyPr/>
        <a:lstStyle/>
        <a:p>
          <a:endParaRPr lang="en-US"/>
        </a:p>
      </dgm:t>
    </dgm:pt>
    <dgm:pt modelId="{FBCDC2FA-0975-4DA4-893C-411C85947BC9}" type="sibTrans" cxnId="{9890CDE4-B2FF-4F91-AADC-40BF858CA51D}">
      <dgm:prSet/>
      <dgm:spPr/>
      <dgm:t>
        <a:bodyPr/>
        <a:lstStyle/>
        <a:p>
          <a:endParaRPr lang="en-US"/>
        </a:p>
      </dgm:t>
    </dgm:pt>
    <dgm:pt modelId="{D2C64DBE-C63F-4479-825C-039F4DC8DC92}">
      <dgm:prSet phldrT="[Text]"/>
      <dgm:spPr/>
      <dgm:t>
        <a:bodyPr/>
        <a:lstStyle/>
        <a:p>
          <a:endParaRPr lang="en-US" dirty="0"/>
        </a:p>
      </dgm:t>
    </dgm:pt>
    <dgm:pt modelId="{DE13C6EE-4322-43A0-9E95-8487039A411F}" type="parTrans" cxnId="{C64707AE-05F9-4909-8F11-9D686576DF25}">
      <dgm:prSet/>
      <dgm:spPr/>
      <dgm:t>
        <a:bodyPr/>
        <a:lstStyle/>
        <a:p>
          <a:endParaRPr lang="en-US"/>
        </a:p>
      </dgm:t>
    </dgm:pt>
    <dgm:pt modelId="{45D83521-B452-4F11-8164-0ADFA402FD0D}" type="sibTrans" cxnId="{C64707AE-05F9-4909-8F11-9D686576DF25}">
      <dgm:prSet/>
      <dgm:spPr/>
      <dgm:t>
        <a:bodyPr/>
        <a:lstStyle/>
        <a:p>
          <a:endParaRPr lang="en-US"/>
        </a:p>
      </dgm:t>
    </dgm:pt>
    <dgm:pt modelId="{9026DA85-0A75-4F4D-8DDF-91764682FC7B}">
      <dgm:prSet phldrT="[Text]"/>
      <dgm:spPr/>
      <dgm:t>
        <a:bodyPr/>
        <a:lstStyle/>
        <a:p>
          <a:endParaRPr lang="en-US" dirty="0"/>
        </a:p>
      </dgm:t>
    </dgm:pt>
    <dgm:pt modelId="{F80260E9-A455-408A-BB3F-57F8FB4F699E}" type="parTrans" cxnId="{79F3091F-A4C1-433B-9071-9069E706ACA7}">
      <dgm:prSet/>
      <dgm:spPr/>
      <dgm:t>
        <a:bodyPr/>
        <a:lstStyle/>
        <a:p>
          <a:endParaRPr lang="en-US"/>
        </a:p>
      </dgm:t>
    </dgm:pt>
    <dgm:pt modelId="{C58A74E2-64CE-4A31-8BBB-C17E7EB001F5}" type="sibTrans" cxnId="{79F3091F-A4C1-433B-9071-9069E706ACA7}">
      <dgm:prSet/>
      <dgm:spPr/>
      <dgm:t>
        <a:bodyPr/>
        <a:lstStyle/>
        <a:p>
          <a:endParaRPr lang="en-US"/>
        </a:p>
      </dgm:t>
    </dgm:pt>
    <dgm:pt modelId="{46AEDE84-0BB8-4044-83CF-5C0F7919460D}">
      <dgm:prSet phldrT="[Text]"/>
      <dgm:spPr/>
      <dgm:t>
        <a:bodyPr/>
        <a:lstStyle/>
        <a:p>
          <a:r>
            <a:rPr lang="en-US" dirty="0"/>
            <a:t>Ya </a:t>
          </a:r>
          <a:r>
            <a:rPr lang="en-US" dirty="0" err="1"/>
            <a:t>entendimos</a:t>
          </a:r>
          <a:r>
            <a:rPr lang="en-US" dirty="0"/>
            <a:t> de </a:t>
          </a:r>
          <a:r>
            <a:rPr lang="en-US" dirty="0" err="1"/>
            <a:t>donde</a:t>
          </a:r>
          <a:r>
            <a:rPr lang="en-US" dirty="0"/>
            <a:t> sale </a:t>
          </a:r>
          <a:r>
            <a:rPr lang="en-US" dirty="0" err="1"/>
            <a:t>esto</a:t>
          </a:r>
          <a:r>
            <a:rPr lang="en-US" dirty="0"/>
            <a:t>!</a:t>
          </a:r>
        </a:p>
      </dgm:t>
    </dgm:pt>
    <dgm:pt modelId="{E36A613B-349A-43C1-9088-278AEC2180B3}" type="parTrans" cxnId="{DFFA134E-AC6E-4762-8121-1F765376F020}">
      <dgm:prSet/>
      <dgm:spPr/>
      <dgm:t>
        <a:bodyPr/>
        <a:lstStyle/>
        <a:p>
          <a:endParaRPr lang="en-US"/>
        </a:p>
      </dgm:t>
    </dgm:pt>
    <dgm:pt modelId="{12F0BD5D-2EC2-4F67-B501-4868AA5B6CF6}" type="sibTrans" cxnId="{DFFA134E-AC6E-4762-8121-1F765376F020}">
      <dgm:prSet/>
      <dgm:spPr/>
      <dgm:t>
        <a:bodyPr/>
        <a:lstStyle/>
        <a:p>
          <a:endParaRPr lang="en-US"/>
        </a:p>
      </dgm:t>
    </dgm:pt>
    <dgm:pt modelId="{BE13AB43-1376-484C-B233-C74A9AF8A312}" type="pres">
      <dgm:prSet presAssocID="{9606C116-9651-4CA4-B06B-BCF4CF4FABBF}" presName="Name0" presStyleCnt="0">
        <dgm:presLayoutVars>
          <dgm:dir/>
          <dgm:animLvl val="lvl"/>
          <dgm:resizeHandles val="exact"/>
        </dgm:presLayoutVars>
      </dgm:prSet>
      <dgm:spPr/>
    </dgm:pt>
    <dgm:pt modelId="{E7E9ED53-29EF-4E73-BB98-093BA9B46C3E}" type="pres">
      <dgm:prSet presAssocID="{F1EA8DB9-280C-4581-912E-923E46BBF468}" presName="composite" presStyleCnt="0"/>
      <dgm:spPr/>
    </dgm:pt>
    <dgm:pt modelId="{93A4FACC-EA35-4B92-A37B-9080587365EA}" type="pres">
      <dgm:prSet presAssocID="{F1EA8DB9-280C-4581-912E-923E46BBF468}" presName="parTx" presStyleLbl="alignNode1" presStyleIdx="0" presStyleCnt="3" custLinFactNeighborX="-1052" custLinFactNeighborY="950">
        <dgm:presLayoutVars>
          <dgm:chMax val="0"/>
          <dgm:chPref val="0"/>
          <dgm:bulletEnabled val="1"/>
        </dgm:presLayoutVars>
      </dgm:prSet>
      <dgm:spPr/>
    </dgm:pt>
    <dgm:pt modelId="{4F3DAC19-014C-4F34-812D-16A8440D1885}" type="pres">
      <dgm:prSet presAssocID="{F1EA8DB9-280C-4581-912E-923E46BBF468}" presName="desTx" presStyleLbl="alignAccFollowNode1" presStyleIdx="0" presStyleCnt="3">
        <dgm:presLayoutVars>
          <dgm:bulletEnabled val="1"/>
        </dgm:presLayoutVars>
      </dgm:prSet>
      <dgm:spPr/>
    </dgm:pt>
    <dgm:pt modelId="{3D53A9A6-B4D3-45FB-92BF-AD4ECD470BBC}" type="pres">
      <dgm:prSet presAssocID="{868D1BD8-BD21-43D0-9728-8904BA45F928}" presName="space" presStyleCnt="0"/>
      <dgm:spPr/>
    </dgm:pt>
    <dgm:pt modelId="{ACF9CE3F-C91F-49B2-85A8-4B778ED30AEC}" type="pres">
      <dgm:prSet presAssocID="{EB71657A-DD98-4FD6-9DF2-974714EC6AA4}" presName="composite" presStyleCnt="0"/>
      <dgm:spPr/>
    </dgm:pt>
    <dgm:pt modelId="{88A85F18-6906-49FE-9587-3D8953779B54}" type="pres">
      <dgm:prSet presAssocID="{EB71657A-DD98-4FD6-9DF2-974714EC6AA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67844A1-51CE-458A-9D98-B5C8CBC4C305}" type="pres">
      <dgm:prSet presAssocID="{EB71657A-DD98-4FD6-9DF2-974714EC6AA4}" presName="desTx" presStyleLbl="alignAccFollowNode1" presStyleIdx="1" presStyleCnt="3">
        <dgm:presLayoutVars>
          <dgm:bulletEnabled val="1"/>
        </dgm:presLayoutVars>
      </dgm:prSet>
      <dgm:spPr/>
    </dgm:pt>
    <dgm:pt modelId="{F9A31974-D598-4EA2-BC59-E0474F70D92C}" type="pres">
      <dgm:prSet presAssocID="{5C2707D6-417E-4532-BCBF-C54D30ACE42E}" presName="space" presStyleCnt="0"/>
      <dgm:spPr/>
    </dgm:pt>
    <dgm:pt modelId="{15A2F485-A14D-4F2C-A1F9-31880705DE24}" type="pres">
      <dgm:prSet presAssocID="{25226662-BBB6-4806-9FA9-F1A3FB31D7BC}" presName="composite" presStyleCnt="0"/>
      <dgm:spPr/>
    </dgm:pt>
    <dgm:pt modelId="{6E006022-69E2-45CE-85AA-EDCFDC3AAA2D}" type="pres">
      <dgm:prSet presAssocID="{25226662-BBB6-4806-9FA9-F1A3FB31D7B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94ECE79-609D-4F50-ABC7-216C300C7950}" type="pres">
      <dgm:prSet presAssocID="{25226662-BBB6-4806-9FA9-F1A3FB31D7B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0CB7110-32DD-4457-A35A-F5DF0CB07A32}" type="presOf" srcId="{9606C116-9651-4CA4-B06B-BCF4CF4FABBF}" destId="{BE13AB43-1376-484C-B233-C74A9AF8A312}" srcOrd="0" destOrd="0" presId="urn:microsoft.com/office/officeart/2005/8/layout/hList1"/>
    <dgm:cxn modelId="{16DC5C18-2565-4006-A41D-384B8BA973A4}" type="presOf" srcId="{84B5563E-6A90-4127-8001-5CAEF8F63967}" destId="{D67844A1-51CE-458A-9D98-B5C8CBC4C305}" srcOrd="0" destOrd="0" presId="urn:microsoft.com/office/officeart/2005/8/layout/hList1"/>
    <dgm:cxn modelId="{79F3091F-A4C1-433B-9071-9069E706ACA7}" srcId="{F1EA8DB9-280C-4581-912E-923E46BBF468}" destId="{9026DA85-0A75-4F4D-8DDF-91764682FC7B}" srcOrd="1" destOrd="0" parTransId="{F80260E9-A455-408A-BB3F-57F8FB4F699E}" sibTransId="{C58A74E2-64CE-4A31-8BBB-C17E7EB001F5}"/>
    <dgm:cxn modelId="{F2B07624-8856-46DF-901B-3C31A5C3071E}" type="presOf" srcId="{4299A75E-18D3-48AC-8C96-F685653ED653}" destId="{594ECE79-609D-4F50-ABC7-216C300C7950}" srcOrd="0" destOrd="0" presId="urn:microsoft.com/office/officeart/2005/8/layout/hList1"/>
    <dgm:cxn modelId="{607A0E25-A096-4905-A43B-AF82CE10DD27}" type="presOf" srcId="{EB71657A-DD98-4FD6-9DF2-974714EC6AA4}" destId="{88A85F18-6906-49FE-9587-3D8953779B54}" srcOrd="0" destOrd="0" presId="urn:microsoft.com/office/officeart/2005/8/layout/hList1"/>
    <dgm:cxn modelId="{F06FF134-AF47-4A1A-99E9-3BA30F5067E5}" srcId="{25226662-BBB6-4806-9FA9-F1A3FB31D7BC}" destId="{4299A75E-18D3-48AC-8C96-F685653ED653}" srcOrd="0" destOrd="0" parTransId="{A12F8B86-D131-40C0-820B-0E5C32BDF271}" sibTransId="{6B3B55BA-0D22-4A91-8F07-8590936EB845}"/>
    <dgm:cxn modelId="{AB54B95D-CC0B-4E86-B913-54D343D97F31}" srcId="{9606C116-9651-4CA4-B06B-BCF4CF4FABBF}" destId="{EB71657A-DD98-4FD6-9DF2-974714EC6AA4}" srcOrd="1" destOrd="0" parTransId="{23E663D0-6887-4E25-9E16-0E3D5DDBC83D}" sibTransId="{5C2707D6-417E-4532-BCBF-C54D30ACE42E}"/>
    <dgm:cxn modelId="{15BF7C43-01E5-4168-9F16-72F9B79A0824}" type="presOf" srcId="{21BAF100-63C0-44E1-874B-64AFD9B38BEB}" destId="{D67844A1-51CE-458A-9D98-B5C8CBC4C305}" srcOrd="0" destOrd="2" presId="urn:microsoft.com/office/officeart/2005/8/layout/hList1"/>
    <dgm:cxn modelId="{672AE944-9666-4999-81E1-915A64688340}" type="presOf" srcId="{F1EA8DB9-280C-4581-912E-923E46BBF468}" destId="{93A4FACC-EA35-4B92-A37B-9080587365EA}" srcOrd="0" destOrd="0" presId="urn:microsoft.com/office/officeart/2005/8/layout/hList1"/>
    <dgm:cxn modelId="{DFFA134E-AC6E-4762-8121-1F765376F020}" srcId="{F1EA8DB9-280C-4581-912E-923E46BBF468}" destId="{46AEDE84-0BB8-4044-83CF-5C0F7919460D}" srcOrd="2" destOrd="0" parTransId="{E36A613B-349A-43C1-9088-278AEC2180B3}" sibTransId="{12F0BD5D-2EC2-4F67-B501-4868AA5B6CF6}"/>
    <dgm:cxn modelId="{B2F2FF6E-186E-4857-985F-BBD148410705}" type="presOf" srcId="{6E2F2C43-FEBA-48C3-BFB6-248DFCCD05CC}" destId="{D67844A1-51CE-458A-9D98-B5C8CBC4C305}" srcOrd="0" destOrd="1" presId="urn:microsoft.com/office/officeart/2005/8/layout/hList1"/>
    <dgm:cxn modelId="{6C534154-D427-42D9-B071-05A76DE06B04}" srcId="{F1EA8DB9-280C-4581-912E-923E46BBF468}" destId="{9A7C309C-8503-45CF-9CC0-7B5A0FFAD7C9}" srcOrd="0" destOrd="0" parTransId="{28C5E3FF-863C-494C-AEE0-5123899F6E00}" sibTransId="{49B31621-7D8E-4A96-84DF-608BB8ED5EE5}"/>
    <dgm:cxn modelId="{A7BF5B55-F643-4BE1-B289-E00277BF5F9D}" srcId="{9606C116-9651-4CA4-B06B-BCF4CF4FABBF}" destId="{25226662-BBB6-4806-9FA9-F1A3FB31D7BC}" srcOrd="2" destOrd="0" parTransId="{6FCBD2C4-23ED-47EB-A0C0-4D42103A65EB}" sibTransId="{7FE5BD03-A0EF-4E2D-ABA1-9D44BC0E52C3}"/>
    <dgm:cxn modelId="{EBE64856-99B6-450C-A8FF-E7975C3A5CA1}" type="presOf" srcId="{9A7C309C-8503-45CF-9CC0-7B5A0FFAD7C9}" destId="{4F3DAC19-014C-4F34-812D-16A8440D1885}" srcOrd="0" destOrd="0" presId="urn:microsoft.com/office/officeart/2005/8/layout/hList1"/>
    <dgm:cxn modelId="{CC057A79-9917-48E9-ACBD-51D3ABA48659}" type="presOf" srcId="{46AEDE84-0BB8-4044-83CF-5C0F7919460D}" destId="{4F3DAC19-014C-4F34-812D-16A8440D1885}" srcOrd="0" destOrd="2" presId="urn:microsoft.com/office/officeart/2005/8/layout/hList1"/>
    <dgm:cxn modelId="{601E057C-950C-47AA-A683-3432CDE46B23}" type="presOf" srcId="{9026DA85-0A75-4F4D-8DDF-91764682FC7B}" destId="{4F3DAC19-014C-4F34-812D-16A8440D1885}" srcOrd="0" destOrd="1" presId="urn:microsoft.com/office/officeart/2005/8/layout/hList1"/>
    <dgm:cxn modelId="{D059FC98-07B5-489C-B6E1-F5FD120B80BB}" srcId="{EB71657A-DD98-4FD6-9DF2-974714EC6AA4}" destId="{84B5563E-6A90-4127-8001-5CAEF8F63967}" srcOrd="0" destOrd="0" parTransId="{778A06F5-0EAA-47FD-9953-8C01989BEB95}" sibTransId="{5A160F60-02B3-4915-90C7-0508423B250E}"/>
    <dgm:cxn modelId="{999781AB-0DDB-4D9F-AA96-5599B1FA7EDE}" type="presOf" srcId="{D2C64DBE-C63F-4479-825C-039F4DC8DC92}" destId="{4F3DAC19-014C-4F34-812D-16A8440D1885}" srcOrd="0" destOrd="3" presId="urn:microsoft.com/office/officeart/2005/8/layout/hList1"/>
    <dgm:cxn modelId="{C64707AE-05F9-4909-8F11-9D686576DF25}" srcId="{F1EA8DB9-280C-4581-912E-923E46BBF468}" destId="{D2C64DBE-C63F-4479-825C-039F4DC8DC92}" srcOrd="3" destOrd="0" parTransId="{DE13C6EE-4322-43A0-9E95-8487039A411F}" sibTransId="{45D83521-B452-4F11-8164-0ADFA402FD0D}"/>
    <dgm:cxn modelId="{27B79BAE-F0D6-4701-930E-634DE567EE9C}" type="presOf" srcId="{25226662-BBB6-4806-9FA9-F1A3FB31D7BC}" destId="{6E006022-69E2-45CE-85AA-EDCFDC3AAA2D}" srcOrd="0" destOrd="0" presId="urn:microsoft.com/office/officeart/2005/8/layout/hList1"/>
    <dgm:cxn modelId="{AE7E45CA-CF7B-4776-93C1-0769780943BF}" srcId="{EB71657A-DD98-4FD6-9DF2-974714EC6AA4}" destId="{6E2F2C43-FEBA-48C3-BFB6-248DFCCD05CC}" srcOrd="1" destOrd="0" parTransId="{B493AF8E-4401-435A-BC2D-2B349910D153}" sibTransId="{796F0892-F9B1-4600-AF96-94B287FFED09}"/>
    <dgm:cxn modelId="{9890CDE4-B2FF-4F91-AADC-40BF858CA51D}" srcId="{EB71657A-DD98-4FD6-9DF2-974714EC6AA4}" destId="{21BAF100-63C0-44E1-874B-64AFD9B38BEB}" srcOrd="2" destOrd="0" parTransId="{53DE2C3D-AFDF-49D4-A936-1671C82AA7FB}" sibTransId="{FBCDC2FA-0975-4DA4-893C-411C85947BC9}"/>
    <dgm:cxn modelId="{AEFFE3F3-DD77-4545-989D-A1D30E06D33E}" srcId="{9606C116-9651-4CA4-B06B-BCF4CF4FABBF}" destId="{F1EA8DB9-280C-4581-912E-923E46BBF468}" srcOrd="0" destOrd="0" parTransId="{205FFBB7-7950-479C-8D2C-6978DBB147AB}" sibTransId="{868D1BD8-BD21-43D0-9728-8904BA45F928}"/>
    <dgm:cxn modelId="{D250F0A5-29E3-4AC9-AE5F-90061EED111D}" type="presParOf" srcId="{BE13AB43-1376-484C-B233-C74A9AF8A312}" destId="{E7E9ED53-29EF-4E73-BB98-093BA9B46C3E}" srcOrd="0" destOrd="0" presId="urn:microsoft.com/office/officeart/2005/8/layout/hList1"/>
    <dgm:cxn modelId="{A824474F-0336-4D40-9591-B1FFC04DBF0D}" type="presParOf" srcId="{E7E9ED53-29EF-4E73-BB98-093BA9B46C3E}" destId="{93A4FACC-EA35-4B92-A37B-9080587365EA}" srcOrd="0" destOrd="0" presId="urn:microsoft.com/office/officeart/2005/8/layout/hList1"/>
    <dgm:cxn modelId="{0F6AE42B-3ACC-46ED-8155-886257E24105}" type="presParOf" srcId="{E7E9ED53-29EF-4E73-BB98-093BA9B46C3E}" destId="{4F3DAC19-014C-4F34-812D-16A8440D1885}" srcOrd="1" destOrd="0" presId="urn:microsoft.com/office/officeart/2005/8/layout/hList1"/>
    <dgm:cxn modelId="{701C424A-42BB-4A53-B9F7-CB7E97C45617}" type="presParOf" srcId="{BE13AB43-1376-484C-B233-C74A9AF8A312}" destId="{3D53A9A6-B4D3-45FB-92BF-AD4ECD470BBC}" srcOrd="1" destOrd="0" presId="urn:microsoft.com/office/officeart/2005/8/layout/hList1"/>
    <dgm:cxn modelId="{22543269-D950-4B4A-86FB-9F019267038E}" type="presParOf" srcId="{BE13AB43-1376-484C-B233-C74A9AF8A312}" destId="{ACF9CE3F-C91F-49B2-85A8-4B778ED30AEC}" srcOrd="2" destOrd="0" presId="urn:microsoft.com/office/officeart/2005/8/layout/hList1"/>
    <dgm:cxn modelId="{2D47B325-0EB7-4436-A1D9-1715241C480A}" type="presParOf" srcId="{ACF9CE3F-C91F-49B2-85A8-4B778ED30AEC}" destId="{88A85F18-6906-49FE-9587-3D8953779B54}" srcOrd="0" destOrd="0" presId="urn:microsoft.com/office/officeart/2005/8/layout/hList1"/>
    <dgm:cxn modelId="{C0F2CC45-3657-44D1-9CF1-3814965BF010}" type="presParOf" srcId="{ACF9CE3F-C91F-49B2-85A8-4B778ED30AEC}" destId="{D67844A1-51CE-458A-9D98-B5C8CBC4C305}" srcOrd="1" destOrd="0" presId="urn:microsoft.com/office/officeart/2005/8/layout/hList1"/>
    <dgm:cxn modelId="{32FCC52E-4A9F-47C6-8660-E117CB29490D}" type="presParOf" srcId="{BE13AB43-1376-484C-B233-C74A9AF8A312}" destId="{F9A31974-D598-4EA2-BC59-E0474F70D92C}" srcOrd="3" destOrd="0" presId="urn:microsoft.com/office/officeart/2005/8/layout/hList1"/>
    <dgm:cxn modelId="{888C5FF3-01AF-46DA-B646-4016C41E798E}" type="presParOf" srcId="{BE13AB43-1376-484C-B233-C74A9AF8A312}" destId="{15A2F485-A14D-4F2C-A1F9-31880705DE24}" srcOrd="4" destOrd="0" presId="urn:microsoft.com/office/officeart/2005/8/layout/hList1"/>
    <dgm:cxn modelId="{D6F151E1-A6FB-44F5-9DB6-A72BFA052507}" type="presParOf" srcId="{15A2F485-A14D-4F2C-A1F9-31880705DE24}" destId="{6E006022-69E2-45CE-85AA-EDCFDC3AAA2D}" srcOrd="0" destOrd="0" presId="urn:microsoft.com/office/officeart/2005/8/layout/hList1"/>
    <dgm:cxn modelId="{98DE3DE2-7551-4747-824D-6377639FDB37}" type="presParOf" srcId="{15A2F485-A14D-4F2C-A1F9-31880705DE24}" destId="{594ECE79-609D-4F50-ABC7-216C300C795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E4E44DA-72C8-4166-9FC2-5BE5A34F4706}" type="doc">
      <dgm:prSet loTypeId="urn:microsoft.com/office/officeart/2005/8/layout/orgChart1" loCatId="hierarchy" qsTypeId="urn:microsoft.com/office/officeart/2005/8/quickstyle/simple1#5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B3D9E524-775E-47B2-BF96-1EE480A86413}">
      <dgm:prSet phldrT="[Texto]"/>
      <dgm:spPr>
        <a:solidFill>
          <a:schemeClr val="accent5"/>
        </a:solidFill>
      </dgm:spPr>
      <dgm:t>
        <a:bodyPr/>
        <a:lstStyle/>
        <a:p>
          <a:r>
            <a:rPr lang="es-CO" b="1" dirty="0">
              <a:solidFill>
                <a:schemeClr val="bg1"/>
              </a:solidFill>
            </a:rPr>
            <a:t>1. Asignar capital de Riesgo</a:t>
          </a:r>
        </a:p>
        <a:p>
          <a:r>
            <a:rPr lang="es-CO" b="0" noProof="0" dirty="0">
              <a:solidFill>
                <a:schemeClr val="bg1"/>
              </a:solidFill>
            </a:rPr>
            <a:t>Capital de riesgo y ganancias retenidas</a:t>
          </a:r>
        </a:p>
      </dgm:t>
    </dgm:pt>
    <dgm:pt modelId="{C3F0C396-3FA7-429C-8903-92D56ED6D9E9}" type="parTrans" cxnId="{AAD34163-86D8-4D10-8340-89DB1BDEBF19}">
      <dgm:prSet/>
      <dgm:spPr/>
      <dgm:t>
        <a:bodyPr/>
        <a:lstStyle/>
        <a:p>
          <a:endParaRPr lang="en-US"/>
        </a:p>
      </dgm:t>
    </dgm:pt>
    <dgm:pt modelId="{3057729A-EDDD-47C1-820F-EA1A3163C1FC}" type="sibTrans" cxnId="{AAD34163-86D8-4D10-8340-89DB1BDEBF19}">
      <dgm:prSet/>
      <dgm:spPr/>
      <dgm:t>
        <a:bodyPr/>
        <a:lstStyle/>
        <a:p>
          <a:endParaRPr lang="en-US"/>
        </a:p>
      </dgm:t>
    </dgm:pt>
    <dgm:pt modelId="{E8F002F3-3AA7-4C65-8BA5-DC72D7D60AA7}">
      <dgm:prSet phldrT="[Texto]"/>
      <dgm:spPr>
        <a:solidFill>
          <a:schemeClr val="accent5"/>
        </a:solidFill>
      </dgm:spPr>
      <dgm:t>
        <a:bodyPr/>
        <a:lstStyle/>
        <a:p>
          <a:r>
            <a:rPr lang="es-CO" b="1" dirty="0">
              <a:solidFill>
                <a:schemeClr val="bg1"/>
              </a:solidFill>
            </a:rPr>
            <a:t>2. No perder dinero: </a:t>
          </a:r>
        </a:p>
        <a:p>
          <a:r>
            <a:rPr lang="es-CO" dirty="0">
              <a:solidFill>
                <a:schemeClr val="bg1"/>
              </a:solidFill>
            </a:rPr>
            <a:t>2% por </a:t>
          </a:r>
          <a:r>
            <a:rPr lang="es-CO" dirty="0" err="1">
              <a:solidFill>
                <a:schemeClr val="bg1"/>
              </a:solidFill>
            </a:rPr>
            <a:t>trade</a:t>
          </a:r>
          <a:r>
            <a:rPr lang="es-CO" dirty="0">
              <a:solidFill>
                <a:schemeClr val="bg1"/>
              </a:solidFill>
            </a:rPr>
            <a:t> (pero sabemos otras estrategias)</a:t>
          </a:r>
          <a:endParaRPr lang="en-US" dirty="0">
            <a:solidFill>
              <a:schemeClr val="bg1"/>
            </a:solidFill>
          </a:endParaRPr>
        </a:p>
      </dgm:t>
    </dgm:pt>
    <dgm:pt modelId="{E314F167-95B6-4408-90C3-A814C9FC8D66}" type="parTrans" cxnId="{392A52A0-E0E2-43D7-8788-DCAFC260048C}">
      <dgm:prSet/>
      <dgm:spPr/>
      <dgm:t>
        <a:bodyPr/>
        <a:lstStyle/>
        <a:p>
          <a:endParaRPr lang="en-US"/>
        </a:p>
      </dgm:t>
    </dgm:pt>
    <dgm:pt modelId="{D52E802E-850F-48D1-873F-6FB0842E01C0}" type="sibTrans" cxnId="{392A52A0-E0E2-43D7-8788-DCAFC260048C}">
      <dgm:prSet/>
      <dgm:spPr/>
      <dgm:t>
        <a:bodyPr/>
        <a:lstStyle/>
        <a:p>
          <a:endParaRPr lang="en-US"/>
        </a:p>
      </dgm:t>
    </dgm:pt>
    <dgm:pt modelId="{9174F79C-F592-4A8D-B249-972A94514DF4}">
      <dgm:prSet phldrT="[Texto]"/>
      <dgm:spPr>
        <a:solidFill>
          <a:schemeClr val="accent5"/>
        </a:solidFill>
      </dgm:spPr>
      <dgm:t>
        <a:bodyPr/>
        <a:lstStyle/>
        <a:p>
          <a:r>
            <a:rPr lang="es-CO" b="1" dirty="0">
              <a:solidFill>
                <a:schemeClr val="bg1"/>
              </a:solidFill>
            </a:rPr>
            <a:t>3. Ganar lo que mas podamos: </a:t>
          </a:r>
        </a:p>
        <a:p>
          <a:r>
            <a:rPr lang="es-CO" b="0" dirty="0">
              <a:solidFill>
                <a:schemeClr val="bg1"/>
              </a:solidFill>
            </a:rPr>
            <a:t>Preservar ganancias guardando 50% del </a:t>
          </a:r>
          <a:r>
            <a:rPr lang="es-CO" b="0" dirty="0" err="1">
              <a:solidFill>
                <a:schemeClr val="bg1"/>
              </a:solidFill>
            </a:rPr>
            <a:t>profir</a:t>
          </a:r>
          <a:r>
            <a:rPr lang="es-CO" b="0" dirty="0">
              <a:solidFill>
                <a:schemeClr val="bg1"/>
              </a:solidFill>
            </a:rPr>
            <a:t> per </a:t>
          </a:r>
          <a:r>
            <a:rPr lang="es-CO" b="0" dirty="0" err="1">
              <a:solidFill>
                <a:schemeClr val="bg1"/>
              </a:solidFill>
            </a:rPr>
            <a:t>trade</a:t>
          </a:r>
          <a:endParaRPr lang="es-CO" b="0" dirty="0">
            <a:solidFill>
              <a:schemeClr val="bg1"/>
            </a:solidFill>
          </a:endParaRPr>
        </a:p>
        <a:p>
          <a:r>
            <a:rPr lang="en-US" b="0" dirty="0">
              <a:solidFill>
                <a:schemeClr val="bg1"/>
              </a:solidFill>
            </a:rPr>
            <a:t>(Reward)</a:t>
          </a:r>
        </a:p>
      </dgm:t>
    </dgm:pt>
    <dgm:pt modelId="{CBAFF589-F97C-49CF-8DA6-205CD843494F}" type="parTrans" cxnId="{86FCAD9F-6F4B-46DF-AE84-CBF5554570FC}">
      <dgm:prSet/>
      <dgm:spPr/>
      <dgm:t>
        <a:bodyPr/>
        <a:lstStyle/>
        <a:p>
          <a:endParaRPr lang="en-US"/>
        </a:p>
      </dgm:t>
    </dgm:pt>
    <dgm:pt modelId="{FFFA02C3-AFEB-49F9-BAF4-56A1EA92C490}" type="sibTrans" cxnId="{86FCAD9F-6F4B-46DF-AE84-CBF5554570FC}">
      <dgm:prSet/>
      <dgm:spPr/>
      <dgm:t>
        <a:bodyPr/>
        <a:lstStyle/>
        <a:p>
          <a:endParaRPr lang="en-US"/>
        </a:p>
      </dgm:t>
    </dgm:pt>
    <dgm:pt modelId="{73F36F85-EE2B-44B5-BE37-F832700000F8}" type="pres">
      <dgm:prSet presAssocID="{0E4E44DA-72C8-4166-9FC2-5BE5A34F47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B6050F2-81D7-47B7-845C-D577E0BA2543}" type="pres">
      <dgm:prSet presAssocID="{B3D9E524-775E-47B2-BF96-1EE480A86413}" presName="hierRoot1" presStyleCnt="0">
        <dgm:presLayoutVars>
          <dgm:hierBranch val="init"/>
        </dgm:presLayoutVars>
      </dgm:prSet>
      <dgm:spPr/>
    </dgm:pt>
    <dgm:pt modelId="{B257B6A4-0B04-4ECC-9BF8-1D2DB9E480D9}" type="pres">
      <dgm:prSet presAssocID="{B3D9E524-775E-47B2-BF96-1EE480A86413}" presName="rootComposite1" presStyleCnt="0"/>
      <dgm:spPr/>
    </dgm:pt>
    <dgm:pt modelId="{D7DD3725-5470-4E88-ACFB-1081EECCF2A0}" type="pres">
      <dgm:prSet presAssocID="{B3D9E524-775E-47B2-BF96-1EE480A86413}" presName="rootText1" presStyleLbl="node0" presStyleIdx="0" presStyleCnt="1" custScaleX="142142">
        <dgm:presLayoutVars>
          <dgm:chPref val="3"/>
        </dgm:presLayoutVars>
      </dgm:prSet>
      <dgm:spPr/>
    </dgm:pt>
    <dgm:pt modelId="{CDE5CC24-9A8A-4E31-A3B7-1535AC3C28A2}" type="pres">
      <dgm:prSet presAssocID="{B3D9E524-775E-47B2-BF96-1EE480A86413}" presName="rootConnector1" presStyleLbl="node1" presStyleIdx="0" presStyleCnt="0"/>
      <dgm:spPr/>
    </dgm:pt>
    <dgm:pt modelId="{A59F2858-1CB2-4FBF-8520-988B14C8FD14}" type="pres">
      <dgm:prSet presAssocID="{B3D9E524-775E-47B2-BF96-1EE480A86413}" presName="hierChild2" presStyleCnt="0"/>
      <dgm:spPr/>
    </dgm:pt>
    <dgm:pt modelId="{4B93D686-DF88-45AA-B732-A12CC1ECC28E}" type="pres">
      <dgm:prSet presAssocID="{E314F167-95B6-4408-90C3-A814C9FC8D66}" presName="Name37" presStyleLbl="parChTrans1D2" presStyleIdx="0" presStyleCnt="2"/>
      <dgm:spPr/>
    </dgm:pt>
    <dgm:pt modelId="{62D8AB6C-9968-491B-9AEF-1815F938AD93}" type="pres">
      <dgm:prSet presAssocID="{E8F002F3-3AA7-4C65-8BA5-DC72D7D60AA7}" presName="hierRoot2" presStyleCnt="0">
        <dgm:presLayoutVars>
          <dgm:hierBranch val="init"/>
        </dgm:presLayoutVars>
      </dgm:prSet>
      <dgm:spPr/>
    </dgm:pt>
    <dgm:pt modelId="{35915F69-C544-4052-84B4-E2E754E58269}" type="pres">
      <dgm:prSet presAssocID="{E8F002F3-3AA7-4C65-8BA5-DC72D7D60AA7}" presName="rootComposite" presStyleCnt="0"/>
      <dgm:spPr/>
    </dgm:pt>
    <dgm:pt modelId="{9F5DCC8E-091D-4913-9F57-1EFA8A6CA735}" type="pres">
      <dgm:prSet presAssocID="{E8F002F3-3AA7-4C65-8BA5-DC72D7D60AA7}" presName="rootText" presStyleLbl="node2" presStyleIdx="0" presStyleCnt="2" custScaleX="127742">
        <dgm:presLayoutVars>
          <dgm:chPref val="3"/>
        </dgm:presLayoutVars>
      </dgm:prSet>
      <dgm:spPr/>
    </dgm:pt>
    <dgm:pt modelId="{BF6A1B8E-6569-4C43-B435-B2A2CB0458C9}" type="pres">
      <dgm:prSet presAssocID="{E8F002F3-3AA7-4C65-8BA5-DC72D7D60AA7}" presName="rootConnector" presStyleLbl="node2" presStyleIdx="0" presStyleCnt="2"/>
      <dgm:spPr/>
    </dgm:pt>
    <dgm:pt modelId="{F389B143-8B69-4EF4-8162-3578CE18DD09}" type="pres">
      <dgm:prSet presAssocID="{E8F002F3-3AA7-4C65-8BA5-DC72D7D60AA7}" presName="hierChild4" presStyleCnt="0"/>
      <dgm:spPr/>
    </dgm:pt>
    <dgm:pt modelId="{47F91CCC-8E5E-4308-87D2-9825FF36E85B}" type="pres">
      <dgm:prSet presAssocID="{E8F002F3-3AA7-4C65-8BA5-DC72D7D60AA7}" presName="hierChild5" presStyleCnt="0"/>
      <dgm:spPr/>
    </dgm:pt>
    <dgm:pt modelId="{206F5A5F-1064-4AB9-B0A0-C65D05569BBF}" type="pres">
      <dgm:prSet presAssocID="{CBAFF589-F97C-49CF-8DA6-205CD843494F}" presName="Name37" presStyleLbl="parChTrans1D2" presStyleIdx="1" presStyleCnt="2"/>
      <dgm:spPr/>
    </dgm:pt>
    <dgm:pt modelId="{0B0C3B59-3181-439B-9184-CA79ABB477B8}" type="pres">
      <dgm:prSet presAssocID="{9174F79C-F592-4A8D-B249-972A94514DF4}" presName="hierRoot2" presStyleCnt="0">
        <dgm:presLayoutVars>
          <dgm:hierBranch val="init"/>
        </dgm:presLayoutVars>
      </dgm:prSet>
      <dgm:spPr/>
    </dgm:pt>
    <dgm:pt modelId="{C406A08D-FD08-47CC-8046-EE23890EE14B}" type="pres">
      <dgm:prSet presAssocID="{9174F79C-F592-4A8D-B249-972A94514DF4}" presName="rootComposite" presStyleCnt="0"/>
      <dgm:spPr/>
    </dgm:pt>
    <dgm:pt modelId="{F7D298BC-04DB-470A-BB91-CF014E4DDDDC}" type="pres">
      <dgm:prSet presAssocID="{9174F79C-F592-4A8D-B249-972A94514DF4}" presName="rootText" presStyleLbl="node2" presStyleIdx="1" presStyleCnt="2" custScaleX="127742">
        <dgm:presLayoutVars>
          <dgm:chPref val="3"/>
        </dgm:presLayoutVars>
      </dgm:prSet>
      <dgm:spPr/>
    </dgm:pt>
    <dgm:pt modelId="{A50C8C6F-FCAE-4504-AC43-50A544E6CCF0}" type="pres">
      <dgm:prSet presAssocID="{9174F79C-F592-4A8D-B249-972A94514DF4}" presName="rootConnector" presStyleLbl="node2" presStyleIdx="1" presStyleCnt="2"/>
      <dgm:spPr/>
    </dgm:pt>
    <dgm:pt modelId="{5231E330-116A-4618-8713-BEE4670F0D22}" type="pres">
      <dgm:prSet presAssocID="{9174F79C-F592-4A8D-B249-972A94514DF4}" presName="hierChild4" presStyleCnt="0"/>
      <dgm:spPr/>
    </dgm:pt>
    <dgm:pt modelId="{53EDF154-24A9-42C9-82E1-E5342DFF5436}" type="pres">
      <dgm:prSet presAssocID="{9174F79C-F592-4A8D-B249-972A94514DF4}" presName="hierChild5" presStyleCnt="0"/>
      <dgm:spPr/>
    </dgm:pt>
    <dgm:pt modelId="{A3B40C4B-C770-42DC-87A0-53BA6E47AD02}" type="pres">
      <dgm:prSet presAssocID="{B3D9E524-775E-47B2-BF96-1EE480A86413}" presName="hierChild3" presStyleCnt="0"/>
      <dgm:spPr/>
    </dgm:pt>
  </dgm:ptLst>
  <dgm:cxnLst>
    <dgm:cxn modelId="{60319323-F858-4CC5-A774-8445CC614CEF}" type="presOf" srcId="{CBAFF589-F97C-49CF-8DA6-205CD843494F}" destId="{206F5A5F-1064-4AB9-B0A0-C65D05569BBF}" srcOrd="0" destOrd="0" presId="urn:microsoft.com/office/officeart/2005/8/layout/orgChart1"/>
    <dgm:cxn modelId="{27180F5B-FC42-4DD6-98EC-D305BBB80390}" type="presOf" srcId="{E8F002F3-3AA7-4C65-8BA5-DC72D7D60AA7}" destId="{9F5DCC8E-091D-4913-9F57-1EFA8A6CA735}" srcOrd="0" destOrd="0" presId="urn:microsoft.com/office/officeart/2005/8/layout/orgChart1"/>
    <dgm:cxn modelId="{AAD34163-86D8-4D10-8340-89DB1BDEBF19}" srcId="{0E4E44DA-72C8-4166-9FC2-5BE5A34F4706}" destId="{B3D9E524-775E-47B2-BF96-1EE480A86413}" srcOrd="0" destOrd="0" parTransId="{C3F0C396-3FA7-429C-8903-92D56ED6D9E9}" sibTransId="{3057729A-EDDD-47C1-820F-EA1A3163C1FC}"/>
    <dgm:cxn modelId="{AD140C82-4307-4AE5-90B7-F992E7364379}" type="presOf" srcId="{0E4E44DA-72C8-4166-9FC2-5BE5A34F4706}" destId="{73F36F85-EE2B-44B5-BE37-F832700000F8}" srcOrd="0" destOrd="0" presId="urn:microsoft.com/office/officeart/2005/8/layout/orgChart1"/>
    <dgm:cxn modelId="{86FCAD9F-6F4B-46DF-AE84-CBF5554570FC}" srcId="{B3D9E524-775E-47B2-BF96-1EE480A86413}" destId="{9174F79C-F592-4A8D-B249-972A94514DF4}" srcOrd="1" destOrd="0" parTransId="{CBAFF589-F97C-49CF-8DA6-205CD843494F}" sibTransId="{FFFA02C3-AFEB-49F9-BAF4-56A1EA92C490}"/>
    <dgm:cxn modelId="{392A52A0-E0E2-43D7-8788-DCAFC260048C}" srcId="{B3D9E524-775E-47B2-BF96-1EE480A86413}" destId="{E8F002F3-3AA7-4C65-8BA5-DC72D7D60AA7}" srcOrd="0" destOrd="0" parTransId="{E314F167-95B6-4408-90C3-A814C9FC8D66}" sibTransId="{D52E802E-850F-48D1-873F-6FB0842E01C0}"/>
    <dgm:cxn modelId="{897220A9-BC63-4637-B7F9-CD25C0B6A9FB}" type="presOf" srcId="{E314F167-95B6-4408-90C3-A814C9FC8D66}" destId="{4B93D686-DF88-45AA-B732-A12CC1ECC28E}" srcOrd="0" destOrd="0" presId="urn:microsoft.com/office/officeart/2005/8/layout/orgChart1"/>
    <dgm:cxn modelId="{577541AD-BB98-477E-AC67-831862643779}" type="presOf" srcId="{E8F002F3-3AA7-4C65-8BA5-DC72D7D60AA7}" destId="{BF6A1B8E-6569-4C43-B435-B2A2CB0458C9}" srcOrd="1" destOrd="0" presId="urn:microsoft.com/office/officeart/2005/8/layout/orgChart1"/>
    <dgm:cxn modelId="{627845C1-DA7F-4727-8E1A-5F3B65CCCCE0}" type="presOf" srcId="{9174F79C-F592-4A8D-B249-972A94514DF4}" destId="{F7D298BC-04DB-470A-BB91-CF014E4DDDDC}" srcOrd="0" destOrd="0" presId="urn:microsoft.com/office/officeart/2005/8/layout/orgChart1"/>
    <dgm:cxn modelId="{19F6E8DB-A834-4231-994D-FBC36B6FE53A}" type="presOf" srcId="{9174F79C-F592-4A8D-B249-972A94514DF4}" destId="{A50C8C6F-FCAE-4504-AC43-50A544E6CCF0}" srcOrd="1" destOrd="0" presId="urn:microsoft.com/office/officeart/2005/8/layout/orgChart1"/>
    <dgm:cxn modelId="{4BB8A2DC-8774-4105-8651-0BE57A1D82D8}" type="presOf" srcId="{B3D9E524-775E-47B2-BF96-1EE480A86413}" destId="{CDE5CC24-9A8A-4E31-A3B7-1535AC3C28A2}" srcOrd="1" destOrd="0" presId="urn:microsoft.com/office/officeart/2005/8/layout/orgChart1"/>
    <dgm:cxn modelId="{B0F2FEF0-8EA6-4CAA-8C70-36C6F350DB8B}" type="presOf" srcId="{B3D9E524-775E-47B2-BF96-1EE480A86413}" destId="{D7DD3725-5470-4E88-ACFB-1081EECCF2A0}" srcOrd="0" destOrd="0" presId="urn:microsoft.com/office/officeart/2005/8/layout/orgChart1"/>
    <dgm:cxn modelId="{C6039497-03DC-46B2-A6E0-98E1F7DC227B}" type="presParOf" srcId="{73F36F85-EE2B-44B5-BE37-F832700000F8}" destId="{6B6050F2-81D7-47B7-845C-D577E0BA2543}" srcOrd="0" destOrd="0" presId="urn:microsoft.com/office/officeart/2005/8/layout/orgChart1"/>
    <dgm:cxn modelId="{69F10B92-4C18-435F-BCE5-02020441045B}" type="presParOf" srcId="{6B6050F2-81D7-47B7-845C-D577E0BA2543}" destId="{B257B6A4-0B04-4ECC-9BF8-1D2DB9E480D9}" srcOrd="0" destOrd="0" presId="urn:microsoft.com/office/officeart/2005/8/layout/orgChart1"/>
    <dgm:cxn modelId="{C0731804-B2A0-406C-9FD8-96EE7156F58B}" type="presParOf" srcId="{B257B6A4-0B04-4ECC-9BF8-1D2DB9E480D9}" destId="{D7DD3725-5470-4E88-ACFB-1081EECCF2A0}" srcOrd="0" destOrd="0" presId="urn:microsoft.com/office/officeart/2005/8/layout/orgChart1"/>
    <dgm:cxn modelId="{D5894A1B-906B-45C0-AE5C-C863EE0C5E1B}" type="presParOf" srcId="{B257B6A4-0B04-4ECC-9BF8-1D2DB9E480D9}" destId="{CDE5CC24-9A8A-4E31-A3B7-1535AC3C28A2}" srcOrd="1" destOrd="0" presId="urn:microsoft.com/office/officeart/2005/8/layout/orgChart1"/>
    <dgm:cxn modelId="{7F52D035-2CE7-469F-981A-A3834B5DD937}" type="presParOf" srcId="{6B6050F2-81D7-47B7-845C-D577E0BA2543}" destId="{A59F2858-1CB2-4FBF-8520-988B14C8FD14}" srcOrd="1" destOrd="0" presId="urn:microsoft.com/office/officeart/2005/8/layout/orgChart1"/>
    <dgm:cxn modelId="{23A160C5-AD1C-4950-91D9-42882851A5C1}" type="presParOf" srcId="{A59F2858-1CB2-4FBF-8520-988B14C8FD14}" destId="{4B93D686-DF88-45AA-B732-A12CC1ECC28E}" srcOrd="0" destOrd="0" presId="urn:microsoft.com/office/officeart/2005/8/layout/orgChart1"/>
    <dgm:cxn modelId="{9D938EC9-985B-4406-BEAD-EE1260877069}" type="presParOf" srcId="{A59F2858-1CB2-4FBF-8520-988B14C8FD14}" destId="{62D8AB6C-9968-491B-9AEF-1815F938AD93}" srcOrd="1" destOrd="0" presId="urn:microsoft.com/office/officeart/2005/8/layout/orgChart1"/>
    <dgm:cxn modelId="{A71F9E3E-E76B-4EF3-9000-8BB8EB146902}" type="presParOf" srcId="{62D8AB6C-9968-491B-9AEF-1815F938AD93}" destId="{35915F69-C544-4052-84B4-E2E754E58269}" srcOrd="0" destOrd="0" presId="urn:microsoft.com/office/officeart/2005/8/layout/orgChart1"/>
    <dgm:cxn modelId="{18207D1D-B889-472C-AA97-A6E4C78D3A4A}" type="presParOf" srcId="{35915F69-C544-4052-84B4-E2E754E58269}" destId="{9F5DCC8E-091D-4913-9F57-1EFA8A6CA735}" srcOrd="0" destOrd="0" presId="urn:microsoft.com/office/officeart/2005/8/layout/orgChart1"/>
    <dgm:cxn modelId="{01E0968F-1366-4F03-B0F1-97F48516D0A4}" type="presParOf" srcId="{35915F69-C544-4052-84B4-E2E754E58269}" destId="{BF6A1B8E-6569-4C43-B435-B2A2CB0458C9}" srcOrd="1" destOrd="0" presId="urn:microsoft.com/office/officeart/2005/8/layout/orgChart1"/>
    <dgm:cxn modelId="{D14FF27C-CD4A-42CB-BFA4-04A27B0F3EA5}" type="presParOf" srcId="{62D8AB6C-9968-491B-9AEF-1815F938AD93}" destId="{F389B143-8B69-4EF4-8162-3578CE18DD09}" srcOrd="1" destOrd="0" presId="urn:microsoft.com/office/officeart/2005/8/layout/orgChart1"/>
    <dgm:cxn modelId="{350FC22E-2F11-4630-8F88-5698825B7567}" type="presParOf" srcId="{62D8AB6C-9968-491B-9AEF-1815F938AD93}" destId="{47F91CCC-8E5E-4308-87D2-9825FF36E85B}" srcOrd="2" destOrd="0" presId="urn:microsoft.com/office/officeart/2005/8/layout/orgChart1"/>
    <dgm:cxn modelId="{C19C8260-7FA5-49BE-9B9C-BE06681E2799}" type="presParOf" srcId="{A59F2858-1CB2-4FBF-8520-988B14C8FD14}" destId="{206F5A5F-1064-4AB9-B0A0-C65D05569BBF}" srcOrd="2" destOrd="0" presId="urn:microsoft.com/office/officeart/2005/8/layout/orgChart1"/>
    <dgm:cxn modelId="{75434F2A-AF40-48DB-9E7D-60585E2EE247}" type="presParOf" srcId="{A59F2858-1CB2-4FBF-8520-988B14C8FD14}" destId="{0B0C3B59-3181-439B-9184-CA79ABB477B8}" srcOrd="3" destOrd="0" presId="urn:microsoft.com/office/officeart/2005/8/layout/orgChart1"/>
    <dgm:cxn modelId="{3A3A2917-C708-4998-A485-653E7F1CDAD1}" type="presParOf" srcId="{0B0C3B59-3181-439B-9184-CA79ABB477B8}" destId="{C406A08D-FD08-47CC-8046-EE23890EE14B}" srcOrd="0" destOrd="0" presId="urn:microsoft.com/office/officeart/2005/8/layout/orgChart1"/>
    <dgm:cxn modelId="{22DAB3AB-427E-450B-89A3-182052F6BCB9}" type="presParOf" srcId="{C406A08D-FD08-47CC-8046-EE23890EE14B}" destId="{F7D298BC-04DB-470A-BB91-CF014E4DDDDC}" srcOrd="0" destOrd="0" presId="urn:microsoft.com/office/officeart/2005/8/layout/orgChart1"/>
    <dgm:cxn modelId="{59D50A31-79BA-4BEF-AF99-CD20051A1F07}" type="presParOf" srcId="{C406A08D-FD08-47CC-8046-EE23890EE14B}" destId="{A50C8C6F-FCAE-4504-AC43-50A544E6CCF0}" srcOrd="1" destOrd="0" presId="urn:microsoft.com/office/officeart/2005/8/layout/orgChart1"/>
    <dgm:cxn modelId="{9D8ABC6C-5DD4-4352-A516-78948915E4AC}" type="presParOf" srcId="{0B0C3B59-3181-439B-9184-CA79ABB477B8}" destId="{5231E330-116A-4618-8713-BEE4670F0D22}" srcOrd="1" destOrd="0" presId="urn:microsoft.com/office/officeart/2005/8/layout/orgChart1"/>
    <dgm:cxn modelId="{5F6A3A7D-01B3-49AF-A6DB-4ECD63F5958C}" type="presParOf" srcId="{0B0C3B59-3181-439B-9184-CA79ABB477B8}" destId="{53EDF154-24A9-42C9-82E1-E5342DFF5436}" srcOrd="2" destOrd="0" presId="urn:microsoft.com/office/officeart/2005/8/layout/orgChart1"/>
    <dgm:cxn modelId="{8D5EDF1B-C387-420D-9E8C-C6FA1D94CE89}" type="presParOf" srcId="{6B6050F2-81D7-47B7-845C-D577E0BA2543}" destId="{A3B40C4B-C770-42DC-87A0-53BA6E47AD0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606C116-9651-4CA4-B06B-BCF4CF4FABBF}" type="doc">
      <dgm:prSet loTypeId="urn:microsoft.com/office/officeart/2005/8/layout/hList1" loCatId="list" qsTypeId="urn:microsoft.com/office/officeart/2005/8/quickstyle/simple1#7" qsCatId="simple" csTypeId="urn:microsoft.com/office/officeart/2005/8/colors/accent1_2#6" csCatId="accent1" phldr="1"/>
      <dgm:spPr/>
      <dgm:t>
        <a:bodyPr/>
        <a:lstStyle/>
        <a:p>
          <a:endParaRPr lang="en-US"/>
        </a:p>
      </dgm:t>
    </dgm:pt>
    <dgm:pt modelId="{F1EA8DB9-280C-4581-912E-923E46BBF468}">
      <dgm:prSet phldrT="[Text]" phldr="0"/>
      <dgm:spPr/>
      <dgm:t>
        <a:bodyPr/>
        <a:lstStyle/>
        <a:p>
          <a:r>
            <a:rPr lang="es-CO" noProof="0" dirty="0"/>
            <a:t>Capital de riesgo</a:t>
          </a:r>
        </a:p>
      </dgm:t>
    </dgm:pt>
    <dgm:pt modelId="{205FFBB7-7950-479C-8D2C-6978DBB147AB}" type="parTrans" cxnId="{AEFFE3F3-DD77-4545-989D-A1D30E06D33E}">
      <dgm:prSet/>
      <dgm:spPr/>
      <dgm:t>
        <a:bodyPr/>
        <a:lstStyle/>
        <a:p>
          <a:endParaRPr lang="en-US"/>
        </a:p>
      </dgm:t>
    </dgm:pt>
    <dgm:pt modelId="{868D1BD8-BD21-43D0-9728-8904BA45F928}" type="sibTrans" cxnId="{AEFFE3F3-DD77-4545-989D-A1D30E06D33E}">
      <dgm:prSet/>
      <dgm:spPr/>
      <dgm:t>
        <a:bodyPr/>
        <a:lstStyle/>
        <a:p>
          <a:endParaRPr lang="en-US"/>
        </a:p>
      </dgm:t>
    </dgm:pt>
    <dgm:pt modelId="{9A7C309C-8503-45CF-9CC0-7B5A0FFAD7C9}">
      <dgm:prSet phldrT="[Text]"/>
      <dgm:spPr/>
      <dgm:t>
        <a:bodyPr/>
        <a:lstStyle/>
        <a:p>
          <a:r>
            <a:rPr lang="es-CO" dirty="0">
              <a:ea typeface="Calibri"/>
              <a:cs typeface="Calibri"/>
            </a:rPr>
            <a:t>T1: +100</a:t>
          </a:r>
          <a:r>
            <a:rPr lang="en-US" dirty="0"/>
            <a:t> </a:t>
          </a:r>
        </a:p>
      </dgm:t>
    </dgm:pt>
    <dgm:pt modelId="{28C5E3FF-863C-494C-AEE0-5123899F6E00}" type="parTrans" cxnId="{6C534154-D427-42D9-B071-05A76DE06B04}">
      <dgm:prSet/>
      <dgm:spPr/>
      <dgm:t>
        <a:bodyPr/>
        <a:lstStyle/>
        <a:p>
          <a:endParaRPr lang="en-US"/>
        </a:p>
      </dgm:t>
    </dgm:pt>
    <dgm:pt modelId="{49B31621-7D8E-4A96-84DF-608BB8ED5EE5}" type="sibTrans" cxnId="{6C534154-D427-42D9-B071-05A76DE06B04}">
      <dgm:prSet/>
      <dgm:spPr/>
      <dgm:t>
        <a:bodyPr/>
        <a:lstStyle/>
        <a:p>
          <a:endParaRPr lang="en-US"/>
        </a:p>
      </dgm:t>
    </dgm:pt>
    <dgm:pt modelId="{EB71657A-DD98-4FD6-9DF2-974714EC6AA4}">
      <dgm:prSet phldrT="[Text]" phldr="0"/>
      <dgm:spPr/>
      <dgm:t>
        <a:bodyPr/>
        <a:lstStyle/>
        <a:p>
          <a:r>
            <a:rPr lang="es-CO" noProof="0" dirty="0"/>
            <a:t>Riesgo:</a:t>
          </a:r>
        </a:p>
      </dgm:t>
    </dgm:pt>
    <dgm:pt modelId="{23E663D0-6887-4E25-9E16-0E3D5DDBC83D}" type="parTrans" cxnId="{AB54B95D-CC0B-4E86-B913-54D343D97F31}">
      <dgm:prSet/>
      <dgm:spPr/>
      <dgm:t>
        <a:bodyPr/>
        <a:lstStyle/>
        <a:p>
          <a:endParaRPr lang="en-US"/>
        </a:p>
      </dgm:t>
    </dgm:pt>
    <dgm:pt modelId="{5C2707D6-417E-4532-BCBF-C54D30ACE42E}" type="sibTrans" cxnId="{AB54B95D-CC0B-4E86-B913-54D343D97F31}">
      <dgm:prSet/>
      <dgm:spPr/>
      <dgm:t>
        <a:bodyPr/>
        <a:lstStyle/>
        <a:p>
          <a:endParaRPr lang="en-US"/>
        </a:p>
      </dgm:t>
    </dgm:pt>
    <dgm:pt modelId="{F19663F8-1170-4D5E-9474-CE03376282FC}">
      <dgm:prSet phldrT="[Text]" phldr="0"/>
      <dgm:spPr/>
      <dgm:t>
        <a:bodyPr/>
        <a:lstStyle/>
        <a:p>
          <a:r>
            <a:rPr lang="es-CO" noProof="0" dirty="0"/>
            <a:t>Ganancias retenidas</a:t>
          </a:r>
        </a:p>
      </dgm:t>
    </dgm:pt>
    <dgm:pt modelId="{D0384B06-6520-4AE0-A1E3-1932FD767AE3}" type="parTrans" cxnId="{17DFC699-6EE2-4BBF-A08D-1A6E51F94C66}">
      <dgm:prSet/>
      <dgm:spPr/>
      <dgm:t>
        <a:bodyPr/>
        <a:lstStyle/>
        <a:p>
          <a:endParaRPr lang="en-US"/>
        </a:p>
      </dgm:t>
    </dgm:pt>
    <dgm:pt modelId="{915277DF-155A-47CD-BA66-3A8D1E856324}" type="sibTrans" cxnId="{17DFC699-6EE2-4BBF-A08D-1A6E51F94C66}">
      <dgm:prSet/>
      <dgm:spPr/>
      <dgm:t>
        <a:bodyPr/>
        <a:lstStyle/>
        <a:p>
          <a:endParaRPr lang="en-US"/>
        </a:p>
      </dgm:t>
    </dgm:pt>
    <dgm:pt modelId="{3F139272-FABE-40FE-A1BF-2116973B3A82}">
      <dgm:prSet phldrT="[Text]" phldr="0"/>
      <dgm:spPr/>
      <dgm:t>
        <a:bodyPr/>
        <a:lstStyle/>
        <a:p>
          <a:r>
            <a:rPr lang="es-CO" noProof="0" dirty="0"/>
            <a:t>+3</a:t>
          </a:r>
        </a:p>
      </dgm:t>
    </dgm:pt>
    <dgm:pt modelId="{91A3842F-35A6-403C-800B-285EADE92C91}" type="parTrans" cxnId="{2A4B3434-1F10-4FFC-9AD3-9BBEFFE70B30}">
      <dgm:prSet/>
      <dgm:spPr/>
      <dgm:t>
        <a:bodyPr/>
        <a:lstStyle/>
        <a:p>
          <a:endParaRPr lang="en-US"/>
        </a:p>
      </dgm:t>
    </dgm:pt>
    <dgm:pt modelId="{34D50079-C839-4E97-B526-ECDE1FAFE27A}" type="sibTrans" cxnId="{2A4B3434-1F10-4FFC-9AD3-9BBEFFE70B30}">
      <dgm:prSet/>
      <dgm:spPr/>
      <dgm:t>
        <a:bodyPr/>
        <a:lstStyle/>
        <a:p>
          <a:endParaRPr lang="en-US"/>
        </a:p>
      </dgm:t>
    </dgm:pt>
    <dgm:pt modelId="{AD715AF7-244C-45F5-8D38-BAF40CF2EF4C}">
      <dgm:prSet phldrT="[Text]" phldr="0"/>
      <dgm:spPr/>
      <dgm:t>
        <a:bodyPr/>
        <a:lstStyle/>
        <a:p>
          <a:r>
            <a:rPr lang="es-CO" noProof="0" dirty="0"/>
            <a:t>+1.5 (+1.5)</a:t>
          </a:r>
        </a:p>
      </dgm:t>
    </dgm:pt>
    <dgm:pt modelId="{9ACF5F3D-0A61-469B-8234-BE82EB8FABD0}" type="parTrans" cxnId="{CCAB7D9F-87DA-4ED9-A8CE-CE923C3B59FB}">
      <dgm:prSet/>
      <dgm:spPr/>
      <dgm:t>
        <a:bodyPr/>
        <a:lstStyle/>
        <a:p>
          <a:endParaRPr lang="en-US"/>
        </a:p>
      </dgm:t>
    </dgm:pt>
    <dgm:pt modelId="{F400F766-B16C-4928-9B3D-1C207A617E9E}" type="sibTrans" cxnId="{CCAB7D9F-87DA-4ED9-A8CE-CE923C3B59FB}">
      <dgm:prSet/>
      <dgm:spPr/>
      <dgm:t>
        <a:bodyPr/>
        <a:lstStyle/>
        <a:p>
          <a:endParaRPr lang="en-US"/>
        </a:p>
      </dgm:t>
    </dgm:pt>
    <dgm:pt modelId="{446E3D33-E4E9-410B-9046-42A674249A6D}">
      <dgm:prSet phldrT="[Text]"/>
      <dgm:spPr/>
      <dgm:t>
        <a:bodyPr/>
        <a:lstStyle/>
        <a:p>
          <a:r>
            <a:rPr lang="en-US" dirty="0"/>
            <a:t>T2: +101.5</a:t>
          </a:r>
        </a:p>
      </dgm:t>
    </dgm:pt>
    <dgm:pt modelId="{91276EEA-9A78-4158-846D-7DF2B81BC0A2}" type="parTrans" cxnId="{1FB612C0-0530-41BC-95CB-CB41F83375A4}">
      <dgm:prSet/>
      <dgm:spPr/>
      <dgm:t>
        <a:bodyPr/>
        <a:lstStyle/>
        <a:p>
          <a:endParaRPr lang="en-US"/>
        </a:p>
      </dgm:t>
    </dgm:pt>
    <dgm:pt modelId="{0EB48867-70F1-4C34-ADA3-C77B2195597A}" type="sibTrans" cxnId="{1FB612C0-0530-41BC-95CB-CB41F83375A4}">
      <dgm:prSet/>
      <dgm:spPr/>
      <dgm:t>
        <a:bodyPr/>
        <a:lstStyle/>
        <a:p>
          <a:endParaRPr lang="en-US"/>
        </a:p>
      </dgm:t>
    </dgm:pt>
    <dgm:pt modelId="{F39ADE9A-A77B-46FE-B9D7-3836ACA22E2A}">
      <dgm:prSet phldrT="[Text]" phldr="0"/>
      <dgm:spPr/>
      <dgm:t>
        <a:bodyPr/>
        <a:lstStyle/>
        <a:p>
          <a:r>
            <a:rPr lang="es-CO" noProof="0" dirty="0" err="1"/>
            <a:t>Trades</a:t>
          </a:r>
          <a:r>
            <a:rPr lang="es-CO" noProof="0" dirty="0"/>
            <a:t> (1R/R)</a:t>
          </a:r>
        </a:p>
      </dgm:t>
    </dgm:pt>
    <dgm:pt modelId="{4EBBB4A9-7345-4796-BEE1-9A6C3739FCC4}" type="parTrans" cxnId="{A0DD27E9-7EEF-4A71-8EE8-57A074FDF49C}">
      <dgm:prSet/>
      <dgm:spPr/>
      <dgm:t>
        <a:bodyPr/>
        <a:lstStyle/>
        <a:p>
          <a:endParaRPr lang="en-US"/>
        </a:p>
      </dgm:t>
    </dgm:pt>
    <dgm:pt modelId="{9B63F47B-87F4-4E16-A52C-7409A7BDC6F3}" type="sibTrans" cxnId="{A0DD27E9-7EEF-4A71-8EE8-57A074FDF49C}">
      <dgm:prSet/>
      <dgm:spPr/>
      <dgm:t>
        <a:bodyPr/>
        <a:lstStyle/>
        <a:p>
          <a:endParaRPr lang="en-US"/>
        </a:p>
      </dgm:t>
    </dgm:pt>
    <dgm:pt modelId="{64244747-826E-4A52-A87D-CFD7F863ADAB}">
      <dgm:prSet phldrT="[Text]" phldr="0"/>
      <dgm:spPr/>
      <dgm:t>
        <a:bodyPr/>
        <a:lstStyle/>
        <a:p>
          <a:r>
            <a:rPr lang="es-CO" noProof="0" dirty="0"/>
            <a:t>3%</a:t>
          </a:r>
        </a:p>
      </dgm:t>
    </dgm:pt>
    <dgm:pt modelId="{EBB58DFD-8F6E-460A-9980-05B398E03EED}" type="parTrans" cxnId="{43711797-EF75-4803-8CC3-840458422C9A}">
      <dgm:prSet/>
      <dgm:spPr/>
      <dgm:t>
        <a:bodyPr/>
        <a:lstStyle/>
        <a:p>
          <a:endParaRPr lang="en-US"/>
        </a:p>
      </dgm:t>
    </dgm:pt>
    <dgm:pt modelId="{8D06EB3A-AC35-4888-9837-49A254A604A0}" type="sibTrans" cxnId="{43711797-EF75-4803-8CC3-840458422C9A}">
      <dgm:prSet/>
      <dgm:spPr/>
      <dgm:t>
        <a:bodyPr/>
        <a:lstStyle/>
        <a:p>
          <a:endParaRPr lang="en-US"/>
        </a:p>
      </dgm:t>
    </dgm:pt>
    <dgm:pt modelId="{E47512DF-4954-4DBD-B277-B9C537EC94FE}">
      <dgm:prSet phldrT="[Text]" phldr="0"/>
      <dgm:spPr/>
      <dgm:t>
        <a:bodyPr/>
        <a:lstStyle/>
        <a:p>
          <a:r>
            <a:rPr lang="es-CO" noProof="0" dirty="0"/>
            <a:t>Capital de riesgo final</a:t>
          </a:r>
        </a:p>
      </dgm:t>
    </dgm:pt>
    <dgm:pt modelId="{76A52F59-F2D5-46DD-A676-4A5982FDF614}" type="parTrans" cxnId="{A9E2FCB9-A7C9-4562-805E-1E1E3FAE080C}">
      <dgm:prSet/>
      <dgm:spPr/>
      <dgm:t>
        <a:bodyPr/>
        <a:lstStyle/>
        <a:p>
          <a:endParaRPr lang="en-US"/>
        </a:p>
      </dgm:t>
    </dgm:pt>
    <dgm:pt modelId="{B6AC3F8D-DE90-45E8-B762-3AE574113384}" type="sibTrans" cxnId="{A9E2FCB9-A7C9-4562-805E-1E1E3FAE080C}">
      <dgm:prSet/>
      <dgm:spPr/>
      <dgm:t>
        <a:bodyPr/>
        <a:lstStyle/>
        <a:p>
          <a:endParaRPr lang="en-US"/>
        </a:p>
      </dgm:t>
    </dgm:pt>
    <dgm:pt modelId="{481F708E-50C0-4764-AB0D-046294BEDA57}">
      <dgm:prSet phldrT="[Text]" phldr="0"/>
      <dgm:spPr/>
      <dgm:t>
        <a:bodyPr/>
        <a:lstStyle/>
        <a:p>
          <a:r>
            <a:rPr lang="es-CO" noProof="0" dirty="0"/>
            <a:t>101.5</a:t>
          </a:r>
        </a:p>
      </dgm:t>
    </dgm:pt>
    <dgm:pt modelId="{92BF4808-F955-4F9C-888B-EC25962CC87C}" type="parTrans" cxnId="{A6846D28-87EB-4351-83B0-D0145119FE71}">
      <dgm:prSet/>
      <dgm:spPr/>
      <dgm:t>
        <a:bodyPr/>
        <a:lstStyle/>
        <a:p>
          <a:endParaRPr lang="en-US"/>
        </a:p>
      </dgm:t>
    </dgm:pt>
    <dgm:pt modelId="{83BDD2BB-92D0-4FCC-8CD7-C4E4498F2135}" type="sibTrans" cxnId="{A6846D28-87EB-4351-83B0-D0145119FE71}">
      <dgm:prSet/>
      <dgm:spPr/>
      <dgm:t>
        <a:bodyPr/>
        <a:lstStyle/>
        <a:p>
          <a:endParaRPr lang="en-US"/>
        </a:p>
      </dgm:t>
    </dgm:pt>
    <dgm:pt modelId="{560DD177-4206-4B77-8807-A8D81E74EEF4}">
      <dgm:prSet phldrT="[Text]" phldr="0"/>
      <dgm:spPr/>
      <dgm:t>
        <a:bodyPr/>
        <a:lstStyle/>
        <a:p>
          <a:r>
            <a:rPr lang="es-CO" noProof="0" dirty="0"/>
            <a:t>+3.045</a:t>
          </a:r>
        </a:p>
      </dgm:t>
    </dgm:pt>
    <dgm:pt modelId="{AE920691-B8D5-4269-B161-D54E8A0B4FFB}" type="parTrans" cxnId="{82F7BC01-2BC0-4E08-AFF2-A83A0FEFEA1E}">
      <dgm:prSet/>
      <dgm:spPr/>
      <dgm:t>
        <a:bodyPr/>
        <a:lstStyle/>
        <a:p>
          <a:endParaRPr lang="en-US"/>
        </a:p>
      </dgm:t>
    </dgm:pt>
    <dgm:pt modelId="{505B12B5-2912-4221-B015-494E86F9350B}" type="sibTrans" cxnId="{82F7BC01-2BC0-4E08-AFF2-A83A0FEFEA1E}">
      <dgm:prSet/>
      <dgm:spPr/>
      <dgm:t>
        <a:bodyPr/>
        <a:lstStyle/>
        <a:p>
          <a:endParaRPr lang="en-US"/>
        </a:p>
      </dgm:t>
    </dgm:pt>
    <dgm:pt modelId="{4510A62F-D112-428B-A095-E283C95C6A54}">
      <dgm:prSet phldrT="[Text]" phldr="0"/>
      <dgm:spPr/>
      <dgm:t>
        <a:bodyPr/>
        <a:lstStyle/>
        <a:p>
          <a:r>
            <a:rPr lang="es-CO" noProof="0" dirty="0"/>
            <a:t>3%</a:t>
          </a:r>
        </a:p>
      </dgm:t>
    </dgm:pt>
    <dgm:pt modelId="{7CFD99F4-8252-404E-8F21-D581F7220742}" type="parTrans" cxnId="{D46EBEB6-840F-46CE-BF8D-96A0A48F155A}">
      <dgm:prSet/>
      <dgm:spPr/>
      <dgm:t>
        <a:bodyPr/>
        <a:lstStyle/>
        <a:p>
          <a:endParaRPr lang="en-US"/>
        </a:p>
      </dgm:t>
    </dgm:pt>
    <dgm:pt modelId="{4090D59E-9856-4610-BBED-E1AE8F531355}" type="sibTrans" cxnId="{D46EBEB6-840F-46CE-BF8D-96A0A48F155A}">
      <dgm:prSet/>
      <dgm:spPr/>
      <dgm:t>
        <a:bodyPr/>
        <a:lstStyle/>
        <a:p>
          <a:endParaRPr lang="en-US"/>
        </a:p>
      </dgm:t>
    </dgm:pt>
    <dgm:pt modelId="{97677B3F-D910-4924-B2D4-CB9AFE5F78C0}">
      <dgm:prSet phldrT="[Text]" phldr="0"/>
      <dgm:spPr/>
      <dgm:t>
        <a:bodyPr/>
        <a:lstStyle/>
        <a:p>
          <a:r>
            <a:rPr lang="es-CO" noProof="0" dirty="0"/>
            <a:t>+3.0225 </a:t>
          </a:r>
        </a:p>
      </dgm:t>
    </dgm:pt>
    <dgm:pt modelId="{11485ED4-5B31-4B32-A2C4-EE1A76031364}" type="parTrans" cxnId="{CAFCE6C8-BD09-431E-9FCE-234D50AA26D2}">
      <dgm:prSet/>
      <dgm:spPr/>
      <dgm:t>
        <a:bodyPr/>
        <a:lstStyle/>
        <a:p>
          <a:endParaRPr lang="en-US"/>
        </a:p>
      </dgm:t>
    </dgm:pt>
    <dgm:pt modelId="{3F300FB0-EB8B-41AF-850A-93B6CF16AE56}" type="sibTrans" cxnId="{CAFCE6C8-BD09-431E-9FCE-234D50AA26D2}">
      <dgm:prSet/>
      <dgm:spPr/>
      <dgm:t>
        <a:bodyPr/>
        <a:lstStyle/>
        <a:p>
          <a:endParaRPr lang="en-US"/>
        </a:p>
      </dgm:t>
    </dgm:pt>
    <dgm:pt modelId="{F0C7299C-310A-4315-A465-C45CAC11477E}">
      <dgm:prSet phldrT="[Text]" phldr="0"/>
      <dgm:spPr/>
      <dgm:t>
        <a:bodyPr/>
        <a:lstStyle/>
        <a:p>
          <a:r>
            <a:rPr lang="es-CO" noProof="0" dirty="0"/>
            <a:t>103.225</a:t>
          </a:r>
        </a:p>
      </dgm:t>
    </dgm:pt>
    <dgm:pt modelId="{9F412EFC-43A7-407E-A0FE-EE8695E2D85A}" type="parTrans" cxnId="{C20DC936-4ABE-4AC5-A9A3-291954AA2564}">
      <dgm:prSet/>
      <dgm:spPr/>
      <dgm:t>
        <a:bodyPr/>
        <a:lstStyle/>
        <a:p>
          <a:endParaRPr lang="en-US"/>
        </a:p>
      </dgm:t>
    </dgm:pt>
    <dgm:pt modelId="{E6503136-8CF1-4AF4-A6DE-5E6199ED4981}" type="sibTrans" cxnId="{C20DC936-4ABE-4AC5-A9A3-291954AA2564}">
      <dgm:prSet/>
      <dgm:spPr/>
      <dgm:t>
        <a:bodyPr/>
        <a:lstStyle/>
        <a:p>
          <a:endParaRPr lang="en-US"/>
        </a:p>
      </dgm:t>
    </dgm:pt>
    <dgm:pt modelId="{7962EE43-639B-4A83-997A-ACE545F9AD12}">
      <dgm:prSet phldrT="[Text]"/>
      <dgm:spPr/>
      <dgm:t>
        <a:bodyPr/>
        <a:lstStyle/>
        <a:p>
          <a:r>
            <a:rPr lang="en-US" dirty="0"/>
            <a:t>T3: +103.225</a:t>
          </a:r>
        </a:p>
      </dgm:t>
    </dgm:pt>
    <dgm:pt modelId="{0EFB5CBA-F6CF-4B66-9B76-B5C869082D17}" type="parTrans" cxnId="{0D31CEC8-8425-42CE-8390-C7C1D03105F9}">
      <dgm:prSet/>
      <dgm:spPr/>
      <dgm:t>
        <a:bodyPr/>
        <a:lstStyle/>
        <a:p>
          <a:endParaRPr lang="en-US"/>
        </a:p>
      </dgm:t>
    </dgm:pt>
    <dgm:pt modelId="{E13393FD-BB5C-4175-9D99-2D049F813C93}" type="sibTrans" cxnId="{0D31CEC8-8425-42CE-8390-C7C1D03105F9}">
      <dgm:prSet/>
      <dgm:spPr/>
      <dgm:t>
        <a:bodyPr/>
        <a:lstStyle/>
        <a:p>
          <a:endParaRPr lang="en-US"/>
        </a:p>
      </dgm:t>
    </dgm:pt>
    <dgm:pt modelId="{F1695032-58A2-4D4C-80E3-AF51090459E5}">
      <dgm:prSet phldrT="[Text]" phldr="0"/>
      <dgm:spPr/>
      <dgm:t>
        <a:bodyPr/>
        <a:lstStyle/>
        <a:p>
          <a:r>
            <a:rPr lang="es-CO" noProof="0" dirty="0"/>
            <a:t>3%</a:t>
          </a:r>
        </a:p>
      </dgm:t>
    </dgm:pt>
    <dgm:pt modelId="{83E572A3-98AC-47A3-8DF4-18E1222FA660}" type="parTrans" cxnId="{674BF103-8663-41BC-B306-3E976A3B27E8}">
      <dgm:prSet/>
      <dgm:spPr/>
      <dgm:t>
        <a:bodyPr/>
        <a:lstStyle/>
        <a:p>
          <a:endParaRPr lang="en-US"/>
        </a:p>
      </dgm:t>
    </dgm:pt>
    <dgm:pt modelId="{90A361BB-F25B-4864-B2B3-B0FA1BC1611D}" type="sibTrans" cxnId="{674BF103-8663-41BC-B306-3E976A3B27E8}">
      <dgm:prSet/>
      <dgm:spPr/>
      <dgm:t>
        <a:bodyPr/>
        <a:lstStyle/>
        <a:p>
          <a:endParaRPr lang="en-US"/>
        </a:p>
      </dgm:t>
    </dgm:pt>
    <dgm:pt modelId="{E2908C58-B8C9-4541-AAAE-5C02D0580794}">
      <dgm:prSet phldrT="[Text]" phldr="0"/>
      <dgm:spPr/>
      <dgm:t>
        <a:bodyPr/>
        <a:lstStyle/>
        <a:p>
          <a:r>
            <a:rPr lang="es-CO" noProof="0" dirty="0"/>
            <a:t>-3.090</a:t>
          </a:r>
        </a:p>
      </dgm:t>
    </dgm:pt>
    <dgm:pt modelId="{A33DED52-6706-4CD3-83C4-AA2FE034B677}" type="parTrans" cxnId="{E19C3743-05D1-41E8-861F-F921AE33BE23}">
      <dgm:prSet/>
      <dgm:spPr/>
      <dgm:t>
        <a:bodyPr/>
        <a:lstStyle/>
        <a:p>
          <a:endParaRPr lang="en-US"/>
        </a:p>
      </dgm:t>
    </dgm:pt>
    <dgm:pt modelId="{FC37129E-BED1-42E2-8788-E333BC718166}" type="sibTrans" cxnId="{E19C3743-05D1-41E8-861F-F921AE33BE23}">
      <dgm:prSet/>
      <dgm:spPr/>
      <dgm:t>
        <a:bodyPr/>
        <a:lstStyle/>
        <a:p>
          <a:endParaRPr lang="en-US"/>
        </a:p>
      </dgm:t>
    </dgm:pt>
    <dgm:pt modelId="{42A6FD14-5E3A-4E02-9790-16A6E86FAE79}">
      <dgm:prSet phldrT="[Text]" phldr="0"/>
      <dgm:spPr/>
      <dgm:t>
        <a:bodyPr/>
        <a:lstStyle/>
        <a:p>
          <a:r>
            <a:rPr lang="es-CO" noProof="0" dirty="0"/>
            <a:t>+3.0225 (+0)</a:t>
          </a:r>
        </a:p>
      </dgm:t>
    </dgm:pt>
    <dgm:pt modelId="{79B7B4C0-494E-4199-BBDC-5AF0441FDFAB}" type="parTrans" cxnId="{DEFF3659-9657-4C53-9260-FF9D1FB1AAD2}">
      <dgm:prSet/>
      <dgm:spPr/>
      <dgm:t>
        <a:bodyPr/>
        <a:lstStyle/>
        <a:p>
          <a:endParaRPr lang="en-US"/>
        </a:p>
      </dgm:t>
    </dgm:pt>
    <dgm:pt modelId="{72E7348D-3B31-4ECD-8E69-0A5A1777345C}" type="sibTrans" cxnId="{DEFF3659-9657-4C53-9260-FF9D1FB1AAD2}">
      <dgm:prSet/>
      <dgm:spPr/>
      <dgm:t>
        <a:bodyPr/>
        <a:lstStyle/>
        <a:p>
          <a:endParaRPr lang="en-US"/>
        </a:p>
      </dgm:t>
    </dgm:pt>
    <dgm:pt modelId="{692A7DA7-9876-4A08-8F8C-907A9F22D254}">
      <dgm:prSet phldrT="[Text]" phldr="0"/>
      <dgm:spPr/>
      <dgm:t>
        <a:bodyPr/>
        <a:lstStyle/>
        <a:p>
          <a:r>
            <a:rPr lang="en-US" b="0" i="0" u="none" dirty="0"/>
            <a:t>99.93183</a:t>
          </a:r>
          <a:endParaRPr lang="es-CO" noProof="0" dirty="0"/>
        </a:p>
      </dgm:t>
    </dgm:pt>
    <dgm:pt modelId="{AFF6174D-E0A9-4637-9A67-07D8170C5B01}" type="parTrans" cxnId="{18A8C166-24E2-4724-8C30-66E0486CB441}">
      <dgm:prSet/>
      <dgm:spPr/>
      <dgm:t>
        <a:bodyPr/>
        <a:lstStyle/>
        <a:p>
          <a:endParaRPr lang="en-US"/>
        </a:p>
      </dgm:t>
    </dgm:pt>
    <dgm:pt modelId="{5A901345-E590-44C7-A569-6F86D9BD98DE}" type="sibTrans" cxnId="{18A8C166-24E2-4724-8C30-66E0486CB441}">
      <dgm:prSet/>
      <dgm:spPr/>
      <dgm:t>
        <a:bodyPr/>
        <a:lstStyle/>
        <a:p>
          <a:endParaRPr lang="en-US"/>
        </a:p>
      </dgm:t>
    </dgm:pt>
    <dgm:pt modelId="{F2530F24-07F2-4E34-8E1D-0DB44AC8F9AE}">
      <dgm:prSet phldrT="[Text]"/>
      <dgm:spPr/>
      <dgm:t>
        <a:bodyPr/>
        <a:lstStyle/>
        <a:p>
          <a:r>
            <a:rPr lang="en-US" dirty="0"/>
            <a:t>T4: +99.93</a:t>
          </a:r>
        </a:p>
      </dgm:t>
    </dgm:pt>
    <dgm:pt modelId="{DDC6CB51-41F1-4E5B-B043-67CC48830B53}" type="parTrans" cxnId="{CAFA507E-BD9E-4D6D-88B6-C99B8AA286C2}">
      <dgm:prSet/>
      <dgm:spPr/>
      <dgm:t>
        <a:bodyPr/>
        <a:lstStyle/>
        <a:p>
          <a:endParaRPr lang="en-US"/>
        </a:p>
      </dgm:t>
    </dgm:pt>
    <dgm:pt modelId="{1A68A73E-20BB-4CFE-B893-F9CFC00CA16C}" type="sibTrans" cxnId="{CAFA507E-BD9E-4D6D-88B6-C99B8AA286C2}">
      <dgm:prSet/>
      <dgm:spPr/>
      <dgm:t>
        <a:bodyPr/>
        <a:lstStyle/>
        <a:p>
          <a:endParaRPr lang="en-US"/>
        </a:p>
      </dgm:t>
    </dgm:pt>
    <dgm:pt modelId="{8EFEDE69-2D11-4F09-8836-5A1E2ECB4546}">
      <dgm:prSet phldrT="[Text]" phldr="0"/>
      <dgm:spPr/>
      <dgm:t>
        <a:bodyPr/>
        <a:lstStyle/>
        <a:p>
          <a:r>
            <a:rPr lang="es-CO" noProof="0"/>
            <a:t>3%</a:t>
          </a:r>
          <a:endParaRPr lang="es-CO" noProof="0" dirty="0"/>
        </a:p>
      </dgm:t>
    </dgm:pt>
    <dgm:pt modelId="{606A6B19-036C-4118-B11C-D46A8FA7C298}" type="parTrans" cxnId="{03E1D9E7-0283-4BAF-B87B-9C88F28F6561}">
      <dgm:prSet/>
      <dgm:spPr/>
      <dgm:t>
        <a:bodyPr/>
        <a:lstStyle/>
        <a:p>
          <a:endParaRPr lang="en-US"/>
        </a:p>
      </dgm:t>
    </dgm:pt>
    <dgm:pt modelId="{6A83D2BD-E3D5-46D2-A68F-5C676151FEC0}" type="sibTrans" cxnId="{03E1D9E7-0283-4BAF-B87B-9C88F28F6561}">
      <dgm:prSet/>
      <dgm:spPr/>
      <dgm:t>
        <a:bodyPr/>
        <a:lstStyle/>
        <a:p>
          <a:endParaRPr lang="en-US"/>
        </a:p>
      </dgm:t>
    </dgm:pt>
    <dgm:pt modelId="{5D918268-98AF-4502-B757-596D0EEF05A7}">
      <dgm:prSet phldrT="[Text]" phldr="0"/>
      <dgm:spPr/>
      <dgm:t>
        <a:bodyPr/>
        <a:lstStyle/>
        <a:p>
          <a:r>
            <a:rPr lang="es-CO" noProof="0" dirty="0"/>
            <a:t>+</a:t>
          </a:r>
          <a:r>
            <a:rPr lang="en-US" b="0" i="0" u="none" dirty="0"/>
            <a:t>2.9979</a:t>
          </a:r>
          <a:endParaRPr lang="es-CO" noProof="0" dirty="0"/>
        </a:p>
      </dgm:t>
    </dgm:pt>
    <dgm:pt modelId="{88AF1B82-D101-40F9-A912-61D7B86FC73A}" type="parTrans" cxnId="{93F10A71-010D-4507-8525-8F004EB11E68}">
      <dgm:prSet/>
      <dgm:spPr/>
      <dgm:t>
        <a:bodyPr/>
        <a:lstStyle/>
        <a:p>
          <a:endParaRPr lang="en-US"/>
        </a:p>
      </dgm:t>
    </dgm:pt>
    <dgm:pt modelId="{FDD12EC9-BAD8-45C2-97D4-9220A1F1F466}" type="sibTrans" cxnId="{93F10A71-010D-4507-8525-8F004EB11E68}">
      <dgm:prSet/>
      <dgm:spPr/>
      <dgm:t>
        <a:bodyPr/>
        <a:lstStyle/>
        <a:p>
          <a:endParaRPr lang="en-US"/>
        </a:p>
      </dgm:t>
    </dgm:pt>
    <dgm:pt modelId="{00F81918-EED6-4075-B91F-8558559D2C27}">
      <dgm:prSet phldrT="[Text]" phldr="0"/>
      <dgm:spPr/>
      <dgm:t>
        <a:bodyPr/>
        <a:lstStyle/>
        <a:p>
          <a:r>
            <a:rPr lang="es-CO" noProof="0" dirty="0"/>
            <a:t>+</a:t>
          </a:r>
          <a:r>
            <a:rPr lang="en-US" b="0" i="0" u="none" dirty="0"/>
            <a:t>4.52</a:t>
          </a:r>
          <a:r>
            <a:rPr lang="en-US" dirty="0"/>
            <a:t> (1.499)</a:t>
          </a:r>
          <a:endParaRPr lang="es-CO" noProof="0" dirty="0"/>
        </a:p>
      </dgm:t>
    </dgm:pt>
    <dgm:pt modelId="{52AB51BF-968B-4372-BF26-0CA7ACD33690}" type="parTrans" cxnId="{D09204D1-83B9-4DD8-B212-92C6F3F918C3}">
      <dgm:prSet/>
      <dgm:spPr/>
      <dgm:t>
        <a:bodyPr/>
        <a:lstStyle/>
        <a:p>
          <a:endParaRPr lang="en-US"/>
        </a:p>
      </dgm:t>
    </dgm:pt>
    <dgm:pt modelId="{74506605-2725-4355-A490-1899C14B6ED8}" type="sibTrans" cxnId="{D09204D1-83B9-4DD8-B212-92C6F3F918C3}">
      <dgm:prSet/>
      <dgm:spPr/>
      <dgm:t>
        <a:bodyPr/>
        <a:lstStyle/>
        <a:p>
          <a:endParaRPr lang="en-US"/>
        </a:p>
      </dgm:t>
    </dgm:pt>
    <dgm:pt modelId="{BE13AB43-1376-484C-B233-C74A9AF8A312}" type="pres">
      <dgm:prSet presAssocID="{9606C116-9651-4CA4-B06B-BCF4CF4FABBF}" presName="Name0" presStyleCnt="0">
        <dgm:presLayoutVars>
          <dgm:dir/>
          <dgm:animLvl val="lvl"/>
          <dgm:resizeHandles val="exact"/>
        </dgm:presLayoutVars>
      </dgm:prSet>
      <dgm:spPr/>
    </dgm:pt>
    <dgm:pt modelId="{E7E9ED53-29EF-4E73-BB98-093BA9B46C3E}" type="pres">
      <dgm:prSet presAssocID="{F1EA8DB9-280C-4581-912E-923E46BBF468}" presName="composite" presStyleCnt="0"/>
      <dgm:spPr/>
    </dgm:pt>
    <dgm:pt modelId="{93A4FACC-EA35-4B92-A37B-9080587365EA}" type="pres">
      <dgm:prSet presAssocID="{F1EA8DB9-280C-4581-912E-923E46BBF468}" presName="parTx" presStyleLbl="alignNode1" presStyleIdx="0" presStyleCnt="5" custLinFactNeighborX="-1052" custLinFactNeighborY="950">
        <dgm:presLayoutVars>
          <dgm:chMax val="0"/>
          <dgm:chPref val="0"/>
          <dgm:bulletEnabled val="1"/>
        </dgm:presLayoutVars>
      </dgm:prSet>
      <dgm:spPr/>
    </dgm:pt>
    <dgm:pt modelId="{4F3DAC19-014C-4F34-812D-16A8440D1885}" type="pres">
      <dgm:prSet presAssocID="{F1EA8DB9-280C-4581-912E-923E46BBF468}" presName="desTx" presStyleLbl="alignAccFollowNode1" presStyleIdx="0" presStyleCnt="5">
        <dgm:presLayoutVars>
          <dgm:bulletEnabled val="1"/>
        </dgm:presLayoutVars>
      </dgm:prSet>
      <dgm:spPr/>
    </dgm:pt>
    <dgm:pt modelId="{3D53A9A6-B4D3-45FB-92BF-AD4ECD470BBC}" type="pres">
      <dgm:prSet presAssocID="{868D1BD8-BD21-43D0-9728-8904BA45F928}" presName="space" presStyleCnt="0"/>
      <dgm:spPr/>
    </dgm:pt>
    <dgm:pt modelId="{ACF9CE3F-C91F-49B2-85A8-4B778ED30AEC}" type="pres">
      <dgm:prSet presAssocID="{EB71657A-DD98-4FD6-9DF2-974714EC6AA4}" presName="composite" presStyleCnt="0"/>
      <dgm:spPr/>
    </dgm:pt>
    <dgm:pt modelId="{88A85F18-6906-49FE-9587-3D8953779B54}" type="pres">
      <dgm:prSet presAssocID="{EB71657A-DD98-4FD6-9DF2-974714EC6AA4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D67844A1-51CE-458A-9D98-B5C8CBC4C305}" type="pres">
      <dgm:prSet presAssocID="{EB71657A-DD98-4FD6-9DF2-974714EC6AA4}" presName="desTx" presStyleLbl="alignAccFollowNode1" presStyleIdx="1" presStyleCnt="5">
        <dgm:presLayoutVars>
          <dgm:bulletEnabled val="1"/>
        </dgm:presLayoutVars>
      </dgm:prSet>
      <dgm:spPr/>
    </dgm:pt>
    <dgm:pt modelId="{B2340A1C-BAB6-46FA-AF7F-748CE29F7D20}" type="pres">
      <dgm:prSet presAssocID="{5C2707D6-417E-4532-BCBF-C54D30ACE42E}" presName="space" presStyleCnt="0"/>
      <dgm:spPr/>
    </dgm:pt>
    <dgm:pt modelId="{008826F3-D22E-43DA-8034-08A446DC2DEE}" type="pres">
      <dgm:prSet presAssocID="{F39ADE9A-A77B-46FE-B9D7-3836ACA22E2A}" presName="composite" presStyleCnt="0"/>
      <dgm:spPr/>
    </dgm:pt>
    <dgm:pt modelId="{A9F45EF2-A930-43A0-8A30-EC9D834A22CB}" type="pres">
      <dgm:prSet presAssocID="{F39ADE9A-A77B-46FE-B9D7-3836ACA22E2A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3F8C3805-48B4-4C45-883A-452F53510A60}" type="pres">
      <dgm:prSet presAssocID="{F39ADE9A-A77B-46FE-B9D7-3836ACA22E2A}" presName="desTx" presStyleLbl="alignAccFollowNode1" presStyleIdx="2" presStyleCnt="5">
        <dgm:presLayoutVars>
          <dgm:bulletEnabled val="1"/>
        </dgm:presLayoutVars>
      </dgm:prSet>
      <dgm:spPr/>
    </dgm:pt>
    <dgm:pt modelId="{271F8948-0721-47FE-9965-C736821CFE76}" type="pres">
      <dgm:prSet presAssocID="{9B63F47B-87F4-4E16-A52C-7409A7BDC6F3}" presName="space" presStyleCnt="0"/>
      <dgm:spPr/>
    </dgm:pt>
    <dgm:pt modelId="{276A2D0F-9E8C-4EFC-94FD-DFAC6B8F3CB3}" type="pres">
      <dgm:prSet presAssocID="{F19663F8-1170-4D5E-9474-CE03376282FC}" presName="composite" presStyleCnt="0"/>
      <dgm:spPr/>
    </dgm:pt>
    <dgm:pt modelId="{1FBC48ED-B839-4E68-90F4-0DF2A3464757}" type="pres">
      <dgm:prSet presAssocID="{F19663F8-1170-4D5E-9474-CE03376282FC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EA169325-DAA6-4B31-BBE9-36E569E69E34}" type="pres">
      <dgm:prSet presAssocID="{F19663F8-1170-4D5E-9474-CE03376282FC}" presName="desTx" presStyleLbl="alignAccFollowNode1" presStyleIdx="3" presStyleCnt="5">
        <dgm:presLayoutVars>
          <dgm:bulletEnabled val="1"/>
        </dgm:presLayoutVars>
      </dgm:prSet>
      <dgm:spPr/>
    </dgm:pt>
    <dgm:pt modelId="{068FA7D6-5582-4244-8EDD-D94A65C2A374}" type="pres">
      <dgm:prSet presAssocID="{915277DF-155A-47CD-BA66-3A8D1E856324}" presName="space" presStyleCnt="0"/>
      <dgm:spPr/>
    </dgm:pt>
    <dgm:pt modelId="{B00611C0-96C3-4B6B-91E4-E54C4C949FA9}" type="pres">
      <dgm:prSet presAssocID="{E47512DF-4954-4DBD-B277-B9C537EC94FE}" presName="composite" presStyleCnt="0"/>
      <dgm:spPr/>
    </dgm:pt>
    <dgm:pt modelId="{B64E2DB1-06AC-445B-A35F-E358546A14F9}" type="pres">
      <dgm:prSet presAssocID="{E47512DF-4954-4DBD-B277-B9C537EC94FE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60C28B45-4255-498C-A57F-CDCB8C3F02D1}" type="pres">
      <dgm:prSet presAssocID="{E47512DF-4954-4DBD-B277-B9C537EC94FE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82F7BC01-2BC0-4E08-AFF2-A83A0FEFEA1E}" srcId="{F39ADE9A-A77B-46FE-B9D7-3836ACA22E2A}" destId="{560DD177-4206-4B77-8807-A8D81E74EEF4}" srcOrd="1" destOrd="0" parTransId="{AE920691-B8D5-4269-B161-D54E8A0B4FFB}" sibTransId="{505B12B5-2912-4221-B015-494E86F9350B}"/>
    <dgm:cxn modelId="{674BF103-8663-41BC-B306-3E976A3B27E8}" srcId="{EB71657A-DD98-4FD6-9DF2-974714EC6AA4}" destId="{F1695032-58A2-4D4C-80E3-AF51090459E5}" srcOrd="2" destOrd="0" parTransId="{83E572A3-98AC-47A3-8DF4-18E1222FA660}" sibTransId="{90A361BB-F25B-4864-B2B3-B0FA1BC1611D}"/>
    <dgm:cxn modelId="{D0CB7110-32DD-4457-A35A-F5DF0CB07A32}" type="presOf" srcId="{9606C116-9651-4CA4-B06B-BCF4CF4FABBF}" destId="{BE13AB43-1376-484C-B233-C74A9AF8A312}" srcOrd="0" destOrd="0" presId="urn:microsoft.com/office/officeart/2005/8/layout/hList1"/>
    <dgm:cxn modelId="{E1E7F818-EF69-4CEC-B4CF-14436C4A7300}" type="presOf" srcId="{481F708E-50C0-4764-AB0D-046294BEDA57}" destId="{60C28B45-4255-498C-A57F-CDCB8C3F02D1}" srcOrd="0" destOrd="0" presId="urn:microsoft.com/office/officeart/2005/8/layout/hList1"/>
    <dgm:cxn modelId="{0522341D-6C39-4ACB-8A47-3E9CBF71934B}" type="presOf" srcId="{00F81918-EED6-4075-B91F-8558559D2C27}" destId="{EA169325-DAA6-4B31-BBE9-36E569E69E34}" srcOrd="0" destOrd="3" presId="urn:microsoft.com/office/officeart/2005/8/layout/hList1"/>
    <dgm:cxn modelId="{73260723-0829-4AF8-A5EC-E99D93C3B9CA}" type="presOf" srcId="{446E3D33-E4E9-410B-9046-42A674249A6D}" destId="{4F3DAC19-014C-4F34-812D-16A8440D1885}" srcOrd="0" destOrd="1" presId="urn:microsoft.com/office/officeart/2005/8/layout/hList1"/>
    <dgm:cxn modelId="{1C7BDD24-DAE2-400D-AF00-4533876A26CC}" type="presOf" srcId="{E47512DF-4954-4DBD-B277-B9C537EC94FE}" destId="{B64E2DB1-06AC-445B-A35F-E358546A14F9}" srcOrd="0" destOrd="0" presId="urn:microsoft.com/office/officeart/2005/8/layout/hList1"/>
    <dgm:cxn modelId="{A6846D28-87EB-4351-83B0-D0145119FE71}" srcId="{E47512DF-4954-4DBD-B277-B9C537EC94FE}" destId="{481F708E-50C0-4764-AB0D-046294BEDA57}" srcOrd="0" destOrd="0" parTransId="{92BF4808-F955-4F9C-888B-EC25962CC87C}" sibTransId="{83BDD2BB-92D0-4FCC-8CD7-C4E4498F2135}"/>
    <dgm:cxn modelId="{D05ABB32-FB3F-4590-8481-E198F71B99FA}" type="presOf" srcId="{F19663F8-1170-4D5E-9474-CE03376282FC}" destId="{1FBC48ED-B839-4E68-90F4-0DF2A3464757}" srcOrd="0" destOrd="0" presId="urn:microsoft.com/office/officeart/2005/8/layout/hList1"/>
    <dgm:cxn modelId="{2A4B3434-1F10-4FFC-9AD3-9BBEFFE70B30}" srcId="{F39ADE9A-A77B-46FE-B9D7-3836ACA22E2A}" destId="{3F139272-FABE-40FE-A1BF-2116973B3A82}" srcOrd="0" destOrd="0" parTransId="{91A3842F-35A6-403C-800B-285EADE92C91}" sibTransId="{34D50079-C839-4E97-B526-ECDE1FAFE27A}"/>
    <dgm:cxn modelId="{C20DC936-4ABE-4AC5-A9A3-291954AA2564}" srcId="{E47512DF-4954-4DBD-B277-B9C537EC94FE}" destId="{F0C7299C-310A-4315-A465-C45CAC11477E}" srcOrd="1" destOrd="0" parTransId="{9F412EFC-43A7-407E-A0FE-EE8695E2D85A}" sibTransId="{E6503136-8CF1-4AF4-A6DE-5E6199ED4981}"/>
    <dgm:cxn modelId="{AB54B95D-CC0B-4E86-B913-54D343D97F31}" srcId="{9606C116-9651-4CA4-B06B-BCF4CF4FABBF}" destId="{EB71657A-DD98-4FD6-9DF2-974714EC6AA4}" srcOrd="1" destOrd="0" parTransId="{23E663D0-6887-4E25-9E16-0E3D5DDBC83D}" sibTransId="{5C2707D6-417E-4532-BCBF-C54D30ACE42E}"/>
    <dgm:cxn modelId="{26005F5E-B23B-4575-B969-3599453B0FF4}" type="presOf" srcId="{EB71657A-DD98-4FD6-9DF2-974714EC6AA4}" destId="{88A85F18-6906-49FE-9587-3D8953779B54}" srcOrd="0" destOrd="0" presId="urn:microsoft.com/office/officeart/2005/8/layout/hList1"/>
    <dgm:cxn modelId="{310C7142-343F-4E6F-A258-DCFCD1EC654A}" type="presOf" srcId="{9A7C309C-8503-45CF-9CC0-7B5A0FFAD7C9}" destId="{4F3DAC19-014C-4F34-812D-16A8440D1885}" srcOrd="0" destOrd="0" presId="urn:microsoft.com/office/officeart/2005/8/layout/hList1"/>
    <dgm:cxn modelId="{E19C3743-05D1-41E8-861F-F921AE33BE23}" srcId="{F39ADE9A-A77B-46FE-B9D7-3836ACA22E2A}" destId="{E2908C58-B8C9-4541-AAAE-5C02D0580794}" srcOrd="2" destOrd="0" parTransId="{A33DED52-6706-4CD3-83C4-AA2FE034B677}" sibTransId="{FC37129E-BED1-42E2-8788-E333BC718166}"/>
    <dgm:cxn modelId="{18A8C166-24E2-4724-8C30-66E0486CB441}" srcId="{E47512DF-4954-4DBD-B277-B9C537EC94FE}" destId="{692A7DA7-9876-4A08-8F8C-907A9F22D254}" srcOrd="2" destOrd="0" parTransId="{AFF6174D-E0A9-4637-9A67-07D8170C5B01}" sibTransId="{5A901345-E590-44C7-A569-6F86D9BD98DE}"/>
    <dgm:cxn modelId="{68A1D647-FF32-48CB-8181-56E08A481E7B}" type="presOf" srcId="{5D918268-98AF-4502-B757-596D0EEF05A7}" destId="{3F8C3805-48B4-4C45-883A-452F53510A60}" srcOrd="0" destOrd="3" presId="urn:microsoft.com/office/officeart/2005/8/layout/hList1"/>
    <dgm:cxn modelId="{58ED6E4C-FF3C-400D-9F5F-7A5C958438AC}" type="presOf" srcId="{F1EA8DB9-280C-4581-912E-923E46BBF468}" destId="{93A4FACC-EA35-4B92-A37B-9080587365EA}" srcOrd="0" destOrd="0" presId="urn:microsoft.com/office/officeart/2005/8/layout/hList1"/>
    <dgm:cxn modelId="{CAD5914C-E189-4166-A2E2-0D46132422AA}" type="presOf" srcId="{692A7DA7-9876-4A08-8F8C-907A9F22D254}" destId="{60C28B45-4255-498C-A57F-CDCB8C3F02D1}" srcOrd="0" destOrd="2" presId="urn:microsoft.com/office/officeart/2005/8/layout/hList1"/>
    <dgm:cxn modelId="{1298CE4E-537E-4CED-B367-2EDEA4C28805}" type="presOf" srcId="{560DD177-4206-4B77-8807-A8D81E74EEF4}" destId="{3F8C3805-48B4-4C45-883A-452F53510A60}" srcOrd="0" destOrd="1" presId="urn:microsoft.com/office/officeart/2005/8/layout/hList1"/>
    <dgm:cxn modelId="{93F10A71-010D-4507-8525-8F004EB11E68}" srcId="{F39ADE9A-A77B-46FE-B9D7-3836ACA22E2A}" destId="{5D918268-98AF-4502-B757-596D0EEF05A7}" srcOrd="3" destOrd="0" parTransId="{88AF1B82-D101-40F9-A912-61D7B86FC73A}" sibTransId="{FDD12EC9-BAD8-45C2-97D4-9220A1F1F466}"/>
    <dgm:cxn modelId="{6C534154-D427-42D9-B071-05A76DE06B04}" srcId="{F1EA8DB9-280C-4581-912E-923E46BBF468}" destId="{9A7C309C-8503-45CF-9CC0-7B5A0FFAD7C9}" srcOrd="0" destOrd="0" parTransId="{28C5E3FF-863C-494C-AEE0-5123899F6E00}" sibTransId="{49B31621-7D8E-4A96-84DF-608BB8ED5EE5}"/>
    <dgm:cxn modelId="{DEFF3659-9657-4C53-9260-FF9D1FB1AAD2}" srcId="{F19663F8-1170-4D5E-9474-CE03376282FC}" destId="{42A6FD14-5E3A-4E02-9790-16A6E86FAE79}" srcOrd="2" destOrd="0" parTransId="{79B7B4C0-494E-4199-BBDC-5AF0441FDFAB}" sibTransId="{72E7348D-3B31-4ECD-8E69-0A5A1777345C}"/>
    <dgm:cxn modelId="{CAFA507E-BD9E-4D6D-88B6-C99B8AA286C2}" srcId="{F1EA8DB9-280C-4581-912E-923E46BBF468}" destId="{F2530F24-07F2-4E34-8E1D-0DB44AC8F9AE}" srcOrd="3" destOrd="0" parTransId="{DDC6CB51-41F1-4E5B-B043-67CC48830B53}" sibTransId="{1A68A73E-20BB-4CFE-B893-F9CFC00CA16C}"/>
    <dgm:cxn modelId="{91A07E7F-930C-458C-9F71-A501A0D1860F}" type="presOf" srcId="{42A6FD14-5E3A-4E02-9790-16A6E86FAE79}" destId="{EA169325-DAA6-4B31-BBE9-36E569E69E34}" srcOrd="0" destOrd="2" presId="urn:microsoft.com/office/officeart/2005/8/layout/hList1"/>
    <dgm:cxn modelId="{EB95778A-459E-48C2-AA27-A945938DE53F}" type="presOf" srcId="{AD715AF7-244C-45F5-8D38-BAF40CF2EF4C}" destId="{EA169325-DAA6-4B31-BBE9-36E569E69E34}" srcOrd="0" destOrd="0" presId="urn:microsoft.com/office/officeart/2005/8/layout/hList1"/>
    <dgm:cxn modelId="{09BE4F8C-6E2D-46E6-AC3E-D63BEB2685D0}" type="presOf" srcId="{7962EE43-639B-4A83-997A-ACE545F9AD12}" destId="{4F3DAC19-014C-4F34-812D-16A8440D1885}" srcOrd="0" destOrd="2" presId="urn:microsoft.com/office/officeart/2005/8/layout/hList1"/>
    <dgm:cxn modelId="{43711797-EF75-4803-8CC3-840458422C9A}" srcId="{EB71657A-DD98-4FD6-9DF2-974714EC6AA4}" destId="{64244747-826E-4A52-A87D-CFD7F863ADAB}" srcOrd="0" destOrd="0" parTransId="{EBB58DFD-8F6E-460A-9980-05B398E03EED}" sibTransId="{8D06EB3A-AC35-4888-9837-49A254A604A0}"/>
    <dgm:cxn modelId="{17DFC699-6EE2-4BBF-A08D-1A6E51F94C66}" srcId="{9606C116-9651-4CA4-B06B-BCF4CF4FABBF}" destId="{F19663F8-1170-4D5E-9474-CE03376282FC}" srcOrd="3" destOrd="0" parTransId="{D0384B06-6520-4AE0-A1E3-1932FD767AE3}" sibTransId="{915277DF-155A-47CD-BA66-3A8D1E856324}"/>
    <dgm:cxn modelId="{C527AE9D-6EB9-4F1B-95BB-0F332C5C261F}" type="presOf" srcId="{F0C7299C-310A-4315-A465-C45CAC11477E}" destId="{60C28B45-4255-498C-A57F-CDCB8C3F02D1}" srcOrd="0" destOrd="1" presId="urn:microsoft.com/office/officeart/2005/8/layout/hList1"/>
    <dgm:cxn modelId="{CCAB7D9F-87DA-4ED9-A8CE-CE923C3B59FB}" srcId="{F19663F8-1170-4D5E-9474-CE03376282FC}" destId="{AD715AF7-244C-45F5-8D38-BAF40CF2EF4C}" srcOrd="0" destOrd="0" parTransId="{9ACF5F3D-0A61-469B-8234-BE82EB8FABD0}" sibTransId="{F400F766-B16C-4928-9B3D-1C207A617E9E}"/>
    <dgm:cxn modelId="{5551CFB1-9555-45BB-95FF-45BA2C0D239B}" type="presOf" srcId="{4510A62F-D112-428B-A095-E283C95C6A54}" destId="{D67844A1-51CE-458A-9D98-B5C8CBC4C305}" srcOrd="0" destOrd="1" presId="urn:microsoft.com/office/officeart/2005/8/layout/hList1"/>
    <dgm:cxn modelId="{D46EBEB6-840F-46CE-BF8D-96A0A48F155A}" srcId="{EB71657A-DD98-4FD6-9DF2-974714EC6AA4}" destId="{4510A62F-D112-428B-A095-E283C95C6A54}" srcOrd="1" destOrd="0" parTransId="{7CFD99F4-8252-404E-8F21-D581F7220742}" sibTransId="{4090D59E-9856-4610-BBED-E1AE8F531355}"/>
    <dgm:cxn modelId="{A9E2FCB9-A7C9-4562-805E-1E1E3FAE080C}" srcId="{9606C116-9651-4CA4-B06B-BCF4CF4FABBF}" destId="{E47512DF-4954-4DBD-B277-B9C537EC94FE}" srcOrd="4" destOrd="0" parTransId="{76A52F59-F2D5-46DD-A676-4A5982FDF614}" sibTransId="{B6AC3F8D-DE90-45E8-B762-3AE574113384}"/>
    <dgm:cxn modelId="{1FB612C0-0530-41BC-95CB-CB41F83375A4}" srcId="{F1EA8DB9-280C-4581-912E-923E46BBF468}" destId="{446E3D33-E4E9-410B-9046-42A674249A6D}" srcOrd="1" destOrd="0" parTransId="{91276EEA-9A78-4158-846D-7DF2B81BC0A2}" sibTransId="{0EB48867-70F1-4C34-ADA3-C77B2195597A}"/>
    <dgm:cxn modelId="{ACD51FC7-DE37-4FB1-9EC0-8CDD30E48951}" type="presOf" srcId="{8EFEDE69-2D11-4F09-8836-5A1E2ECB4546}" destId="{D67844A1-51CE-458A-9D98-B5C8CBC4C305}" srcOrd="0" destOrd="3" presId="urn:microsoft.com/office/officeart/2005/8/layout/hList1"/>
    <dgm:cxn modelId="{0D31CEC8-8425-42CE-8390-C7C1D03105F9}" srcId="{F1EA8DB9-280C-4581-912E-923E46BBF468}" destId="{7962EE43-639B-4A83-997A-ACE545F9AD12}" srcOrd="2" destOrd="0" parTransId="{0EFB5CBA-F6CF-4B66-9B76-B5C869082D17}" sibTransId="{E13393FD-BB5C-4175-9D99-2D049F813C93}"/>
    <dgm:cxn modelId="{CAFCE6C8-BD09-431E-9FCE-234D50AA26D2}" srcId="{F19663F8-1170-4D5E-9474-CE03376282FC}" destId="{97677B3F-D910-4924-B2D4-CB9AFE5F78C0}" srcOrd="1" destOrd="0" parTransId="{11485ED4-5B31-4B32-A2C4-EE1A76031364}" sibTransId="{3F300FB0-EB8B-41AF-850A-93B6CF16AE56}"/>
    <dgm:cxn modelId="{61A319CA-71B6-4D09-8C8B-832E27D733BD}" type="presOf" srcId="{64244747-826E-4A52-A87D-CFD7F863ADAB}" destId="{D67844A1-51CE-458A-9D98-B5C8CBC4C305}" srcOrd="0" destOrd="0" presId="urn:microsoft.com/office/officeart/2005/8/layout/hList1"/>
    <dgm:cxn modelId="{5CB027CA-D8BF-4D71-8A8A-03D5E7F9CA23}" type="presOf" srcId="{3F139272-FABE-40FE-A1BF-2116973B3A82}" destId="{3F8C3805-48B4-4C45-883A-452F53510A60}" srcOrd="0" destOrd="0" presId="urn:microsoft.com/office/officeart/2005/8/layout/hList1"/>
    <dgm:cxn modelId="{D09204D1-83B9-4DD8-B212-92C6F3F918C3}" srcId="{F19663F8-1170-4D5E-9474-CE03376282FC}" destId="{00F81918-EED6-4075-B91F-8558559D2C27}" srcOrd="3" destOrd="0" parTransId="{52AB51BF-968B-4372-BF26-0CA7ACD33690}" sibTransId="{74506605-2725-4355-A490-1899C14B6ED8}"/>
    <dgm:cxn modelId="{F16E5AD3-6FBA-4CD9-AFA2-3870B71581C1}" type="presOf" srcId="{F39ADE9A-A77B-46FE-B9D7-3836ACA22E2A}" destId="{A9F45EF2-A930-43A0-8A30-EC9D834A22CB}" srcOrd="0" destOrd="0" presId="urn:microsoft.com/office/officeart/2005/8/layout/hList1"/>
    <dgm:cxn modelId="{65E6A2D5-1DFA-44D5-B64E-D6159F96FD08}" type="presOf" srcId="{97677B3F-D910-4924-B2D4-CB9AFE5F78C0}" destId="{EA169325-DAA6-4B31-BBE9-36E569E69E34}" srcOrd="0" destOrd="1" presId="urn:microsoft.com/office/officeart/2005/8/layout/hList1"/>
    <dgm:cxn modelId="{03E1D9E7-0283-4BAF-B87B-9C88F28F6561}" srcId="{EB71657A-DD98-4FD6-9DF2-974714EC6AA4}" destId="{8EFEDE69-2D11-4F09-8836-5A1E2ECB4546}" srcOrd="3" destOrd="0" parTransId="{606A6B19-036C-4118-B11C-D46A8FA7C298}" sibTransId="{6A83D2BD-E3D5-46D2-A68F-5C676151FEC0}"/>
    <dgm:cxn modelId="{A0DD27E9-7EEF-4A71-8EE8-57A074FDF49C}" srcId="{9606C116-9651-4CA4-B06B-BCF4CF4FABBF}" destId="{F39ADE9A-A77B-46FE-B9D7-3836ACA22E2A}" srcOrd="2" destOrd="0" parTransId="{4EBBB4A9-7345-4796-BEE1-9A6C3739FCC4}" sibTransId="{9B63F47B-87F4-4E16-A52C-7409A7BDC6F3}"/>
    <dgm:cxn modelId="{AEFFE3F3-DD77-4545-989D-A1D30E06D33E}" srcId="{9606C116-9651-4CA4-B06B-BCF4CF4FABBF}" destId="{F1EA8DB9-280C-4581-912E-923E46BBF468}" srcOrd="0" destOrd="0" parTransId="{205FFBB7-7950-479C-8D2C-6978DBB147AB}" sibTransId="{868D1BD8-BD21-43D0-9728-8904BA45F928}"/>
    <dgm:cxn modelId="{3A3939F8-4E15-47F3-BA1A-8C2448B6B7C3}" type="presOf" srcId="{E2908C58-B8C9-4541-AAAE-5C02D0580794}" destId="{3F8C3805-48B4-4C45-883A-452F53510A60}" srcOrd="0" destOrd="2" presId="urn:microsoft.com/office/officeart/2005/8/layout/hList1"/>
    <dgm:cxn modelId="{01C599FB-24AF-48E2-918A-6A0AB871CBCD}" type="presOf" srcId="{F1695032-58A2-4D4C-80E3-AF51090459E5}" destId="{D67844A1-51CE-458A-9D98-B5C8CBC4C305}" srcOrd="0" destOrd="2" presId="urn:microsoft.com/office/officeart/2005/8/layout/hList1"/>
    <dgm:cxn modelId="{945B50FD-8128-494E-9886-2E823C92C0B9}" type="presOf" srcId="{F2530F24-07F2-4E34-8E1D-0DB44AC8F9AE}" destId="{4F3DAC19-014C-4F34-812D-16A8440D1885}" srcOrd="0" destOrd="3" presId="urn:microsoft.com/office/officeart/2005/8/layout/hList1"/>
    <dgm:cxn modelId="{AF727F1A-42BA-4AE8-8E54-FAB7C5C6CE2B}" type="presParOf" srcId="{BE13AB43-1376-484C-B233-C74A9AF8A312}" destId="{E7E9ED53-29EF-4E73-BB98-093BA9B46C3E}" srcOrd="0" destOrd="0" presId="urn:microsoft.com/office/officeart/2005/8/layout/hList1"/>
    <dgm:cxn modelId="{0F1496BB-72B3-467C-B9B6-CD17863450B8}" type="presParOf" srcId="{E7E9ED53-29EF-4E73-BB98-093BA9B46C3E}" destId="{93A4FACC-EA35-4B92-A37B-9080587365EA}" srcOrd="0" destOrd="0" presId="urn:microsoft.com/office/officeart/2005/8/layout/hList1"/>
    <dgm:cxn modelId="{1D5C0EC3-90F3-4F97-AD6E-8C2DB7FCEA34}" type="presParOf" srcId="{E7E9ED53-29EF-4E73-BB98-093BA9B46C3E}" destId="{4F3DAC19-014C-4F34-812D-16A8440D1885}" srcOrd="1" destOrd="0" presId="urn:microsoft.com/office/officeart/2005/8/layout/hList1"/>
    <dgm:cxn modelId="{8894B766-A209-4441-976E-231D42401FCB}" type="presParOf" srcId="{BE13AB43-1376-484C-B233-C74A9AF8A312}" destId="{3D53A9A6-B4D3-45FB-92BF-AD4ECD470BBC}" srcOrd="1" destOrd="0" presId="urn:microsoft.com/office/officeart/2005/8/layout/hList1"/>
    <dgm:cxn modelId="{BE1E3683-4DFA-4587-AD1A-C8890DEAC5FC}" type="presParOf" srcId="{BE13AB43-1376-484C-B233-C74A9AF8A312}" destId="{ACF9CE3F-C91F-49B2-85A8-4B778ED30AEC}" srcOrd="2" destOrd="0" presId="urn:microsoft.com/office/officeart/2005/8/layout/hList1"/>
    <dgm:cxn modelId="{C65DA96E-C936-4297-9FF4-B5C88134F2D3}" type="presParOf" srcId="{ACF9CE3F-C91F-49B2-85A8-4B778ED30AEC}" destId="{88A85F18-6906-49FE-9587-3D8953779B54}" srcOrd="0" destOrd="0" presId="urn:microsoft.com/office/officeart/2005/8/layout/hList1"/>
    <dgm:cxn modelId="{49B1FDDD-70AC-4BD1-8F23-A1B9D996AB5B}" type="presParOf" srcId="{ACF9CE3F-C91F-49B2-85A8-4B778ED30AEC}" destId="{D67844A1-51CE-458A-9D98-B5C8CBC4C305}" srcOrd="1" destOrd="0" presId="urn:microsoft.com/office/officeart/2005/8/layout/hList1"/>
    <dgm:cxn modelId="{229794FC-13DB-43C3-AB85-DB309D76644A}" type="presParOf" srcId="{BE13AB43-1376-484C-B233-C74A9AF8A312}" destId="{B2340A1C-BAB6-46FA-AF7F-748CE29F7D20}" srcOrd="3" destOrd="0" presId="urn:microsoft.com/office/officeart/2005/8/layout/hList1"/>
    <dgm:cxn modelId="{04C62530-D5B0-4CD7-975F-244BF71DCB1E}" type="presParOf" srcId="{BE13AB43-1376-484C-B233-C74A9AF8A312}" destId="{008826F3-D22E-43DA-8034-08A446DC2DEE}" srcOrd="4" destOrd="0" presId="urn:microsoft.com/office/officeart/2005/8/layout/hList1"/>
    <dgm:cxn modelId="{22C46804-4758-4322-8244-F4B567DB95B5}" type="presParOf" srcId="{008826F3-D22E-43DA-8034-08A446DC2DEE}" destId="{A9F45EF2-A930-43A0-8A30-EC9D834A22CB}" srcOrd="0" destOrd="0" presId="urn:microsoft.com/office/officeart/2005/8/layout/hList1"/>
    <dgm:cxn modelId="{A3D68D78-15DD-478C-BDBD-A38B49E2A1C1}" type="presParOf" srcId="{008826F3-D22E-43DA-8034-08A446DC2DEE}" destId="{3F8C3805-48B4-4C45-883A-452F53510A60}" srcOrd="1" destOrd="0" presId="urn:microsoft.com/office/officeart/2005/8/layout/hList1"/>
    <dgm:cxn modelId="{5F46B651-F879-42D5-A7D1-F25704B80ACF}" type="presParOf" srcId="{BE13AB43-1376-484C-B233-C74A9AF8A312}" destId="{271F8948-0721-47FE-9965-C736821CFE76}" srcOrd="5" destOrd="0" presId="urn:microsoft.com/office/officeart/2005/8/layout/hList1"/>
    <dgm:cxn modelId="{5DC471E3-C7F4-4F9C-A58B-5FEB5C8CA05F}" type="presParOf" srcId="{BE13AB43-1376-484C-B233-C74A9AF8A312}" destId="{276A2D0F-9E8C-4EFC-94FD-DFAC6B8F3CB3}" srcOrd="6" destOrd="0" presId="urn:microsoft.com/office/officeart/2005/8/layout/hList1"/>
    <dgm:cxn modelId="{8E8CAA10-0CFB-4885-9403-0D9CFBD5B213}" type="presParOf" srcId="{276A2D0F-9E8C-4EFC-94FD-DFAC6B8F3CB3}" destId="{1FBC48ED-B839-4E68-90F4-0DF2A3464757}" srcOrd="0" destOrd="0" presId="urn:microsoft.com/office/officeart/2005/8/layout/hList1"/>
    <dgm:cxn modelId="{8962A37B-6C90-4F6D-AAAC-8C050E51A88E}" type="presParOf" srcId="{276A2D0F-9E8C-4EFC-94FD-DFAC6B8F3CB3}" destId="{EA169325-DAA6-4B31-BBE9-36E569E69E34}" srcOrd="1" destOrd="0" presId="urn:microsoft.com/office/officeart/2005/8/layout/hList1"/>
    <dgm:cxn modelId="{390C94E7-6CBD-48F8-9C61-A735E32C74A8}" type="presParOf" srcId="{BE13AB43-1376-484C-B233-C74A9AF8A312}" destId="{068FA7D6-5582-4244-8EDD-D94A65C2A374}" srcOrd="7" destOrd="0" presId="urn:microsoft.com/office/officeart/2005/8/layout/hList1"/>
    <dgm:cxn modelId="{77B98612-7A08-426D-A45D-6AC1B7AEDE8E}" type="presParOf" srcId="{BE13AB43-1376-484C-B233-C74A9AF8A312}" destId="{B00611C0-96C3-4B6B-91E4-E54C4C949FA9}" srcOrd="8" destOrd="0" presId="urn:microsoft.com/office/officeart/2005/8/layout/hList1"/>
    <dgm:cxn modelId="{A6DCBFF1-9E77-4056-8BB6-314E2FAD9F05}" type="presParOf" srcId="{B00611C0-96C3-4B6B-91E4-E54C4C949FA9}" destId="{B64E2DB1-06AC-445B-A35F-E358546A14F9}" srcOrd="0" destOrd="0" presId="urn:microsoft.com/office/officeart/2005/8/layout/hList1"/>
    <dgm:cxn modelId="{2F3D1139-1EA1-4E04-B350-13531C4DC9CE}" type="presParOf" srcId="{B00611C0-96C3-4B6B-91E4-E54C4C949FA9}" destId="{60C28B45-4255-498C-A57F-CDCB8C3F02D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606C116-9651-4CA4-B06B-BCF4CF4FABBF}" type="doc">
      <dgm:prSet loTypeId="urn:microsoft.com/office/officeart/2005/8/layout/hList1" loCatId="list" qsTypeId="urn:microsoft.com/office/officeart/2005/8/quickstyle/simple1#8" qsCatId="simple" csTypeId="urn:microsoft.com/office/officeart/2005/8/colors/accent1_2#7" csCatId="accent1" phldr="1"/>
      <dgm:spPr/>
      <dgm:t>
        <a:bodyPr/>
        <a:lstStyle/>
        <a:p>
          <a:endParaRPr lang="en-US"/>
        </a:p>
      </dgm:t>
    </dgm:pt>
    <dgm:pt modelId="{F1EA8DB9-280C-4581-912E-923E46BBF468}">
      <dgm:prSet phldrT="[Text]" phldr="0"/>
      <dgm:spPr/>
      <dgm:t>
        <a:bodyPr/>
        <a:lstStyle/>
        <a:p>
          <a:r>
            <a:rPr lang="es-CO" noProof="0" dirty="0"/>
            <a:t>Capital de riesgo</a:t>
          </a:r>
        </a:p>
      </dgm:t>
    </dgm:pt>
    <dgm:pt modelId="{205FFBB7-7950-479C-8D2C-6978DBB147AB}" type="parTrans" cxnId="{AEFFE3F3-DD77-4545-989D-A1D30E06D33E}">
      <dgm:prSet/>
      <dgm:spPr/>
      <dgm:t>
        <a:bodyPr/>
        <a:lstStyle/>
        <a:p>
          <a:endParaRPr lang="en-US"/>
        </a:p>
      </dgm:t>
    </dgm:pt>
    <dgm:pt modelId="{868D1BD8-BD21-43D0-9728-8904BA45F928}" type="sibTrans" cxnId="{AEFFE3F3-DD77-4545-989D-A1D30E06D33E}">
      <dgm:prSet/>
      <dgm:spPr/>
      <dgm:t>
        <a:bodyPr/>
        <a:lstStyle/>
        <a:p>
          <a:endParaRPr lang="en-US"/>
        </a:p>
      </dgm:t>
    </dgm:pt>
    <dgm:pt modelId="{9A7C309C-8503-45CF-9CC0-7B5A0FFAD7C9}">
      <dgm:prSet phldrT="[Text]"/>
      <dgm:spPr/>
      <dgm:t>
        <a:bodyPr/>
        <a:lstStyle/>
        <a:p>
          <a:r>
            <a:rPr lang="es-CO" dirty="0">
              <a:ea typeface="Calibri"/>
              <a:cs typeface="Calibri"/>
            </a:rPr>
            <a:t>T1: +100</a:t>
          </a:r>
          <a:r>
            <a:rPr lang="en-US" dirty="0"/>
            <a:t> </a:t>
          </a:r>
        </a:p>
      </dgm:t>
    </dgm:pt>
    <dgm:pt modelId="{28C5E3FF-863C-494C-AEE0-5123899F6E00}" type="parTrans" cxnId="{6C534154-D427-42D9-B071-05A76DE06B04}">
      <dgm:prSet/>
      <dgm:spPr/>
      <dgm:t>
        <a:bodyPr/>
        <a:lstStyle/>
        <a:p>
          <a:endParaRPr lang="en-US"/>
        </a:p>
      </dgm:t>
    </dgm:pt>
    <dgm:pt modelId="{49B31621-7D8E-4A96-84DF-608BB8ED5EE5}" type="sibTrans" cxnId="{6C534154-D427-42D9-B071-05A76DE06B04}">
      <dgm:prSet/>
      <dgm:spPr/>
      <dgm:t>
        <a:bodyPr/>
        <a:lstStyle/>
        <a:p>
          <a:endParaRPr lang="en-US"/>
        </a:p>
      </dgm:t>
    </dgm:pt>
    <dgm:pt modelId="{EB71657A-DD98-4FD6-9DF2-974714EC6AA4}">
      <dgm:prSet phldrT="[Text]" phldr="0"/>
      <dgm:spPr/>
      <dgm:t>
        <a:bodyPr/>
        <a:lstStyle/>
        <a:p>
          <a:r>
            <a:rPr lang="es-CO" noProof="0" dirty="0"/>
            <a:t>Riesgo:</a:t>
          </a:r>
        </a:p>
      </dgm:t>
    </dgm:pt>
    <dgm:pt modelId="{23E663D0-6887-4E25-9E16-0E3D5DDBC83D}" type="parTrans" cxnId="{AB54B95D-CC0B-4E86-B913-54D343D97F31}">
      <dgm:prSet/>
      <dgm:spPr/>
      <dgm:t>
        <a:bodyPr/>
        <a:lstStyle/>
        <a:p>
          <a:endParaRPr lang="en-US"/>
        </a:p>
      </dgm:t>
    </dgm:pt>
    <dgm:pt modelId="{5C2707D6-417E-4532-BCBF-C54D30ACE42E}" type="sibTrans" cxnId="{AB54B95D-CC0B-4E86-B913-54D343D97F31}">
      <dgm:prSet/>
      <dgm:spPr/>
      <dgm:t>
        <a:bodyPr/>
        <a:lstStyle/>
        <a:p>
          <a:endParaRPr lang="en-US"/>
        </a:p>
      </dgm:t>
    </dgm:pt>
    <dgm:pt modelId="{F19663F8-1170-4D5E-9474-CE03376282FC}">
      <dgm:prSet phldrT="[Text]" phldr="0"/>
      <dgm:spPr/>
      <dgm:t>
        <a:bodyPr/>
        <a:lstStyle/>
        <a:p>
          <a:r>
            <a:rPr lang="es-CO" noProof="0" dirty="0"/>
            <a:t>Ganancias retenidas</a:t>
          </a:r>
        </a:p>
      </dgm:t>
    </dgm:pt>
    <dgm:pt modelId="{D0384B06-6520-4AE0-A1E3-1932FD767AE3}" type="parTrans" cxnId="{17DFC699-6EE2-4BBF-A08D-1A6E51F94C66}">
      <dgm:prSet/>
      <dgm:spPr/>
      <dgm:t>
        <a:bodyPr/>
        <a:lstStyle/>
        <a:p>
          <a:endParaRPr lang="en-US"/>
        </a:p>
      </dgm:t>
    </dgm:pt>
    <dgm:pt modelId="{915277DF-155A-47CD-BA66-3A8D1E856324}" type="sibTrans" cxnId="{17DFC699-6EE2-4BBF-A08D-1A6E51F94C66}">
      <dgm:prSet/>
      <dgm:spPr/>
      <dgm:t>
        <a:bodyPr/>
        <a:lstStyle/>
        <a:p>
          <a:endParaRPr lang="en-US"/>
        </a:p>
      </dgm:t>
    </dgm:pt>
    <dgm:pt modelId="{3F139272-FABE-40FE-A1BF-2116973B3A82}">
      <dgm:prSet phldrT="[Text]" phldr="0"/>
      <dgm:spPr/>
      <dgm:t>
        <a:bodyPr/>
        <a:lstStyle/>
        <a:p>
          <a:r>
            <a:rPr lang="es-CO" noProof="0" dirty="0"/>
            <a:t>+3</a:t>
          </a:r>
        </a:p>
      </dgm:t>
    </dgm:pt>
    <dgm:pt modelId="{91A3842F-35A6-403C-800B-285EADE92C91}" type="parTrans" cxnId="{2A4B3434-1F10-4FFC-9AD3-9BBEFFE70B30}">
      <dgm:prSet/>
      <dgm:spPr/>
      <dgm:t>
        <a:bodyPr/>
        <a:lstStyle/>
        <a:p>
          <a:endParaRPr lang="en-US"/>
        </a:p>
      </dgm:t>
    </dgm:pt>
    <dgm:pt modelId="{34D50079-C839-4E97-B526-ECDE1FAFE27A}" type="sibTrans" cxnId="{2A4B3434-1F10-4FFC-9AD3-9BBEFFE70B30}">
      <dgm:prSet/>
      <dgm:spPr/>
      <dgm:t>
        <a:bodyPr/>
        <a:lstStyle/>
        <a:p>
          <a:endParaRPr lang="en-US"/>
        </a:p>
      </dgm:t>
    </dgm:pt>
    <dgm:pt modelId="{AD715AF7-244C-45F5-8D38-BAF40CF2EF4C}">
      <dgm:prSet phldrT="[Text]" phldr="0"/>
      <dgm:spPr/>
      <dgm:t>
        <a:bodyPr/>
        <a:lstStyle/>
        <a:p>
          <a:r>
            <a:rPr lang="es-CO" noProof="0" dirty="0"/>
            <a:t>+1.5 (+1.5)</a:t>
          </a:r>
        </a:p>
      </dgm:t>
    </dgm:pt>
    <dgm:pt modelId="{9ACF5F3D-0A61-469B-8234-BE82EB8FABD0}" type="parTrans" cxnId="{CCAB7D9F-87DA-4ED9-A8CE-CE923C3B59FB}">
      <dgm:prSet/>
      <dgm:spPr/>
      <dgm:t>
        <a:bodyPr/>
        <a:lstStyle/>
        <a:p>
          <a:endParaRPr lang="en-US"/>
        </a:p>
      </dgm:t>
    </dgm:pt>
    <dgm:pt modelId="{F400F766-B16C-4928-9B3D-1C207A617E9E}" type="sibTrans" cxnId="{CCAB7D9F-87DA-4ED9-A8CE-CE923C3B59FB}">
      <dgm:prSet/>
      <dgm:spPr/>
      <dgm:t>
        <a:bodyPr/>
        <a:lstStyle/>
        <a:p>
          <a:endParaRPr lang="en-US"/>
        </a:p>
      </dgm:t>
    </dgm:pt>
    <dgm:pt modelId="{446E3D33-E4E9-410B-9046-42A674249A6D}">
      <dgm:prSet phldrT="[Text]"/>
      <dgm:spPr/>
      <dgm:t>
        <a:bodyPr/>
        <a:lstStyle/>
        <a:p>
          <a:r>
            <a:rPr lang="en-US" dirty="0"/>
            <a:t>T2: +101.5</a:t>
          </a:r>
        </a:p>
      </dgm:t>
    </dgm:pt>
    <dgm:pt modelId="{91276EEA-9A78-4158-846D-7DF2B81BC0A2}" type="parTrans" cxnId="{1FB612C0-0530-41BC-95CB-CB41F83375A4}">
      <dgm:prSet/>
      <dgm:spPr/>
      <dgm:t>
        <a:bodyPr/>
        <a:lstStyle/>
        <a:p>
          <a:endParaRPr lang="en-US"/>
        </a:p>
      </dgm:t>
    </dgm:pt>
    <dgm:pt modelId="{0EB48867-70F1-4C34-ADA3-C77B2195597A}" type="sibTrans" cxnId="{1FB612C0-0530-41BC-95CB-CB41F83375A4}">
      <dgm:prSet/>
      <dgm:spPr/>
      <dgm:t>
        <a:bodyPr/>
        <a:lstStyle/>
        <a:p>
          <a:endParaRPr lang="en-US"/>
        </a:p>
      </dgm:t>
    </dgm:pt>
    <dgm:pt modelId="{F39ADE9A-A77B-46FE-B9D7-3836ACA22E2A}">
      <dgm:prSet phldrT="[Text]" phldr="0"/>
      <dgm:spPr/>
      <dgm:t>
        <a:bodyPr/>
        <a:lstStyle/>
        <a:p>
          <a:r>
            <a:rPr lang="es-CO" noProof="0" dirty="0" err="1"/>
            <a:t>Trades</a:t>
          </a:r>
          <a:r>
            <a:rPr lang="es-CO" noProof="0" dirty="0"/>
            <a:t> (1R/R)</a:t>
          </a:r>
        </a:p>
      </dgm:t>
    </dgm:pt>
    <dgm:pt modelId="{4EBBB4A9-7345-4796-BEE1-9A6C3739FCC4}" type="parTrans" cxnId="{A0DD27E9-7EEF-4A71-8EE8-57A074FDF49C}">
      <dgm:prSet/>
      <dgm:spPr/>
      <dgm:t>
        <a:bodyPr/>
        <a:lstStyle/>
        <a:p>
          <a:endParaRPr lang="en-US"/>
        </a:p>
      </dgm:t>
    </dgm:pt>
    <dgm:pt modelId="{9B63F47B-87F4-4E16-A52C-7409A7BDC6F3}" type="sibTrans" cxnId="{A0DD27E9-7EEF-4A71-8EE8-57A074FDF49C}">
      <dgm:prSet/>
      <dgm:spPr/>
      <dgm:t>
        <a:bodyPr/>
        <a:lstStyle/>
        <a:p>
          <a:endParaRPr lang="en-US"/>
        </a:p>
      </dgm:t>
    </dgm:pt>
    <dgm:pt modelId="{64244747-826E-4A52-A87D-CFD7F863ADAB}">
      <dgm:prSet phldrT="[Text]" phldr="0"/>
      <dgm:spPr/>
      <dgm:t>
        <a:bodyPr/>
        <a:lstStyle/>
        <a:p>
          <a:r>
            <a:rPr lang="es-CO" noProof="0" dirty="0"/>
            <a:t>3%</a:t>
          </a:r>
        </a:p>
      </dgm:t>
    </dgm:pt>
    <dgm:pt modelId="{EBB58DFD-8F6E-460A-9980-05B398E03EED}" type="parTrans" cxnId="{43711797-EF75-4803-8CC3-840458422C9A}">
      <dgm:prSet/>
      <dgm:spPr/>
      <dgm:t>
        <a:bodyPr/>
        <a:lstStyle/>
        <a:p>
          <a:endParaRPr lang="en-US"/>
        </a:p>
      </dgm:t>
    </dgm:pt>
    <dgm:pt modelId="{8D06EB3A-AC35-4888-9837-49A254A604A0}" type="sibTrans" cxnId="{43711797-EF75-4803-8CC3-840458422C9A}">
      <dgm:prSet/>
      <dgm:spPr/>
      <dgm:t>
        <a:bodyPr/>
        <a:lstStyle/>
        <a:p>
          <a:endParaRPr lang="en-US"/>
        </a:p>
      </dgm:t>
    </dgm:pt>
    <dgm:pt modelId="{E47512DF-4954-4DBD-B277-B9C537EC94FE}">
      <dgm:prSet phldrT="[Text]" phldr="0"/>
      <dgm:spPr/>
      <dgm:t>
        <a:bodyPr/>
        <a:lstStyle/>
        <a:p>
          <a:r>
            <a:rPr lang="es-CO" noProof="0" dirty="0"/>
            <a:t>Capital de riesgo final</a:t>
          </a:r>
        </a:p>
      </dgm:t>
    </dgm:pt>
    <dgm:pt modelId="{76A52F59-F2D5-46DD-A676-4A5982FDF614}" type="parTrans" cxnId="{A9E2FCB9-A7C9-4562-805E-1E1E3FAE080C}">
      <dgm:prSet/>
      <dgm:spPr/>
      <dgm:t>
        <a:bodyPr/>
        <a:lstStyle/>
        <a:p>
          <a:endParaRPr lang="en-US"/>
        </a:p>
      </dgm:t>
    </dgm:pt>
    <dgm:pt modelId="{B6AC3F8D-DE90-45E8-B762-3AE574113384}" type="sibTrans" cxnId="{A9E2FCB9-A7C9-4562-805E-1E1E3FAE080C}">
      <dgm:prSet/>
      <dgm:spPr/>
      <dgm:t>
        <a:bodyPr/>
        <a:lstStyle/>
        <a:p>
          <a:endParaRPr lang="en-US"/>
        </a:p>
      </dgm:t>
    </dgm:pt>
    <dgm:pt modelId="{481F708E-50C0-4764-AB0D-046294BEDA57}">
      <dgm:prSet phldrT="[Text]" phldr="0"/>
      <dgm:spPr/>
      <dgm:t>
        <a:bodyPr/>
        <a:lstStyle/>
        <a:p>
          <a:r>
            <a:rPr lang="es-CO" noProof="0" dirty="0"/>
            <a:t>101.5</a:t>
          </a:r>
        </a:p>
      </dgm:t>
    </dgm:pt>
    <dgm:pt modelId="{92BF4808-F955-4F9C-888B-EC25962CC87C}" type="parTrans" cxnId="{A6846D28-87EB-4351-83B0-D0145119FE71}">
      <dgm:prSet/>
      <dgm:spPr/>
      <dgm:t>
        <a:bodyPr/>
        <a:lstStyle/>
        <a:p>
          <a:endParaRPr lang="en-US"/>
        </a:p>
      </dgm:t>
    </dgm:pt>
    <dgm:pt modelId="{83BDD2BB-92D0-4FCC-8CD7-C4E4498F2135}" type="sibTrans" cxnId="{A6846D28-87EB-4351-83B0-D0145119FE71}">
      <dgm:prSet/>
      <dgm:spPr/>
      <dgm:t>
        <a:bodyPr/>
        <a:lstStyle/>
        <a:p>
          <a:endParaRPr lang="en-US"/>
        </a:p>
      </dgm:t>
    </dgm:pt>
    <dgm:pt modelId="{560DD177-4206-4B77-8807-A8D81E74EEF4}">
      <dgm:prSet phldrT="[Text]" phldr="0"/>
      <dgm:spPr/>
      <dgm:t>
        <a:bodyPr/>
        <a:lstStyle/>
        <a:p>
          <a:r>
            <a:rPr lang="es-CO" noProof="0" dirty="0"/>
            <a:t>+3.045</a:t>
          </a:r>
        </a:p>
      </dgm:t>
    </dgm:pt>
    <dgm:pt modelId="{AE920691-B8D5-4269-B161-D54E8A0B4FFB}" type="parTrans" cxnId="{82F7BC01-2BC0-4E08-AFF2-A83A0FEFEA1E}">
      <dgm:prSet/>
      <dgm:spPr/>
      <dgm:t>
        <a:bodyPr/>
        <a:lstStyle/>
        <a:p>
          <a:endParaRPr lang="en-US"/>
        </a:p>
      </dgm:t>
    </dgm:pt>
    <dgm:pt modelId="{505B12B5-2912-4221-B015-494E86F9350B}" type="sibTrans" cxnId="{82F7BC01-2BC0-4E08-AFF2-A83A0FEFEA1E}">
      <dgm:prSet/>
      <dgm:spPr/>
      <dgm:t>
        <a:bodyPr/>
        <a:lstStyle/>
        <a:p>
          <a:endParaRPr lang="en-US"/>
        </a:p>
      </dgm:t>
    </dgm:pt>
    <dgm:pt modelId="{4510A62F-D112-428B-A095-E283C95C6A54}">
      <dgm:prSet phldrT="[Text]" phldr="0"/>
      <dgm:spPr/>
      <dgm:t>
        <a:bodyPr/>
        <a:lstStyle/>
        <a:p>
          <a:r>
            <a:rPr lang="es-CO" noProof="0" dirty="0"/>
            <a:t>3%</a:t>
          </a:r>
        </a:p>
      </dgm:t>
    </dgm:pt>
    <dgm:pt modelId="{7CFD99F4-8252-404E-8F21-D581F7220742}" type="parTrans" cxnId="{D46EBEB6-840F-46CE-BF8D-96A0A48F155A}">
      <dgm:prSet/>
      <dgm:spPr/>
      <dgm:t>
        <a:bodyPr/>
        <a:lstStyle/>
        <a:p>
          <a:endParaRPr lang="en-US"/>
        </a:p>
      </dgm:t>
    </dgm:pt>
    <dgm:pt modelId="{4090D59E-9856-4610-BBED-E1AE8F531355}" type="sibTrans" cxnId="{D46EBEB6-840F-46CE-BF8D-96A0A48F155A}">
      <dgm:prSet/>
      <dgm:spPr/>
      <dgm:t>
        <a:bodyPr/>
        <a:lstStyle/>
        <a:p>
          <a:endParaRPr lang="en-US"/>
        </a:p>
      </dgm:t>
    </dgm:pt>
    <dgm:pt modelId="{97677B3F-D910-4924-B2D4-CB9AFE5F78C0}">
      <dgm:prSet phldrT="[Text]" phldr="0"/>
      <dgm:spPr/>
      <dgm:t>
        <a:bodyPr/>
        <a:lstStyle/>
        <a:p>
          <a:r>
            <a:rPr lang="es-CO" noProof="0" dirty="0"/>
            <a:t>+3.0225 </a:t>
          </a:r>
        </a:p>
      </dgm:t>
    </dgm:pt>
    <dgm:pt modelId="{11485ED4-5B31-4B32-A2C4-EE1A76031364}" type="parTrans" cxnId="{CAFCE6C8-BD09-431E-9FCE-234D50AA26D2}">
      <dgm:prSet/>
      <dgm:spPr/>
      <dgm:t>
        <a:bodyPr/>
        <a:lstStyle/>
        <a:p>
          <a:endParaRPr lang="en-US"/>
        </a:p>
      </dgm:t>
    </dgm:pt>
    <dgm:pt modelId="{3F300FB0-EB8B-41AF-850A-93B6CF16AE56}" type="sibTrans" cxnId="{CAFCE6C8-BD09-431E-9FCE-234D50AA26D2}">
      <dgm:prSet/>
      <dgm:spPr/>
      <dgm:t>
        <a:bodyPr/>
        <a:lstStyle/>
        <a:p>
          <a:endParaRPr lang="en-US"/>
        </a:p>
      </dgm:t>
    </dgm:pt>
    <dgm:pt modelId="{F0C7299C-310A-4315-A465-C45CAC11477E}">
      <dgm:prSet phldrT="[Text]" phldr="0"/>
      <dgm:spPr/>
      <dgm:t>
        <a:bodyPr/>
        <a:lstStyle/>
        <a:p>
          <a:r>
            <a:rPr lang="es-CO" noProof="0" dirty="0"/>
            <a:t>103.225</a:t>
          </a:r>
        </a:p>
      </dgm:t>
    </dgm:pt>
    <dgm:pt modelId="{9F412EFC-43A7-407E-A0FE-EE8695E2D85A}" type="parTrans" cxnId="{C20DC936-4ABE-4AC5-A9A3-291954AA2564}">
      <dgm:prSet/>
      <dgm:spPr/>
      <dgm:t>
        <a:bodyPr/>
        <a:lstStyle/>
        <a:p>
          <a:endParaRPr lang="en-US"/>
        </a:p>
      </dgm:t>
    </dgm:pt>
    <dgm:pt modelId="{E6503136-8CF1-4AF4-A6DE-5E6199ED4981}" type="sibTrans" cxnId="{C20DC936-4ABE-4AC5-A9A3-291954AA2564}">
      <dgm:prSet/>
      <dgm:spPr/>
      <dgm:t>
        <a:bodyPr/>
        <a:lstStyle/>
        <a:p>
          <a:endParaRPr lang="en-US"/>
        </a:p>
      </dgm:t>
    </dgm:pt>
    <dgm:pt modelId="{7962EE43-639B-4A83-997A-ACE545F9AD12}">
      <dgm:prSet phldrT="[Text]"/>
      <dgm:spPr/>
      <dgm:t>
        <a:bodyPr/>
        <a:lstStyle/>
        <a:p>
          <a:r>
            <a:rPr lang="en-US" dirty="0"/>
            <a:t>T3: +103.225</a:t>
          </a:r>
        </a:p>
      </dgm:t>
    </dgm:pt>
    <dgm:pt modelId="{0EFB5CBA-F6CF-4B66-9B76-B5C869082D17}" type="parTrans" cxnId="{0D31CEC8-8425-42CE-8390-C7C1D03105F9}">
      <dgm:prSet/>
      <dgm:spPr/>
      <dgm:t>
        <a:bodyPr/>
        <a:lstStyle/>
        <a:p>
          <a:endParaRPr lang="en-US"/>
        </a:p>
      </dgm:t>
    </dgm:pt>
    <dgm:pt modelId="{E13393FD-BB5C-4175-9D99-2D049F813C93}" type="sibTrans" cxnId="{0D31CEC8-8425-42CE-8390-C7C1D03105F9}">
      <dgm:prSet/>
      <dgm:spPr/>
      <dgm:t>
        <a:bodyPr/>
        <a:lstStyle/>
        <a:p>
          <a:endParaRPr lang="en-US"/>
        </a:p>
      </dgm:t>
    </dgm:pt>
    <dgm:pt modelId="{F1695032-58A2-4D4C-80E3-AF51090459E5}">
      <dgm:prSet phldrT="[Text]" phldr="0"/>
      <dgm:spPr/>
      <dgm:t>
        <a:bodyPr/>
        <a:lstStyle/>
        <a:p>
          <a:r>
            <a:rPr lang="es-CO" noProof="0" dirty="0"/>
            <a:t>3%</a:t>
          </a:r>
        </a:p>
      </dgm:t>
    </dgm:pt>
    <dgm:pt modelId="{83E572A3-98AC-47A3-8DF4-18E1222FA660}" type="parTrans" cxnId="{674BF103-8663-41BC-B306-3E976A3B27E8}">
      <dgm:prSet/>
      <dgm:spPr/>
      <dgm:t>
        <a:bodyPr/>
        <a:lstStyle/>
        <a:p>
          <a:endParaRPr lang="en-US"/>
        </a:p>
      </dgm:t>
    </dgm:pt>
    <dgm:pt modelId="{90A361BB-F25B-4864-B2B3-B0FA1BC1611D}" type="sibTrans" cxnId="{674BF103-8663-41BC-B306-3E976A3B27E8}">
      <dgm:prSet/>
      <dgm:spPr/>
      <dgm:t>
        <a:bodyPr/>
        <a:lstStyle/>
        <a:p>
          <a:endParaRPr lang="en-US"/>
        </a:p>
      </dgm:t>
    </dgm:pt>
    <dgm:pt modelId="{E2908C58-B8C9-4541-AAAE-5C02D0580794}">
      <dgm:prSet phldrT="[Text]" phldr="0"/>
      <dgm:spPr/>
      <dgm:t>
        <a:bodyPr/>
        <a:lstStyle/>
        <a:p>
          <a:r>
            <a:rPr lang="es-CO" noProof="0" dirty="0"/>
            <a:t>-3.090</a:t>
          </a:r>
        </a:p>
      </dgm:t>
    </dgm:pt>
    <dgm:pt modelId="{A33DED52-6706-4CD3-83C4-AA2FE034B677}" type="parTrans" cxnId="{E19C3743-05D1-41E8-861F-F921AE33BE23}">
      <dgm:prSet/>
      <dgm:spPr/>
      <dgm:t>
        <a:bodyPr/>
        <a:lstStyle/>
        <a:p>
          <a:endParaRPr lang="en-US"/>
        </a:p>
      </dgm:t>
    </dgm:pt>
    <dgm:pt modelId="{FC37129E-BED1-42E2-8788-E333BC718166}" type="sibTrans" cxnId="{E19C3743-05D1-41E8-861F-F921AE33BE23}">
      <dgm:prSet/>
      <dgm:spPr/>
      <dgm:t>
        <a:bodyPr/>
        <a:lstStyle/>
        <a:p>
          <a:endParaRPr lang="en-US"/>
        </a:p>
      </dgm:t>
    </dgm:pt>
    <dgm:pt modelId="{42A6FD14-5E3A-4E02-9790-16A6E86FAE79}">
      <dgm:prSet phldrT="[Text]" phldr="0"/>
      <dgm:spPr/>
      <dgm:t>
        <a:bodyPr/>
        <a:lstStyle/>
        <a:p>
          <a:r>
            <a:rPr lang="es-CO" noProof="0" dirty="0"/>
            <a:t>+3.0225 (+0)</a:t>
          </a:r>
        </a:p>
      </dgm:t>
    </dgm:pt>
    <dgm:pt modelId="{79B7B4C0-494E-4199-BBDC-5AF0441FDFAB}" type="parTrans" cxnId="{DEFF3659-9657-4C53-9260-FF9D1FB1AAD2}">
      <dgm:prSet/>
      <dgm:spPr/>
      <dgm:t>
        <a:bodyPr/>
        <a:lstStyle/>
        <a:p>
          <a:endParaRPr lang="en-US"/>
        </a:p>
      </dgm:t>
    </dgm:pt>
    <dgm:pt modelId="{72E7348D-3B31-4ECD-8E69-0A5A1777345C}" type="sibTrans" cxnId="{DEFF3659-9657-4C53-9260-FF9D1FB1AAD2}">
      <dgm:prSet/>
      <dgm:spPr/>
      <dgm:t>
        <a:bodyPr/>
        <a:lstStyle/>
        <a:p>
          <a:endParaRPr lang="en-US"/>
        </a:p>
      </dgm:t>
    </dgm:pt>
    <dgm:pt modelId="{692A7DA7-9876-4A08-8F8C-907A9F22D254}">
      <dgm:prSet phldrT="[Text]" phldr="0"/>
      <dgm:spPr/>
      <dgm:t>
        <a:bodyPr/>
        <a:lstStyle/>
        <a:p>
          <a:r>
            <a:rPr lang="en-US" b="0" i="0" u="none" dirty="0"/>
            <a:t>99.93183</a:t>
          </a:r>
          <a:endParaRPr lang="es-CO" noProof="0" dirty="0"/>
        </a:p>
      </dgm:t>
    </dgm:pt>
    <dgm:pt modelId="{AFF6174D-E0A9-4637-9A67-07D8170C5B01}" type="parTrans" cxnId="{18A8C166-24E2-4724-8C30-66E0486CB441}">
      <dgm:prSet/>
      <dgm:spPr/>
      <dgm:t>
        <a:bodyPr/>
        <a:lstStyle/>
        <a:p>
          <a:endParaRPr lang="en-US"/>
        </a:p>
      </dgm:t>
    </dgm:pt>
    <dgm:pt modelId="{5A901345-E590-44C7-A569-6F86D9BD98DE}" type="sibTrans" cxnId="{18A8C166-24E2-4724-8C30-66E0486CB441}">
      <dgm:prSet/>
      <dgm:spPr/>
      <dgm:t>
        <a:bodyPr/>
        <a:lstStyle/>
        <a:p>
          <a:endParaRPr lang="en-US"/>
        </a:p>
      </dgm:t>
    </dgm:pt>
    <dgm:pt modelId="{F2530F24-07F2-4E34-8E1D-0DB44AC8F9AE}">
      <dgm:prSet phldrT="[Text]"/>
      <dgm:spPr/>
      <dgm:t>
        <a:bodyPr/>
        <a:lstStyle/>
        <a:p>
          <a:r>
            <a:rPr lang="en-US" dirty="0"/>
            <a:t>T4: +99.93</a:t>
          </a:r>
        </a:p>
      </dgm:t>
    </dgm:pt>
    <dgm:pt modelId="{DDC6CB51-41F1-4E5B-B043-67CC48830B53}" type="parTrans" cxnId="{CAFA507E-BD9E-4D6D-88B6-C99B8AA286C2}">
      <dgm:prSet/>
      <dgm:spPr/>
      <dgm:t>
        <a:bodyPr/>
        <a:lstStyle/>
        <a:p>
          <a:endParaRPr lang="en-US"/>
        </a:p>
      </dgm:t>
    </dgm:pt>
    <dgm:pt modelId="{1A68A73E-20BB-4CFE-B893-F9CFC00CA16C}" type="sibTrans" cxnId="{CAFA507E-BD9E-4D6D-88B6-C99B8AA286C2}">
      <dgm:prSet/>
      <dgm:spPr/>
      <dgm:t>
        <a:bodyPr/>
        <a:lstStyle/>
        <a:p>
          <a:endParaRPr lang="en-US"/>
        </a:p>
      </dgm:t>
    </dgm:pt>
    <dgm:pt modelId="{8EFEDE69-2D11-4F09-8836-5A1E2ECB4546}">
      <dgm:prSet phldrT="[Text]" phldr="0"/>
      <dgm:spPr/>
      <dgm:t>
        <a:bodyPr/>
        <a:lstStyle/>
        <a:p>
          <a:r>
            <a:rPr lang="es-CO" noProof="0"/>
            <a:t>3%</a:t>
          </a:r>
          <a:endParaRPr lang="es-CO" noProof="0" dirty="0"/>
        </a:p>
      </dgm:t>
    </dgm:pt>
    <dgm:pt modelId="{606A6B19-036C-4118-B11C-D46A8FA7C298}" type="parTrans" cxnId="{03E1D9E7-0283-4BAF-B87B-9C88F28F6561}">
      <dgm:prSet/>
      <dgm:spPr/>
      <dgm:t>
        <a:bodyPr/>
        <a:lstStyle/>
        <a:p>
          <a:endParaRPr lang="en-US"/>
        </a:p>
      </dgm:t>
    </dgm:pt>
    <dgm:pt modelId="{6A83D2BD-E3D5-46D2-A68F-5C676151FEC0}" type="sibTrans" cxnId="{03E1D9E7-0283-4BAF-B87B-9C88F28F6561}">
      <dgm:prSet/>
      <dgm:spPr/>
      <dgm:t>
        <a:bodyPr/>
        <a:lstStyle/>
        <a:p>
          <a:endParaRPr lang="en-US"/>
        </a:p>
      </dgm:t>
    </dgm:pt>
    <dgm:pt modelId="{5D918268-98AF-4502-B757-596D0EEF05A7}">
      <dgm:prSet phldrT="[Text]" phldr="0"/>
      <dgm:spPr/>
      <dgm:t>
        <a:bodyPr/>
        <a:lstStyle/>
        <a:p>
          <a:r>
            <a:rPr lang="es-CO" noProof="0" dirty="0"/>
            <a:t>+</a:t>
          </a:r>
          <a:r>
            <a:rPr lang="en-US" b="0" i="0" u="none" dirty="0"/>
            <a:t>2.9979</a:t>
          </a:r>
          <a:endParaRPr lang="es-CO" noProof="0" dirty="0"/>
        </a:p>
      </dgm:t>
    </dgm:pt>
    <dgm:pt modelId="{88AF1B82-D101-40F9-A912-61D7B86FC73A}" type="parTrans" cxnId="{93F10A71-010D-4507-8525-8F004EB11E68}">
      <dgm:prSet/>
      <dgm:spPr/>
      <dgm:t>
        <a:bodyPr/>
        <a:lstStyle/>
        <a:p>
          <a:endParaRPr lang="en-US"/>
        </a:p>
      </dgm:t>
    </dgm:pt>
    <dgm:pt modelId="{FDD12EC9-BAD8-45C2-97D4-9220A1F1F466}" type="sibTrans" cxnId="{93F10A71-010D-4507-8525-8F004EB11E68}">
      <dgm:prSet/>
      <dgm:spPr/>
      <dgm:t>
        <a:bodyPr/>
        <a:lstStyle/>
        <a:p>
          <a:endParaRPr lang="en-US"/>
        </a:p>
      </dgm:t>
    </dgm:pt>
    <dgm:pt modelId="{00F81918-EED6-4075-B91F-8558559D2C27}">
      <dgm:prSet phldrT="[Text]" phldr="0"/>
      <dgm:spPr/>
      <dgm:t>
        <a:bodyPr/>
        <a:lstStyle/>
        <a:p>
          <a:r>
            <a:rPr lang="es-CO" noProof="0" dirty="0"/>
            <a:t>+</a:t>
          </a:r>
          <a:r>
            <a:rPr lang="en-US" b="0" i="0" u="none" dirty="0"/>
            <a:t>4.52</a:t>
          </a:r>
          <a:r>
            <a:rPr lang="en-US" dirty="0"/>
            <a:t> (1.499)</a:t>
          </a:r>
          <a:endParaRPr lang="es-CO" noProof="0" dirty="0"/>
        </a:p>
      </dgm:t>
    </dgm:pt>
    <dgm:pt modelId="{52AB51BF-968B-4372-BF26-0CA7ACD33690}" type="parTrans" cxnId="{D09204D1-83B9-4DD8-B212-92C6F3F918C3}">
      <dgm:prSet/>
      <dgm:spPr/>
      <dgm:t>
        <a:bodyPr/>
        <a:lstStyle/>
        <a:p>
          <a:endParaRPr lang="en-US"/>
        </a:p>
      </dgm:t>
    </dgm:pt>
    <dgm:pt modelId="{74506605-2725-4355-A490-1899C14B6ED8}" type="sibTrans" cxnId="{D09204D1-83B9-4DD8-B212-92C6F3F918C3}">
      <dgm:prSet/>
      <dgm:spPr/>
      <dgm:t>
        <a:bodyPr/>
        <a:lstStyle/>
        <a:p>
          <a:endParaRPr lang="en-US"/>
        </a:p>
      </dgm:t>
    </dgm:pt>
    <dgm:pt modelId="{BE13AB43-1376-484C-B233-C74A9AF8A312}" type="pres">
      <dgm:prSet presAssocID="{9606C116-9651-4CA4-B06B-BCF4CF4FABBF}" presName="Name0" presStyleCnt="0">
        <dgm:presLayoutVars>
          <dgm:dir/>
          <dgm:animLvl val="lvl"/>
          <dgm:resizeHandles val="exact"/>
        </dgm:presLayoutVars>
      </dgm:prSet>
      <dgm:spPr/>
    </dgm:pt>
    <dgm:pt modelId="{E7E9ED53-29EF-4E73-BB98-093BA9B46C3E}" type="pres">
      <dgm:prSet presAssocID="{F1EA8DB9-280C-4581-912E-923E46BBF468}" presName="composite" presStyleCnt="0"/>
      <dgm:spPr/>
    </dgm:pt>
    <dgm:pt modelId="{93A4FACC-EA35-4B92-A37B-9080587365EA}" type="pres">
      <dgm:prSet presAssocID="{F1EA8DB9-280C-4581-912E-923E46BBF468}" presName="parTx" presStyleLbl="alignNode1" presStyleIdx="0" presStyleCnt="5" custLinFactNeighborX="-1052" custLinFactNeighborY="950">
        <dgm:presLayoutVars>
          <dgm:chMax val="0"/>
          <dgm:chPref val="0"/>
          <dgm:bulletEnabled val="1"/>
        </dgm:presLayoutVars>
      </dgm:prSet>
      <dgm:spPr/>
    </dgm:pt>
    <dgm:pt modelId="{4F3DAC19-014C-4F34-812D-16A8440D1885}" type="pres">
      <dgm:prSet presAssocID="{F1EA8DB9-280C-4581-912E-923E46BBF468}" presName="desTx" presStyleLbl="alignAccFollowNode1" presStyleIdx="0" presStyleCnt="5">
        <dgm:presLayoutVars>
          <dgm:bulletEnabled val="1"/>
        </dgm:presLayoutVars>
      </dgm:prSet>
      <dgm:spPr/>
    </dgm:pt>
    <dgm:pt modelId="{3D53A9A6-B4D3-45FB-92BF-AD4ECD470BBC}" type="pres">
      <dgm:prSet presAssocID="{868D1BD8-BD21-43D0-9728-8904BA45F928}" presName="space" presStyleCnt="0"/>
      <dgm:spPr/>
    </dgm:pt>
    <dgm:pt modelId="{ACF9CE3F-C91F-49B2-85A8-4B778ED30AEC}" type="pres">
      <dgm:prSet presAssocID="{EB71657A-DD98-4FD6-9DF2-974714EC6AA4}" presName="composite" presStyleCnt="0"/>
      <dgm:spPr/>
    </dgm:pt>
    <dgm:pt modelId="{88A85F18-6906-49FE-9587-3D8953779B54}" type="pres">
      <dgm:prSet presAssocID="{EB71657A-DD98-4FD6-9DF2-974714EC6AA4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D67844A1-51CE-458A-9D98-B5C8CBC4C305}" type="pres">
      <dgm:prSet presAssocID="{EB71657A-DD98-4FD6-9DF2-974714EC6AA4}" presName="desTx" presStyleLbl="alignAccFollowNode1" presStyleIdx="1" presStyleCnt="5">
        <dgm:presLayoutVars>
          <dgm:bulletEnabled val="1"/>
        </dgm:presLayoutVars>
      </dgm:prSet>
      <dgm:spPr/>
    </dgm:pt>
    <dgm:pt modelId="{B2340A1C-BAB6-46FA-AF7F-748CE29F7D20}" type="pres">
      <dgm:prSet presAssocID="{5C2707D6-417E-4532-BCBF-C54D30ACE42E}" presName="space" presStyleCnt="0"/>
      <dgm:spPr/>
    </dgm:pt>
    <dgm:pt modelId="{008826F3-D22E-43DA-8034-08A446DC2DEE}" type="pres">
      <dgm:prSet presAssocID="{F39ADE9A-A77B-46FE-B9D7-3836ACA22E2A}" presName="composite" presStyleCnt="0"/>
      <dgm:spPr/>
    </dgm:pt>
    <dgm:pt modelId="{A9F45EF2-A930-43A0-8A30-EC9D834A22CB}" type="pres">
      <dgm:prSet presAssocID="{F39ADE9A-A77B-46FE-B9D7-3836ACA22E2A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3F8C3805-48B4-4C45-883A-452F53510A60}" type="pres">
      <dgm:prSet presAssocID="{F39ADE9A-A77B-46FE-B9D7-3836ACA22E2A}" presName="desTx" presStyleLbl="alignAccFollowNode1" presStyleIdx="2" presStyleCnt="5">
        <dgm:presLayoutVars>
          <dgm:bulletEnabled val="1"/>
        </dgm:presLayoutVars>
      </dgm:prSet>
      <dgm:spPr/>
    </dgm:pt>
    <dgm:pt modelId="{271F8948-0721-47FE-9965-C736821CFE76}" type="pres">
      <dgm:prSet presAssocID="{9B63F47B-87F4-4E16-A52C-7409A7BDC6F3}" presName="space" presStyleCnt="0"/>
      <dgm:spPr/>
    </dgm:pt>
    <dgm:pt modelId="{276A2D0F-9E8C-4EFC-94FD-DFAC6B8F3CB3}" type="pres">
      <dgm:prSet presAssocID="{F19663F8-1170-4D5E-9474-CE03376282FC}" presName="composite" presStyleCnt="0"/>
      <dgm:spPr/>
    </dgm:pt>
    <dgm:pt modelId="{1FBC48ED-B839-4E68-90F4-0DF2A3464757}" type="pres">
      <dgm:prSet presAssocID="{F19663F8-1170-4D5E-9474-CE03376282FC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EA169325-DAA6-4B31-BBE9-36E569E69E34}" type="pres">
      <dgm:prSet presAssocID="{F19663F8-1170-4D5E-9474-CE03376282FC}" presName="desTx" presStyleLbl="alignAccFollowNode1" presStyleIdx="3" presStyleCnt="5">
        <dgm:presLayoutVars>
          <dgm:bulletEnabled val="1"/>
        </dgm:presLayoutVars>
      </dgm:prSet>
      <dgm:spPr/>
    </dgm:pt>
    <dgm:pt modelId="{068FA7D6-5582-4244-8EDD-D94A65C2A374}" type="pres">
      <dgm:prSet presAssocID="{915277DF-155A-47CD-BA66-3A8D1E856324}" presName="space" presStyleCnt="0"/>
      <dgm:spPr/>
    </dgm:pt>
    <dgm:pt modelId="{B00611C0-96C3-4B6B-91E4-E54C4C949FA9}" type="pres">
      <dgm:prSet presAssocID="{E47512DF-4954-4DBD-B277-B9C537EC94FE}" presName="composite" presStyleCnt="0"/>
      <dgm:spPr/>
    </dgm:pt>
    <dgm:pt modelId="{B64E2DB1-06AC-445B-A35F-E358546A14F9}" type="pres">
      <dgm:prSet presAssocID="{E47512DF-4954-4DBD-B277-B9C537EC94FE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60C28B45-4255-498C-A57F-CDCB8C3F02D1}" type="pres">
      <dgm:prSet presAssocID="{E47512DF-4954-4DBD-B277-B9C537EC94FE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82F7BC01-2BC0-4E08-AFF2-A83A0FEFEA1E}" srcId="{F39ADE9A-A77B-46FE-B9D7-3836ACA22E2A}" destId="{560DD177-4206-4B77-8807-A8D81E74EEF4}" srcOrd="1" destOrd="0" parTransId="{AE920691-B8D5-4269-B161-D54E8A0B4FFB}" sibTransId="{505B12B5-2912-4221-B015-494E86F9350B}"/>
    <dgm:cxn modelId="{674BF103-8663-41BC-B306-3E976A3B27E8}" srcId="{EB71657A-DD98-4FD6-9DF2-974714EC6AA4}" destId="{F1695032-58A2-4D4C-80E3-AF51090459E5}" srcOrd="2" destOrd="0" parTransId="{83E572A3-98AC-47A3-8DF4-18E1222FA660}" sibTransId="{90A361BB-F25B-4864-B2B3-B0FA1BC1611D}"/>
    <dgm:cxn modelId="{D0CB7110-32DD-4457-A35A-F5DF0CB07A32}" type="presOf" srcId="{9606C116-9651-4CA4-B06B-BCF4CF4FABBF}" destId="{BE13AB43-1376-484C-B233-C74A9AF8A312}" srcOrd="0" destOrd="0" presId="urn:microsoft.com/office/officeart/2005/8/layout/hList1"/>
    <dgm:cxn modelId="{E1E7F818-EF69-4CEC-B4CF-14436C4A7300}" type="presOf" srcId="{481F708E-50C0-4764-AB0D-046294BEDA57}" destId="{60C28B45-4255-498C-A57F-CDCB8C3F02D1}" srcOrd="0" destOrd="0" presId="urn:microsoft.com/office/officeart/2005/8/layout/hList1"/>
    <dgm:cxn modelId="{0522341D-6C39-4ACB-8A47-3E9CBF71934B}" type="presOf" srcId="{00F81918-EED6-4075-B91F-8558559D2C27}" destId="{EA169325-DAA6-4B31-BBE9-36E569E69E34}" srcOrd="0" destOrd="3" presId="urn:microsoft.com/office/officeart/2005/8/layout/hList1"/>
    <dgm:cxn modelId="{73260723-0829-4AF8-A5EC-E99D93C3B9CA}" type="presOf" srcId="{446E3D33-E4E9-410B-9046-42A674249A6D}" destId="{4F3DAC19-014C-4F34-812D-16A8440D1885}" srcOrd="0" destOrd="1" presId="urn:microsoft.com/office/officeart/2005/8/layout/hList1"/>
    <dgm:cxn modelId="{1C7BDD24-DAE2-400D-AF00-4533876A26CC}" type="presOf" srcId="{E47512DF-4954-4DBD-B277-B9C537EC94FE}" destId="{B64E2DB1-06AC-445B-A35F-E358546A14F9}" srcOrd="0" destOrd="0" presId="urn:microsoft.com/office/officeart/2005/8/layout/hList1"/>
    <dgm:cxn modelId="{A6846D28-87EB-4351-83B0-D0145119FE71}" srcId="{E47512DF-4954-4DBD-B277-B9C537EC94FE}" destId="{481F708E-50C0-4764-AB0D-046294BEDA57}" srcOrd="0" destOrd="0" parTransId="{92BF4808-F955-4F9C-888B-EC25962CC87C}" sibTransId="{83BDD2BB-92D0-4FCC-8CD7-C4E4498F2135}"/>
    <dgm:cxn modelId="{D05ABB32-FB3F-4590-8481-E198F71B99FA}" type="presOf" srcId="{F19663F8-1170-4D5E-9474-CE03376282FC}" destId="{1FBC48ED-B839-4E68-90F4-0DF2A3464757}" srcOrd="0" destOrd="0" presId="urn:microsoft.com/office/officeart/2005/8/layout/hList1"/>
    <dgm:cxn modelId="{2A4B3434-1F10-4FFC-9AD3-9BBEFFE70B30}" srcId="{F39ADE9A-A77B-46FE-B9D7-3836ACA22E2A}" destId="{3F139272-FABE-40FE-A1BF-2116973B3A82}" srcOrd="0" destOrd="0" parTransId="{91A3842F-35A6-403C-800B-285EADE92C91}" sibTransId="{34D50079-C839-4E97-B526-ECDE1FAFE27A}"/>
    <dgm:cxn modelId="{C20DC936-4ABE-4AC5-A9A3-291954AA2564}" srcId="{E47512DF-4954-4DBD-B277-B9C537EC94FE}" destId="{F0C7299C-310A-4315-A465-C45CAC11477E}" srcOrd="1" destOrd="0" parTransId="{9F412EFC-43A7-407E-A0FE-EE8695E2D85A}" sibTransId="{E6503136-8CF1-4AF4-A6DE-5E6199ED4981}"/>
    <dgm:cxn modelId="{AB54B95D-CC0B-4E86-B913-54D343D97F31}" srcId="{9606C116-9651-4CA4-B06B-BCF4CF4FABBF}" destId="{EB71657A-DD98-4FD6-9DF2-974714EC6AA4}" srcOrd="1" destOrd="0" parTransId="{23E663D0-6887-4E25-9E16-0E3D5DDBC83D}" sibTransId="{5C2707D6-417E-4532-BCBF-C54D30ACE42E}"/>
    <dgm:cxn modelId="{26005F5E-B23B-4575-B969-3599453B0FF4}" type="presOf" srcId="{EB71657A-DD98-4FD6-9DF2-974714EC6AA4}" destId="{88A85F18-6906-49FE-9587-3D8953779B54}" srcOrd="0" destOrd="0" presId="urn:microsoft.com/office/officeart/2005/8/layout/hList1"/>
    <dgm:cxn modelId="{310C7142-343F-4E6F-A258-DCFCD1EC654A}" type="presOf" srcId="{9A7C309C-8503-45CF-9CC0-7B5A0FFAD7C9}" destId="{4F3DAC19-014C-4F34-812D-16A8440D1885}" srcOrd="0" destOrd="0" presId="urn:microsoft.com/office/officeart/2005/8/layout/hList1"/>
    <dgm:cxn modelId="{E19C3743-05D1-41E8-861F-F921AE33BE23}" srcId="{F39ADE9A-A77B-46FE-B9D7-3836ACA22E2A}" destId="{E2908C58-B8C9-4541-AAAE-5C02D0580794}" srcOrd="2" destOrd="0" parTransId="{A33DED52-6706-4CD3-83C4-AA2FE034B677}" sibTransId="{FC37129E-BED1-42E2-8788-E333BC718166}"/>
    <dgm:cxn modelId="{18A8C166-24E2-4724-8C30-66E0486CB441}" srcId="{E47512DF-4954-4DBD-B277-B9C537EC94FE}" destId="{692A7DA7-9876-4A08-8F8C-907A9F22D254}" srcOrd="2" destOrd="0" parTransId="{AFF6174D-E0A9-4637-9A67-07D8170C5B01}" sibTransId="{5A901345-E590-44C7-A569-6F86D9BD98DE}"/>
    <dgm:cxn modelId="{68A1D647-FF32-48CB-8181-56E08A481E7B}" type="presOf" srcId="{5D918268-98AF-4502-B757-596D0EEF05A7}" destId="{3F8C3805-48B4-4C45-883A-452F53510A60}" srcOrd="0" destOrd="3" presId="urn:microsoft.com/office/officeart/2005/8/layout/hList1"/>
    <dgm:cxn modelId="{58ED6E4C-FF3C-400D-9F5F-7A5C958438AC}" type="presOf" srcId="{F1EA8DB9-280C-4581-912E-923E46BBF468}" destId="{93A4FACC-EA35-4B92-A37B-9080587365EA}" srcOrd="0" destOrd="0" presId="urn:microsoft.com/office/officeart/2005/8/layout/hList1"/>
    <dgm:cxn modelId="{CAD5914C-E189-4166-A2E2-0D46132422AA}" type="presOf" srcId="{692A7DA7-9876-4A08-8F8C-907A9F22D254}" destId="{60C28B45-4255-498C-A57F-CDCB8C3F02D1}" srcOrd="0" destOrd="2" presId="urn:microsoft.com/office/officeart/2005/8/layout/hList1"/>
    <dgm:cxn modelId="{1298CE4E-537E-4CED-B367-2EDEA4C28805}" type="presOf" srcId="{560DD177-4206-4B77-8807-A8D81E74EEF4}" destId="{3F8C3805-48B4-4C45-883A-452F53510A60}" srcOrd="0" destOrd="1" presId="urn:microsoft.com/office/officeart/2005/8/layout/hList1"/>
    <dgm:cxn modelId="{93F10A71-010D-4507-8525-8F004EB11E68}" srcId="{F39ADE9A-A77B-46FE-B9D7-3836ACA22E2A}" destId="{5D918268-98AF-4502-B757-596D0EEF05A7}" srcOrd="3" destOrd="0" parTransId="{88AF1B82-D101-40F9-A912-61D7B86FC73A}" sibTransId="{FDD12EC9-BAD8-45C2-97D4-9220A1F1F466}"/>
    <dgm:cxn modelId="{6C534154-D427-42D9-B071-05A76DE06B04}" srcId="{F1EA8DB9-280C-4581-912E-923E46BBF468}" destId="{9A7C309C-8503-45CF-9CC0-7B5A0FFAD7C9}" srcOrd="0" destOrd="0" parTransId="{28C5E3FF-863C-494C-AEE0-5123899F6E00}" sibTransId="{49B31621-7D8E-4A96-84DF-608BB8ED5EE5}"/>
    <dgm:cxn modelId="{DEFF3659-9657-4C53-9260-FF9D1FB1AAD2}" srcId="{F19663F8-1170-4D5E-9474-CE03376282FC}" destId="{42A6FD14-5E3A-4E02-9790-16A6E86FAE79}" srcOrd="2" destOrd="0" parTransId="{79B7B4C0-494E-4199-BBDC-5AF0441FDFAB}" sibTransId="{72E7348D-3B31-4ECD-8E69-0A5A1777345C}"/>
    <dgm:cxn modelId="{CAFA507E-BD9E-4D6D-88B6-C99B8AA286C2}" srcId="{F1EA8DB9-280C-4581-912E-923E46BBF468}" destId="{F2530F24-07F2-4E34-8E1D-0DB44AC8F9AE}" srcOrd="3" destOrd="0" parTransId="{DDC6CB51-41F1-4E5B-B043-67CC48830B53}" sibTransId="{1A68A73E-20BB-4CFE-B893-F9CFC00CA16C}"/>
    <dgm:cxn modelId="{91A07E7F-930C-458C-9F71-A501A0D1860F}" type="presOf" srcId="{42A6FD14-5E3A-4E02-9790-16A6E86FAE79}" destId="{EA169325-DAA6-4B31-BBE9-36E569E69E34}" srcOrd="0" destOrd="2" presId="urn:microsoft.com/office/officeart/2005/8/layout/hList1"/>
    <dgm:cxn modelId="{EB95778A-459E-48C2-AA27-A945938DE53F}" type="presOf" srcId="{AD715AF7-244C-45F5-8D38-BAF40CF2EF4C}" destId="{EA169325-DAA6-4B31-BBE9-36E569E69E34}" srcOrd="0" destOrd="0" presId="urn:microsoft.com/office/officeart/2005/8/layout/hList1"/>
    <dgm:cxn modelId="{09BE4F8C-6E2D-46E6-AC3E-D63BEB2685D0}" type="presOf" srcId="{7962EE43-639B-4A83-997A-ACE545F9AD12}" destId="{4F3DAC19-014C-4F34-812D-16A8440D1885}" srcOrd="0" destOrd="2" presId="urn:microsoft.com/office/officeart/2005/8/layout/hList1"/>
    <dgm:cxn modelId="{43711797-EF75-4803-8CC3-840458422C9A}" srcId="{EB71657A-DD98-4FD6-9DF2-974714EC6AA4}" destId="{64244747-826E-4A52-A87D-CFD7F863ADAB}" srcOrd="0" destOrd="0" parTransId="{EBB58DFD-8F6E-460A-9980-05B398E03EED}" sibTransId="{8D06EB3A-AC35-4888-9837-49A254A604A0}"/>
    <dgm:cxn modelId="{17DFC699-6EE2-4BBF-A08D-1A6E51F94C66}" srcId="{9606C116-9651-4CA4-B06B-BCF4CF4FABBF}" destId="{F19663F8-1170-4D5E-9474-CE03376282FC}" srcOrd="3" destOrd="0" parTransId="{D0384B06-6520-4AE0-A1E3-1932FD767AE3}" sibTransId="{915277DF-155A-47CD-BA66-3A8D1E856324}"/>
    <dgm:cxn modelId="{C527AE9D-6EB9-4F1B-95BB-0F332C5C261F}" type="presOf" srcId="{F0C7299C-310A-4315-A465-C45CAC11477E}" destId="{60C28B45-4255-498C-A57F-CDCB8C3F02D1}" srcOrd="0" destOrd="1" presId="urn:microsoft.com/office/officeart/2005/8/layout/hList1"/>
    <dgm:cxn modelId="{CCAB7D9F-87DA-4ED9-A8CE-CE923C3B59FB}" srcId="{F19663F8-1170-4D5E-9474-CE03376282FC}" destId="{AD715AF7-244C-45F5-8D38-BAF40CF2EF4C}" srcOrd="0" destOrd="0" parTransId="{9ACF5F3D-0A61-469B-8234-BE82EB8FABD0}" sibTransId="{F400F766-B16C-4928-9B3D-1C207A617E9E}"/>
    <dgm:cxn modelId="{5551CFB1-9555-45BB-95FF-45BA2C0D239B}" type="presOf" srcId="{4510A62F-D112-428B-A095-E283C95C6A54}" destId="{D67844A1-51CE-458A-9D98-B5C8CBC4C305}" srcOrd="0" destOrd="1" presId="urn:microsoft.com/office/officeart/2005/8/layout/hList1"/>
    <dgm:cxn modelId="{D46EBEB6-840F-46CE-BF8D-96A0A48F155A}" srcId="{EB71657A-DD98-4FD6-9DF2-974714EC6AA4}" destId="{4510A62F-D112-428B-A095-E283C95C6A54}" srcOrd="1" destOrd="0" parTransId="{7CFD99F4-8252-404E-8F21-D581F7220742}" sibTransId="{4090D59E-9856-4610-BBED-E1AE8F531355}"/>
    <dgm:cxn modelId="{A9E2FCB9-A7C9-4562-805E-1E1E3FAE080C}" srcId="{9606C116-9651-4CA4-B06B-BCF4CF4FABBF}" destId="{E47512DF-4954-4DBD-B277-B9C537EC94FE}" srcOrd="4" destOrd="0" parTransId="{76A52F59-F2D5-46DD-A676-4A5982FDF614}" sibTransId="{B6AC3F8D-DE90-45E8-B762-3AE574113384}"/>
    <dgm:cxn modelId="{1FB612C0-0530-41BC-95CB-CB41F83375A4}" srcId="{F1EA8DB9-280C-4581-912E-923E46BBF468}" destId="{446E3D33-E4E9-410B-9046-42A674249A6D}" srcOrd="1" destOrd="0" parTransId="{91276EEA-9A78-4158-846D-7DF2B81BC0A2}" sibTransId="{0EB48867-70F1-4C34-ADA3-C77B2195597A}"/>
    <dgm:cxn modelId="{ACD51FC7-DE37-4FB1-9EC0-8CDD30E48951}" type="presOf" srcId="{8EFEDE69-2D11-4F09-8836-5A1E2ECB4546}" destId="{D67844A1-51CE-458A-9D98-B5C8CBC4C305}" srcOrd="0" destOrd="3" presId="urn:microsoft.com/office/officeart/2005/8/layout/hList1"/>
    <dgm:cxn modelId="{0D31CEC8-8425-42CE-8390-C7C1D03105F9}" srcId="{F1EA8DB9-280C-4581-912E-923E46BBF468}" destId="{7962EE43-639B-4A83-997A-ACE545F9AD12}" srcOrd="2" destOrd="0" parTransId="{0EFB5CBA-F6CF-4B66-9B76-B5C869082D17}" sibTransId="{E13393FD-BB5C-4175-9D99-2D049F813C93}"/>
    <dgm:cxn modelId="{CAFCE6C8-BD09-431E-9FCE-234D50AA26D2}" srcId="{F19663F8-1170-4D5E-9474-CE03376282FC}" destId="{97677B3F-D910-4924-B2D4-CB9AFE5F78C0}" srcOrd="1" destOrd="0" parTransId="{11485ED4-5B31-4B32-A2C4-EE1A76031364}" sibTransId="{3F300FB0-EB8B-41AF-850A-93B6CF16AE56}"/>
    <dgm:cxn modelId="{61A319CA-71B6-4D09-8C8B-832E27D733BD}" type="presOf" srcId="{64244747-826E-4A52-A87D-CFD7F863ADAB}" destId="{D67844A1-51CE-458A-9D98-B5C8CBC4C305}" srcOrd="0" destOrd="0" presId="urn:microsoft.com/office/officeart/2005/8/layout/hList1"/>
    <dgm:cxn modelId="{5CB027CA-D8BF-4D71-8A8A-03D5E7F9CA23}" type="presOf" srcId="{3F139272-FABE-40FE-A1BF-2116973B3A82}" destId="{3F8C3805-48B4-4C45-883A-452F53510A60}" srcOrd="0" destOrd="0" presId="urn:microsoft.com/office/officeart/2005/8/layout/hList1"/>
    <dgm:cxn modelId="{D09204D1-83B9-4DD8-B212-92C6F3F918C3}" srcId="{F19663F8-1170-4D5E-9474-CE03376282FC}" destId="{00F81918-EED6-4075-B91F-8558559D2C27}" srcOrd="3" destOrd="0" parTransId="{52AB51BF-968B-4372-BF26-0CA7ACD33690}" sibTransId="{74506605-2725-4355-A490-1899C14B6ED8}"/>
    <dgm:cxn modelId="{F16E5AD3-6FBA-4CD9-AFA2-3870B71581C1}" type="presOf" srcId="{F39ADE9A-A77B-46FE-B9D7-3836ACA22E2A}" destId="{A9F45EF2-A930-43A0-8A30-EC9D834A22CB}" srcOrd="0" destOrd="0" presId="urn:microsoft.com/office/officeart/2005/8/layout/hList1"/>
    <dgm:cxn modelId="{65E6A2D5-1DFA-44D5-B64E-D6159F96FD08}" type="presOf" srcId="{97677B3F-D910-4924-B2D4-CB9AFE5F78C0}" destId="{EA169325-DAA6-4B31-BBE9-36E569E69E34}" srcOrd="0" destOrd="1" presId="urn:microsoft.com/office/officeart/2005/8/layout/hList1"/>
    <dgm:cxn modelId="{03E1D9E7-0283-4BAF-B87B-9C88F28F6561}" srcId="{EB71657A-DD98-4FD6-9DF2-974714EC6AA4}" destId="{8EFEDE69-2D11-4F09-8836-5A1E2ECB4546}" srcOrd="3" destOrd="0" parTransId="{606A6B19-036C-4118-B11C-D46A8FA7C298}" sibTransId="{6A83D2BD-E3D5-46D2-A68F-5C676151FEC0}"/>
    <dgm:cxn modelId="{A0DD27E9-7EEF-4A71-8EE8-57A074FDF49C}" srcId="{9606C116-9651-4CA4-B06B-BCF4CF4FABBF}" destId="{F39ADE9A-A77B-46FE-B9D7-3836ACA22E2A}" srcOrd="2" destOrd="0" parTransId="{4EBBB4A9-7345-4796-BEE1-9A6C3739FCC4}" sibTransId="{9B63F47B-87F4-4E16-A52C-7409A7BDC6F3}"/>
    <dgm:cxn modelId="{AEFFE3F3-DD77-4545-989D-A1D30E06D33E}" srcId="{9606C116-9651-4CA4-B06B-BCF4CF4FABBF}" destId="{F1EA8DB9-280C-4581-912E-923E46BBF468}" srcOrd="0" destOrd="0" parTransId="{205FFBB7-7950-479C-8D2C-6978DBB147AB}" sibTransId="{868D1BD8-BD21-43D0-9728-8904BA45F928}"/>
    <dgm:cxn modelId="{3A3939F8-4E15-47F3-BA1A-8C2448B6B7C3}" type="presOf" srcId="{E2908C58-B8C9-4541-AAAE-5C02D0580794}" destId="{3F8C3805-48B4-4C45-883A-452F53510A60}" srcOrd="0" destOrd="2" presId="urn:microsoft.com/office/officeart/2005/8/layout/hList1"/>
    <dgm:cxn modelId="{01C599FB-24AF-48E2-918A-6A0AB871CBCD}" type="presOf" srcId="{F1695032-58A2-4D4C-80E3-AF51090459E5}" destId="{D67844A1-51CE-458A-9D98-B5C8CBC4C305}" srcOrd="0" destOrd="2" presId="urn:microsoft.com/office/officeart/2005/8/layout/hList1"/>
    <dgm:cxn modelId="{945B50FD-8128-494E-9886-2E823C92C0B9}" type="presOf" srcId="{F2530F24-07F2-4E34-8E1D-0DB44AC8F9AE}" destId="{4F3DAC19-014C-4F34-812D-16A8440D1885}" srcOrd="0" destOrd="3" presId="urn:microsoft.com/office/officeart/2005/8/layout/hList1"/>
    <dgm:cxn modelId="{AF727F1A-42BA-4AE8-8E54-FAB7C5C6CE2B}" type="presParOf" srcId="{BE13AB43-1376-484C-B233-C74A9AF8A312}" destId="{E7E9ED53-29EF-4E73-BB98-093BA9B46C3E}" srcOrd="0" destOrd="0" presId="urn:microsoft.com/office/officeart/2005/8/layout/hList1"/>
    <dgm:cxn modelId="{0F1496BB-72B3-467C-B9B6-CD17863450B8}" type="presParOf" srcId="{E7E9ED53-29EF-4E73-BB98-093BA9B46C3E}" destId="{93A4FACC-EA35-4B92-A37B-9080587365EA}" srcOrd="0" destOrd="0" presId="urn:microsoft.com/office/officeart/2005/8/layout/hList1"/>
    <dgm:cxn modelId="{1D5C0EC3-90F3-4F97-AD6E-8C2DB7FCEA34}" type="presParOf" srcId="{E7E9ED53-29EF-4E73-BB98-093BA9B46C3E}" destId="{4F3DAC19-014C-4F34-812D-16A8440D1885}" srcOrd="1" destOrd="0" presId="urn:microsoft.com/office/officeart/2005/8/layout/hList1"/>
    <dgm:cxn modelId="{8894B766-A209-4441-976E-231D42401FCB}" type="presParOf" srcId="{BE13AB43-1376-484C-B233-C74A9AF8A312}" destId="{3D53A9A6-B4D3-45FB-92BF-AD4ECD470BBC}" srcOrd="1" destOrd="0" presId="urn:microsoft.com/office/officeart/2005/8/layout/hList1"/>
    <dgm:cxn modelId="{BE1E3683-4DFA-4587-AD1A-C8890DEAC5FC}" type="presParOf" srcId="{BE13AB43-1376-484C-B233-C74A9AF8A312}" destId="{ACF9CE3F-C91F-49B2-85A8-4B778ED30AEC}" srcOrd="2" destOrd="0" presId="urn:microsoft.com/office/officeart/2005/8/layout/hList1"/>
    <dgm:cxn modelId="{C65DA96E-C936-4297-9FF4-B5C88134F2D3}" type="presParOf" srcId="{ACF9CE3F-C91F-49B2-85A8-4B778ED30AEC}" destId="{88A85F18-6906-49FE-9587-3D8953779B54}" srcOrd="0" destOrd="0" presId="urn:microsoft.com/office/officeart/2005/8/layout/hList1"/>
    <dgm:cxn modelId="{49B1FDDD-70AC-4BD1-8F23-A1B9D996AB5B}" type="presParOf" srcId="{ACF9CE3F-C91F-49B2-85A8-4B778ED30AEC}" destId="{D67844A1-51CE-458A-9D98-B5C8CBC4C305}" srcOrd="1" destOrd="0" presId="urn:microsoft.com/office/officeart/2005/8/layout/hList1"/>
    <dgm:cxn modelId="{229794FC-13DB-43C3-AB85-DB309D76644A}" type="presParOf" srcId="{BE13AB43-1376-484C-B233-C74A9AF8A312}" destId="{B2340A1C-BAB6-46FA-AF7F-748CE29F7D20}" srcOrd="3" destOrd="0" presId="urn:microsoft.com/office/officeart/2005/8/layout/hList1"/>
    <dgm:cxn modelId="{04C62530-D5B0-4CD7-975F-244BF71DCB1E}" type="presParOf" srcId="{BE13AB43-1376-484C-B233-C74A9AF8A312}" destId="{008826F3-D22E-43DA-8034-08A446DC2DEE}" srcOrd="4" destOrd="0" presId="urn:microsoft.com/office/officeart/2005/8/layout/hList1"/>
    <dgm:cxn modelId="{22C46804-4758-4322-8244-F4B567DB95B5}" type="presParOf" srcId="{008826F3-D22E-43DA-8034-08A446DC2DEE}" destId="{A9F45EF2-A930-43A0-8A30-EC9D834A22CB}" srcOrd="0" destOrd="0" presId="urn:microsoft.com/office/officeart/2005/8/layout/hList1"/>
    <dgm:cxn modelId="{A3D68D78-15DD-478C-BDBD-A38B49E2A1C1}" type="presParOf" srcId="{008826F3-D22E-43DA-8034-08A446DC2DEE}" destId="{3F8C3805-48B4-4C45-883A-452F53510A60}" srcOrd="1" destOrd="0" presId="urn:microsoft.com/office/officeart/2005/8/layout/hList1"/>
    <dgm:cxn modelId="{5F46B651-F879-42D5-A7D1-F25704B80ACF}" type="presParOf" srcId="{BE13AB43-1376-484C-B233-C74A9AF8A312}" destId="{271F8948-0721-47FE-9965-C736821CFE76}" srcOrd="5" destOrd="0" presId="urn:microsoft.com/office/officeart/2005/8/layout/hList1"/>
    <dgm:cxn modelId="{5DC471E3-C7F4-4F9C-A58B-5FEB5C8CA05F}" type="presParOf" srcId="{BE13AB43-1376-484C-B233-C74A9AF8A312}" destId="{276A2D0F-9E8C-4EFC-94FD-DFAC6B8F3CB3}" srcOrd="6" destOrd="0" presId="urn:microsoft.com/office/officeart/2005/8/layout/hList1"/>
    <dgm:cxn modelId="{8E8CAA10-0CFB-4885-9403-0D9CFBD5B213}" type="presParOf" srcId="{276A2D0F-9E8C-4EFC-94FD-DFAC6B8F3CB3}" destId="{1FBC48ED-B839-4E68-90F4-0DF2A3464757}" srcOrd="0" destOrd="0" presId="urn:microsoft.com/office/officeart/2005/8/layout/hList1"/>
    <dgm:cxn modelId="{8962A37B-6C90-4F6D-AAAC-8C050E51A88E}" type="presParOf" srcId="{276A2D0F-9E8C-4EFC-94FD-DFAC6B8F3CB3}" destId="{EA169325-DAA6-4B31-BBE9-36E569E69E34}" srcOrd="1" destOrd="0" presId="urn:microsoft.com/office/officeart/2005/8/layout/hList1"/>
    <dgm:cxn modelId="{390C94E7-6CBD-48F8-9C61-A735E32C74A8}" type="presParOf" srcId="{BE13AB43-1376-484C-B233-C74A9AF8A312}" destId="{068FA7D6-5582-4244-8EDD-D94A65C2A374}" srcOrd="7" destOrd="0" presId="urn:microsoft.com/office/officeart/2005/8/layout/hList1"/>
    <dgm:cxn modelId="{77B98612-7A08-426D-A45D-6AC1B7AEDE8E}" type="presParOf" srcId="{BE13AB43-1376-484C-B233-C74A9AF8A312}" destId="{B00611C0-96C3-4B6B-91E4-E54C4C949FA9}" srcOrd="8" destOrd="0" presId="urn:microsoft.com/office/officeart/2005/8/layout/hList1"/>
    <dgm:cxn modelId="{A6DCBFF1-9E77-4056-8BB6-314E2FAD9F05}" type="presParOf" srcId="{B00611C0-96C3-4B6B-91E4-E54C4C949FA9}" destId="{B64E2DB1-06AC-445B-A35F-E358546A14F9}" srcOrd="0" destOrd="0" presId="urn:microsoft.com/office/officeart/2005/8/layout/hList1"/>
    <dgm:cxn modelId="{2F3D1139-1EA1-4E04-B350-13531C4DC9CE}" type="presParOf" srcId="{B00611C0-96C3-4B6B-91E4-E54C4C949FA9}" destId="{60C28B45-4255-498C-A57F-CDCB8C3F02D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8B861-AB92-4347-8891-8E61ECB42085}">
      <dsp:nvSpPr>
        <dsp:cNvPr id="0" name=""/>
        <dsp:cNvSpPr/>
      </dsp:nvSpPr>
      <dsp:spPr>
        <a:xfrm>
          <a:off x="4671" y="593735"/>
          <a:ext cx="2042386" cy="1225431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2200" kern="1200" noProof="0" dirty="0">
              <a:solidFill>
                <a:schemeClr val="bg1"/>
              </a:solidFill>
            </a:rPr>
            <a:t>Principios de inversión</a:t>
          </a:r>
          <a:endParaRPr lang="en-US" sz="2200" kern="1200" dirty="0">
            <a:solidFill>
              <a:schemeClr val="bg1"/>
            </a:solidFill>
          </a:endParaRPr>
        </a:p>
      </dsp:txBody>
      <dsp:txXfrm>
        <a:off x="40563" y="629627"/>
        <a:ext cx="1970602" cy="1153647"/>
      </dsp:txXfrm>
    </dsp:sp>
    <dsp:sp modelId="{76A28690-FF15-4376-B540-1247741811EF}">
      <dsp:nvSpPr>
        <dsp:cNvPr id="0" name=""/>
        <dsp:cNvSpPr/>
      </dsp:nvSpPr>
      <dsp:spPr>
        <a:xfrm>
          <a:off x="2251296" y="953195"/>
          <a:ext cx="432985" cy="5065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251296" y="1054497"/>
        <a:ext cx="303090" cy="303907"/>
      </dsp:txXfrm>
    </dsp:sp>
    <dsp:sp modelId="{63EC535B-7AF0-4233-9C6D-1118764F7C80}">
      <dsp:nvSpPr>
        <dsp:cNvPr id="0" name=""/>
        <dsp:cNvSpPr/>
      </dsp:nvSpPr>
      <dsp:spPr>
        <a:xfrm>
          <a:off x="2864012" y="593735"/>
          <a:ext cx="2042386" cy="1225431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Fundamentales</a:t>
          </a:r>
        </a:p>
      </dsp:txBody>
      <dsp:txXfrm>
        <a:off x="2899904" y="629627"/>
        <a:ext cx="1970602" cy="1153647"/>
      </dsp:txXfrm>
    </dsp:sp>
    <dsp:sp modelId="{EB95CCA7-581C-43B0-A186-0618C1E34630}">
      <dsp:nvSpPr>
        <dsp:cNvPr id="0" name=""/>
        <dsp:cNvSpPr/>
      </dsp:nvSpPr>
      <dsp:spPr>
        <a:xfrm>
          <a:off x="5110636" y="953195"/>
          <a:ext cx="432985" cy="5065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110636" y="1054497"/>
        <a:ext cx="303090" cy="303907"/>
      </dsp:txXfrm>
    </dsp:sp>
    <dsp:sp modelId="{3F40BA9D-4D1E-493E-96F5-F47571B13BC0}">
      <dsp:nvSpPr>
        <dsp:cNvPr id="0" name=""/>
        <dsp:cNvSpPr/>
      </dsp:nvSpPr>
      <dsp:spPr>
        <a:xfrm>
          <a:off x="5723352" y="593735"/>
          <a:ext cx="2042386" cy="1225431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noProof="0">
              <a:solidFill>
                <a:schemeClr val="accent5"/>
              </a:solidFill>
            </a:rPr>
            <a:t>Análisis técnico </a:t>
          </a:r>
          <a:endParaRPr lang="es-CO" sz="2200" kern="1200" noProof="0" dirty="0">
            <a:solidFill>
              <a:schemeClr val="accent5"/>
            </a:solidFill>
          </a:endParaRPr>
        </a:p>
      </dsp:txBody>
      <dsp:txXfrm>
        <a:off x="5759244" y="629627"/>
        <a:ext cx="1970602" cy="1153647"/>
      </dsp:txXfrm>
    </dsp:sp>
    <dsp:sp modelId="{151F0465-8316-49F1-B8C0-6FA59C2B6BA5}">
      <dsp:nvSpPr>
        <dsp:cNvPr id="0" name=""/>
        <dsp:cNvSpPr/>
      </dsp:nvSpPr>
      <dsp:spPr>
        <a:xfrm>
          <a:off x="7969977" y="953195"/>
          <a:ext cx="432985" cy="5065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969977" y="1054497"/>
        <a:ext cx="303090" cy="303907"/>
      </dsp:txXfrm>
    </dsp:sp>
    <dsp:sp modelId="{E3934E3F-18C4-4B85-9D48-F5250DFEC329}">
      <dsp:nvSpPr>
        <dsp:cNvPr id="0" name=""/>
        <dsp:cNvSpPr/>
      </dsp:nvSpPr>
      <dsp:spPr>
        <a:xfrm>
          <a:off x="8582693" y="593735"/>
          <a:ext cx="2042386" cy="1225431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noProof="0" dirty="0">
              <a:solidFill>
                <a:schemeClr val="accent5">
                  <a:lumMod val="85000"/>
                  <a:lumOff val="15000"/>
                </a:schemeClr>
              </a:solidFill>
            </a:rPr>
            <a:t>Trading de opciones / Futuros </a:t>
          </a:r>
        </a:p>
      </dsp:txBody>
      <dsp:txXfrm>
        <a:off x="8618585" y="629627"/>
        <a:ext cx="1970602" cy="11536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F5A5F-1064-4AB9-B0A0-C65D05569BBF}">
      <dsp:nvSpPr>
        <dsp:cNvPr id="0" name=""/>
        <dsp:cNvSpPr/>
      </dsp:nvSpPr>
      <dsp:spPr>
        <a:xfrm>
          <a:off x="5431631" y="1684907"/>
          <a:ext cx="2504999" cy="707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666"/>
              </a:lnTo>
              <a:lnTo>
                <a:pt x="2504999" y="353666"/>
              </a:lnTo>
              <a:lnTo>
                <a:pt x="2504999" y="7073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93D686-DF88-45AA-B732-A12CC1ECC28E}">
      <dsp:nvSpPr>
        <dsp:cNvPr id="0" name=""/>
        <dsp:cNvSpPr/>
      </dsp:nvSpPr>
      <dsp:spPr>
        <a:xfrm>
          <a:off x="2926631" y="1684907"/>
          <a:ext cx="2504999" cy="707332"/>
        </a:xfrm>
        <a:custGeom>
          <a:avLst/>
          <a:gdLst/>
          <a:ahLst/>
          <a:cxnLst/>
          <a:rect l="0" t="0" r="0" b="0"/>
          <a:pathLst>
            <a:path>
              <a:moveTo>
                <a:pt x="2504999" y="0"/>
              </a:moveTo>
              <a:lnTo>
                <a:pt x="2504999" y="353666"/>
              </a:lnTo>
              <a:lnTo>
                <a:pt x="0" y="353666"/>
              </a:lnTo>
              <a:lnTo>
                <a:pt x="0" y="7073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DD3725-5470-4E88-ACFB-1081EECCF2A0}">
      <dsp:nvSpPr>
        <dsp:cNvPr id="0" name=""/>
        <dsp:cNvSpPr/>
      </dsp:nvSpPr>
      <dsp:spPr>
        <a:xfrm>
          <a:off x="3037783" y="784"/>
          <a:ext cx="4787694" cy="1684123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accent5"/>
              </a:solidFill>
            </a:rPr>
            <a:t>1. Asignar capital de Riesgo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0" kern="1200" noProof="0" dirty="0">
              <a:solidFill>
                <a:schemeClr val="accent5"/>
              </a:solidFill>
            </a:rPr>
            <a:t>Cuanto voy a arriesgar</a:t>
          </a:r>
        </a:p>
      </dsp:txBody>
      <dsp:txXfrm>
        <a:off x="3037783" y="784"/>
        <a:ext cx="4787694" cy="1684123"/>
      </dsp:txXfrm>
    </dsp:sp>
    <dsp:sp modelId="{9F5DCC8E-091D-4913-9F57-1EFA8A6CA735}">
      <dsp:nvSpPr>
        <dsp:cNvPr id="0" name=""/>
        <dsp:cNvSpPr/>
      </dsp:nvSpPr>
      <dsp:spPr>
        <a:xfrm>
          <a:off x="775297" y="2392240"/>
          <a:ext cx="4302667" cy="1684123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accent5"/>
              </a:solidFill>
            </a:rPr>
            <a:t>2. No perder dinero: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 dirty="0">
              <a:solidFill>
                <a:schemeClr val="accent5"/>
              </a:solidFill>
            </a:rPr>
            <a:t>Cuanto riesgo voy a usar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 dirty="0">
              <a:solidFill>
                <a:schemeClr val="accent5"/>
              </a:solidFill>
            </a:rPr>
            <a:t>(</a:t>
          </a:r>
          <a:r>
            <a:rPr lang="es-CO" sz="2600" kern="1200" dirty="0" err="1">
              <a:solidFill>
                <a:schemeClr val="accent5"/>
              </a:solidFill>
            </a:rPr>
            <a:t>risk</a:t>
          </a:r>
          <a:r>
            <a:rPr lang="es-CO" sz="2600" kern="1200" dirty="0">
              <a:solidFill>
                <a:schemeClr val="accent5"/>
              </a:solidFill>
            </a:rPr>
            <a:t>)</a:t>
          </a:r>
          <a:endParaRPr lang="en-US" sz="2600" kern="1200" dirty="0">
            <a:solidFill>
              <a:schemeClr val="accent5"/>
            </a:solidFill>
          </a:endParaRPr>
        </a:p>
      </dsp:txBody>
      <dsp:txXfrm>
        <a:off x="775297" y="2392240"/>
        <a:ext cx="4302667" cy="1684123"/>
      </dsp:txXfrm>
    </dsp:sp>
    <dsp:sp modelId="{F7D298BC-04DB-470A-BB91-CF014E4DDDDC}">
      <dsp:nvSpPr>
        <dsp:cNvPr id="0" name=""/>
        <dsp:cNvSpPr/>
      </dsp:nvSpPr>
      <dsp:spPr>
        <a:xfrm>
          <a:off x="5785297" y="2392240"/>
          <a:ext cx="4302667" cy="1684123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accent5"/>
              </a:solidFill>
            </a:rPr>
            <a:t>3. Ganar lo que mas podamos: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0" kern="1200" dirty="0">
              <a:solidFill>
                <a:schemeClr val="accent5"/>
              </a:solidFill>
            </a:rPr>
            <a:t>Potencial de ganancia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solidFill>
                <a:schemeClr val="accent5"/>
              </a:solidFill>
            </a:rPr>
            <a:t>(Reward)</a:t>
          </a:r>
        </a:p>
      </dsp:txBody>
      <dsp:txXfrm>
        <a:off x="5785297" y="2392240"/>
        <a:ext cx="4302667" cy="16841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F5A5F-1064-4AB9-B0A0-C65D05569BBF}">
      <dsp:nvSpPr>
        <dsp:cNvPr id="0" name=""/>
        <dsp:cNvSpPr/>
      </dsp:nvSpPr>
      <dsp:spPr>
        <a:xfrm>
          <a:off x="5431631" y="1684907"/>
          <a:ext cx="2504999" cy="707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666"/>
              </a:lnTo>
              <a:lnTo>
                <a:pt x="2504999" y="353666"/>
              </a:lnTo>
              <a:lnTo>
                <a:pt x="2504999" y="7073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93D686-DF88-45AA-B732-A12CC1ECC28E}">
      <dsp:nvSpPr>
        <dsp:cNvPr id="0" name=""/>
        <dsp:cNvSpPr/>
      </dsp:nvSpPr>
      <dsp:spPr>
        <a:xfrm>
          <a:off x="2926631" y="1684907"/>
          <a:ext cx="2504999" cy="707332"/>
        </a:xfrm>
        <a:custGeom>
          <a:avLst/>
          <a:gdLst/>
          <a:ahLst/>
          <a:cxnLst/>
          <a:rect l="0" t="0" r="0" b="0"/>
          <a:pathLst>
            <a:path>
              <a:moveTo>
                <a:pt x="2504999" y="0"/>
              </a:moveTo>
              <a:lnTo>
                <a:pt x="2504999" y="353666"/>
              </a:lnTo>
              <a:lnTo>
                <a:pt x="0" y="353666"/>
              </a:lnTo>
              <a:lnTo>
                <a:pt x="0" y="7073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DD3725-5470-4E88-ACFB-1081EECCF2A0}">
      <dsp:nvSpPr>
        <dsp:cNvPr id="0" name=""/>
        <dsp:cNvSpPr/>
      </dsp:nvSpPr>
      <dsp:spPr>
        <a:xfrm>
          <a:off x="3037783" y="784"/>
          <a:ext cx="4787694" cy="1684123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accent5"/>
              </a:solidFill>
            </a:rPr>
            <a:t>1. Asignar capital de Riesgo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0" kern="1200" noProof="0" dirty="0">
              <a:solidFill>
                <a:schemeClr val="accent5"/>
              </a:solidFill>
            </a:rPr>
            <a:t>Cuanto voy a arriesgar</a:t>
          </a:r>
        </a:p>
      </dsp:txBody>
      <dsp:txXfrm>
        <a:off x="3037783" y="784"/>
        <a:ext cx="4787694" cy="1684123"/>
      </dsp:txXfrm>
    </dsp:sp>
    <dsp:sp modelId="{9F5DCC8E-091D-4913-9F57-1EFA8A6CA735}">
      <dsp:nvSpPr>
        <dsp:cNvPr id="0" name=""/>
        <dsp:cNvSpPr/>
      </dsp:nvSpPr>
      <dsp:spPr>
        <a:xfrm>
          <a:off x="775297" y="2392240"/>
          <a:ext cx="4302667" cy="1684123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accent5"/>
              </a:solidFill>
            </a:rPr>
            <a:t>2. No perder dinero: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 dirty="0">
              <a:solidFill>
                <a:schemeClr val="accent5"/>
              </a:solidFill>
            </a:rPr>
            <a:t>Cuanto riesgo voy a usar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 dirty="0">
              <a:solidFill>
                <a:schemeClr val="accent5"/>
              </a:solidFill>
            </a:rPr>
            <a:t>(</a:t>
          </a:r>
          <a:r>
            <a:rPr lang="es-CO" sz="2600" kern="1200" dirty="0" err="1">
              <a:solidFill>
                <a:schemeClr val="accent5"/>
              </a:solidFill>
            </a:rPr>
            <a:t>risk</a:t>
          </a:r>
          <a:r>
            <a:rPr lang="es-CO" sz="2600" kern="1200" dirty="0">
              <a:solidFill>
                <a:schemeClr val="accent5"/>
              </a:solidFill>
            </a:rPr>
            <a:t>)</a:t>
          </a:r>
          <a:endParaRPr lang="en-US" sz="2600" kern="1200" dirty="0">
            <a:solidFill>
              <a:schemeClr val="accent5"/>
            </a:solidFill>
          </a:endParaRPr>
        </a:p>
      </dsp:txBody>
      <dsp:txXfrm>
        <a:off x="775297" y="2392240"/>
        <a:ext cx="4302667" cy="1684123"/>
      </dsp:txXfrm>
    </dsp:sp>
    <dsp:sp modelId="{F7D298BC-04DB-470A-BB91-CF014E4DDDDC}">
      <dsp:nvSpPr>
        <dsp:cNvPr id="0" name=""/>
        <dsp:cNvSpPr/>
      </dsp:nvSpPr>
      <dsp:spPr>
        <a:xfrm>
          <a:off x="5785297" y="2392240"/>
          <a:ext cx="4302667" cy="1684123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accent5"/>
              </a:solidFill>
            </a:rPr>
            <a:t>3. Ganar lo que mas podamos: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0" kern="1200" dirty="0">
              <a:solidFill>
                <a:schemeClr val="accent5"/>
              </a:solidFill>
            </a:rPr>
            <a:t>Potencial de ganancia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solidFill>
                <a:schemeClr val="accent5"/>
              </a:solidFill>
            </a:rPr>
            <a:t>(Reward)</a:t>
          </a:r>
        </a:p>
      </dsp:txBody>
      <dsp:txXfrm>
        <a:off x="5785297" y="2392240"/>
        <a:ext cx="4302667" cy="16841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F5A5F-1064-4AB9-B0A0-C65D05569BBF}">
      <dsp:nvSpPr>
        <dsp:cNvPr id="0" name=""/>
        <dsp:cNvSpPr/>
      </dsp:nvSpPr>
      <dsp:spPr>
        <a:xfrm>
          <a:off x="5431631" y="1684907"/>
          <a:ext cx="2504999" cy="707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666"/>
              </a:lnTo>
              <a:lnTo>
                <a:pt x="2504999" y="353666"/>
              </a:lnTo>
              <a:lnTo>
                <a:pt x="2504999" y="7073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93D686-DF88-45AA-B732-A12CC1ECC28E}">
      <dsp:nvSpPr>
        <dsp:cNvPr id="0" name=""/>
        <dsp:cNvSpPr/>
      </dsp:nvSpPr>
      <dsp:spPr>
        <a:xfrm>
          <a:off x="2926631" y="1684907"/>
          <a:ext cx="2504999" cy="707332"/>
        </a:xfrm>
        <a:custGeom>
          <a:avLst/>
          <a:gdLst/>
          <a:ahLst/>
          <a:cxnLst/>
          <a:rect l="0" t="0" r="0" b="0"/>
          <a:pathLst>
            <a:path>
              <a:moveTo>
                <a:pt x="2504999" y="0"/>
              </a:moveTo>
              <a:lnTo>
                <a:pt x="2504999" y="353666"/>
              </a:lnTo>
              <a:lnTo>
                <a:pt x="0" y="353666"/>
              </a:lnTo>
              <a:lnTo>
                <a:pt x="0" y="7073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DD3725-5470-4E88-ACFB-1081EECCF2A0}">
      <dsp:nvSpPr>
        <dsp:cNvPr id="0" name=""/>
        <dsp:cNvSpPr/>
      </dsp:nvSpPr>
      <dsp:spPr>
        <a:xfrm>
          <a:off x="3037783" y="784"/>
          <a:ext cx="4787694" cy="1684123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bg1"/>
              </a:solidFill>
            </a:rPr>
            <a:t>1. Asignar capital de Riesgo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0" kern="1200" noProof="0" dirty="0">
              <a:solidFill>
                <a:schemeClr val="bg1"/>
              </a:solidFill>
            </a:rPr>
            <a:t>Capital de riesgo y ganancias retenidas</a:t>
          </a:r>
        </a:p>
      </dsp:txBody>
      <dsp:txXfrm>
        <a:off x="3037783" y="784"/>
        <a:ext cx="4787694" cy="1684123"/>
      </dsp:txXfrm>
    </dsp:sp>
    <dsp:sp modelId="{9F5DCC8E-091D-4913-9F57-1EFA8A6CA735}">
      <dsp:nvSpPr>
        <dsp:cNvPr id="0" name=""/>
        <dsp:cNvSpPr/>
      </dsp:nvSpPr>
      <dsp:spPr>
        <a:xfrm>
          <a:off x="775297" y="2392240"/>
          <a:ext cx="4302667" cy="1684123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accent5"/>
              </a:solidFill>
            </a:rPr>
            <a:t>2. No perder dinero: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 dirty="0">
              <a:solidFill>
                <a:schemeClr val="accent5"/>
              </a:solidFill>
            </a:rPr>
            <a:t>Cuanto riesgo voy a usar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 dirty="0">
              <a:solidFill>
                <a:schemeClr val="accent5"/>
              </a:solidFill>
            </a:rPr>
            <a:t>(</a:t>
          </a:r>
          <a:r>
            <a:rPr lang="es-CO" sz="2600" kern="1200" dirty="0" err="1">
              <a:solidFill>
                <a:schemeClr val="accent5"/>
              </a:solidFill>
            </a:rPr>
            <a:t>risk</a:t>
          </a:r>
          <a:r>
            <a:rPr lang="es-CO" sz="2600" kern="1200" dirty="0">
              <a:solidFill>
                <a:schemeClr val="accent5"/>
              </a:solidFill>
            </a:rPr>
            <a:t>)</a:t>
          </a:r>
          <a:endParaRPr lang="en-US" sz="2600" kern="1200" dirty="0">
            <a:solidFill>
              <a:schemeClr val="accent5"/>
            </a:solidFill>
          </a:endParaRPr>
        </a:p>
      </dsp:txBody>
      <dsp:txXfrm>
        <a:off x="775297" y="2392240"/>
        <a:ext cx="4302667" cy="1684123"/>
      </dsp:txXfrm>
    </dsp:sp>
    <dsp:sp modelId="{F7D298BC-04DB-470A-BB91-CF014E4DDDDC}">
      <dsp:nvSpPr>
        <dsp:cNvPr id="0" name=""/>
        <dsp:cNvSpPr/>
      </dsp:nvSpPr>
      <dsp:spPr>
        <a:xfrm>
          <a:off x="5785297" y="2392240"/>
          <a:ext cx="4302667" cy="1684123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accent5"/>
              </a:solidFill>
            </a:rPr>
            <a:t>3. Ganar lo que mas podamos: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0" kern="1200" dirty="0">
              <a:solidFill>
                <a:schemeClr val="accent5"/>
              </a:solidFill>
            </a:rPr>
            <a:t>Potencial de ganancia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solidFill>
                <a:schemeClr val="accent5"/>
              </a:solidFill>
            </a:rPr>
            <a:t>(Reward)</a:t>
          </a:r>
        </a:p>
      </dsp:txBody>
      <dsp:txXfrm>
        <a:off x="5785297" y="2392240"/>
        <a:ext cx="4302667" cy="16841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F5A5F-1064-4AB9-B0A0-C65D05569BBF}">
      <dsp:nvSpPr>
        <dsp:cNvPr id="0" name=""/>
        <dsp:cNvSpPr/>
      </dsp:nvSpPr>
      <dsp:spPr>
        <a:xfrm>
          <a:off x="5431631" y="1684907"/>
          <a:ext cx="2504999" cy="707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666"/>
              </a:lnTo>
              <a:lnTo>
                <a:pt x="2504999" y="353666"/>
              </a:lnTo>
              <a:lnTo>
                <a:pt x="2504999" y="7073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93D686-DF88-45AA-B732-A12CC1ECC28E}">
      <dsp:nvSpPr>
        <dsp:cNvPr id="0" name=""/>
        <dsp:cNvSpPr/>
      </dsp:nvSpPr>
      <dsp:spPr>
        <a:xfrm>
          <a:off x="2926631" y="1684907"/>
          <a:ext cx="2504999" cy="707332"/>
        </a:xfrm>
        <a:custGeom>
          <a:avLst/>
          <a:gdLst/>
          <a:ahLst/>
          <a:cxnLst/>
          <a:rect l="0" t="0" r="0" b="0"/>
          <a:pathLst>
            <a:path>
              <a:moveTo>
                <a:pt x="2504999" y="0"/>
              </a:moveTo>
              <a:lnTo>
                <a:pt x="2504999" y="353666"/>
              </a:lnTo>
              <a:lnTo>
                <a:pt x="0" y="353666"/>
              </a:lnTo>
              <a:lnTo>
                <a:pt x="0" y="7073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DD3725-5470-4E88-ACFB-1081EECCF2A0}">
      <dsp:nvSpPr>
        <dsp:cNvPr id="0" name=""/>
        <dsp:cNvSpPr/>
      </dsp:nvSpPr>
      <dsp:spPr>
        <a:xfrm>
          <a:off x="3037783" y="784"/>
          <a:ext cx="4787694" cy="1684123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bg1"/>
              </a:solidFill>
            </a:rPr>
            <a:t>1. Asignar capital de Riesgo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0" kern="1200" noProof="0" dirty="0">
              <a:solidFill>
                <a:schemeClr val="bg1"/>
              </a:solidFill>
            </a:rPr>
            <a:t>Capital de riesgo y ganancias retenidas</a:t>
          </a:r>
        </a:p>
      </dsp:txBody>
      <dsp:txXfrm>
        <a:off x="3037783" y="784"/>
        <a:ext cx="4787694" cy="1684123"/>
      </dsp:txXfrm>
    </dsp:sp>
    <dsp:sp modelId="{9F5DCC8E-091D-4913-9F57-1EFA8A6CA735}">
      <dsp:nvSpPr>
        <dsp:cNvPr id="0" name=""/>
        <dsp:cNvSpPr/>
      </dsp:nvSpPr>
      <dsp:spPr>
        <a:xfrm>
          <a:off x="775297" y="2392240"/>
          <a:ext cx="4302667" cy="1684123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bg1"/>
              </a:solidFill>
            </a:rPr>
            <a:t>2. No perder dinero: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 dirty="0">
              <a:solidFill>
                <a:schemeClr val="bg1"/>
              </a:solidFill>
            </a:rPr>
            <a:t>2% por </a:t>
          </a:r>
          <a:r>
            <a:rPr lang="es-CO" sz="2600" kern="1200" dirty="0" err="1">
              <a:solidFill>
                <a:schemeClr val="bg1"/>
              </a:solidFill>
            </a:rPr>
            <a:t>trade</a:t>
          </a:r>
          <a:r>
            <a:rPr lang="es-CO" sz="2600" kern="1200" dirty="0">
              <a:solidFill>
                <a:schemeClr val="bg1"/>
              </a:solidFill>
            </a:rPr>
            <a:t> (pero sabemos otras estrategias)</a:t>
          </a:r>
          <a:endParaRPr lang="en-US" sz="2600" kern="1200" dirty="0">
            <a:solidFill>
              <a:schemeClr val="bg1"/>
            </a:solidFill>
          </a:endParaRPr>
        </a:p>
      </dsp:txBody>
      <dsp:txXfrm>
        <a:off x="775297" y="2392240"/>
        <a:ext cx="4302667" cy="1684123"/>
      </dsp:txXfrm>
    </dsp:sp>
    <dsp:sp modelId="{F7D298BC-04DB-470A-BB91-CF014E4DDDDC}">
      <dsp:nvSpPr>
        <dsp:cNvPr id="0" name=""/>
        <dsp:cNvSpPr/>
      </dsp:nvSpPr>
      <dsp:spPr>
        <a:xfrm>
          <a:off x="5785297" y="2392240"/>
          <a:ext cx="4302667" cy="1684123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1" kern="1200" dirty="0">
              <a:solidFill>
                <a:schemeClr val="accent5"/>
              </a:solidFill>
            </a:rPr>
            <a:t>3. Ganar lo que mas podamos: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b="0" kern="1200" dirty="0">
              <a:solidFill>
                <a:schemeClr val="accent5"/>
              </a:solidFill>
            </a:rPr>
            <a:t>Potencial de ganancia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kern="1200" dirty="0">
              <a:solidFill>
                <a:schemeClr val="accent5"/>
              </a:solidFill>
            </a:rPr>
            <a:t>(Reward)</a:t>
          </a:r>
        </a:p>
      </dsp:txBody>
      <dsp:txXfrm>
        <a:off x="5785297" y="2392240"/>
        <a:ext cx="4302667" cy="168412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4FACC-EA35-4B92-A37B-9080587365EA}">
      <dsp:nvSpPr>
        <dsp:cNvPr id="0" name=""/>
        <dsp:cNvSpPr/>
      </dsp:nvSpPr>
      <dsp:spPr>
        <a:xfrm>
          <a:off x="0" y="30104"/>
          <a:ext cx="3412847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Cuanto arriesgar?</a:t>
          </a:r>
        </a:p>
      </dsp:txBody>
      <dsp:txXfrm>
        <a:off x="0" y="30104"/>
        <a:ext cx="3412847" cy="604800"/>
      </dsp:txXfrm>
    </dsp:sp>
    <dsp:sp modelId="{4F3DAC19-014C-4F34-812D-16A8440D1885}">
      <dsp:nvSpPr>
        <dsp:cNvPr id="0" name=""/>
        <dsp:cNvSpPr/>
      </dsp:nvSpPr>
      <dsp:spPr>
        <a:xfrm>
          <a:off x="3500" y="629159"/>
          <a:ext cx="3412847" cy="246432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100" kern="1200" dirty="0">
              <a:ea typeface="Calibri"/>
              <a:cs typeface="Calibri"/>
            </a:rPr>
            <a:t>Arriesgar 2%-3% por </a:t>
          </a:r>
          <a:r>
            <a:rPr lang="es-CO" sz="2100" kern="1200" dirty="0" err="1">
              <a:ea typeface="Calibri"/>
              <a:cs typeface="Calibri"/>
            </a:rPr>
            <a:t>trade</a:t>
          </a:r>
          <a:r>
            <a:rPr lang="es-CO" sz="2100" kern="1200" dirty="0">
              <a:ea typeface="Calibri"/>
              <a:cs typeface="Calibri"/>
            </a:rPr>
            <a:t> del capital disponible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Ya </a:t>
          </a:r>
          <a:r>
            <a:rPr lang="en-US" sz="2100" kern="1200" dirty="0" err="1"/>
            <a:t>entendimos</a:t>
          </a:r>
          <a:r>
            <a:rPr lang="en-US" sz="2100" kern="1200" dirty="0"/>
            <a:t> de </a:t>
          </a:r>
          <a:r>
            <a:rPr lang="en-US" sz="2100" kern="1200" dirty="0" err="1"/>
            <a:t>donde</a:t>
          </a:r>
          <a:r>
            <a:rPr lang="en-US" sz="2100" kern="1200" dirty="0"/>
            <a:t> sale </a:t>
          </a:r>
          <a:r>
            <a:rPr lang="en-US" sz="2100" kern="1200" dirty="0" err="1"/>
            <a:t>esto</a:t>
          </a:r>
          <a:r>
            <a:rPr lang="en-US" sz="2100" kern="1200" dirty="0"/>
            <a:t>!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100" kern="1200" dirty="0"/>
        </a:p>
      </dsp:txBody>
      <dsp:txXfrm>
        <a:off x="3500" y="629159"/>
        <a:ext cx="3412847" cy="2464323"/>
      </dsp:txXfrm>
    </dsp:sp>
    <dsp:sp modelId="{88A85F18-6906-49FE-9587-3D8953779B54}">
      <dsp:nvSpPr>
        <dsp:cNvPr id="0" name=""/>
        <dsp:cNvSpPr/>
      </dsp:nvSpPr>
      <dsp:spPr>
        <a:xfrm>
          <a:off x="3894147" y="24359"/>
          <a:ext cx="3412847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A que entrar? </a:t>
          </a:r>
        </a:p>
      </dsp:txBody>
      <dsp:txXfrm>
        <a:off x="3894147" y="24359"/>
        <a:ext cx="3412847" cy="604800"/>
      </dsp:txXfrm>
    </dsp:sp>
    <dsp:sp modelId="{D67844A1-51CE-458A-9D98-B5C8CBC4C305}">
      <dsp:nvSpPr>
        <dsp:cNvPr id="0" name=""/>
        <dsp:cNvSpPr/>
      </dsp:nvSpPr>
      <dsp:spPr>
        <a:xfrm>
          <a:off x="3894147" y="629159"/>
          <a:ext cx="3412847" cy="246432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100" kern="1200" dirty="0">
              <a:ea typeface="Calibri"/>
              <a:cs typeface="Calibri"/>
            </a:rPr>
            <a:t>Posiciones con un </a:t>
          </a:r>
          <a:r>
            <a:rPr lang="es-CO" sz="2100" kern="1200" dirty="0" err="1">
              <a:ea typeface="Calibri"/>
              <a:cs typeface="Calibri"/>
            </a:rPr>
            <a:t>Risk</a:t>
          </a:r>
          <a:r>
            <a:rPr lang="es-CO" sz="2100" kern="1200" dirty="0">
              <a:ea typeface="Calibri"/>
              <a:cs typeface="Calibri"/>
            </a:rPr>
            <a:t> </a:t>
          </a:r>
          <a:r>
            <a:rPr lang="es-CO" sz="2100" kern="1200" dirty="0" err="1">
              <a:ea typeface="Calibri"/>
              <a:cs typeface="Calibri"/>
            </a:rPr>
            <a:t>Reward</a:t>
          </a:r>
          <a:r>
            <a:rPr lang="es-CO" sz="2100" kern="1200" dirty="0">
              <a:ea typeface="Calibri"/>
              <a:cs typeface="Calibri"/>
            </a:rPr>
            <a:t> de 1:3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100" kern="1200" dirty="0">
              <a:ea typeface="Calibri"/>
              <a:cs typeface="Calibri"/>
            </a:rPr>
            <a:t>Fundamentado análisis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100" kern="1200" dirty="0">
              <a:ea typeface="Calibri"/>
              <a:cs typeface="Calibri"/>
            </a:rPr>
            <a:t>Riesgo medido </a:t>
          </a:r>
          <a:r>
            <a:rPr lang="es-CO" sz="2100" kern="1200">
              <a:ea typeface="Calibri"/>
              <a:cs typeface="Calibri"/>
            </a:rPr>
            <a:t>en extensión </a:t>
          </a:r>
          <a:r>
            <a:rPr lang="es-CO" sz="2100" kern="1200" dirty="0">
              <a:ea typeface="Calibri"/>
              <a:cs typeface="Calibri"/>
            </a:rPr>
            <a:t>de los movimientos (se vera mas adelante)</a:t>
          </a:r>
          <a:endParaRPr lang="en-US" sz="2100" kern="1200" dirty="0"/>
        </a:p>
      </dsp:txBody>
      <dsp:txXfrm>
        <a:off x="3894147" y="629159"/>
        <a:ext cx="3412847" cy="2464323"/>
      </dsp:txXfrm>
    </dsp:sp>
    <dsp:sp modelId="{6E006022-69E2-45CE-85AA-EDCFDC3AAA2D}">
      <dsp:nvSpPr>
        <dsp:cNvPr id="0" name=""/>
        <dsp:cNvSpPr/>
      </dsp:nvSpPr>
      <dsp:spPr>
        <a:xfrm>
          <a:off x="7784793" y="24359"/>
          <a:ext cx="3412847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Cuando aumentar el Riesgo?</a:t>
          </a:r>
        </a:p>
      </dsp:txBody>
      <dsp:txXfrm>
        <a:off x="7784793" y="24359"/>
        <a:ext cx="3412847" cy="604800"/>
      </dsp:txXfrm>
    </dsp:sp>
    <dsp:sp modelId="{594ECE79-609D-4F50-ABC7-216C300C7950}">
      <dsp:nvSpPr>
        <dsp:cNvPr id="0" name=""/>
        <dsp:cNvSpPr/>
      </dsp:nvSpPr>
      <dsp:spPr>
        <a:xfrm>
          <a:off x="7784793" y="629159"/>
          <a:ext cx="3412847" cy="246432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100" kern="1200" dirty="0"/>
            <a:t>Aumentar el capital de riesgo si ha </a:t>
          </a:r>
          <a:r>
            <a:rPr lang="es-CO" sz="2100" kern="1200"/>
            <a:t>hecho dinero</a:t>
          </a:r>
          <a:endParaRPr lang="en-US" sz="2100" kern="1200" dirty="0"/>
        </a:p>
      </dsp:txBody>
      <dsp:txXfrm>
        <a:off x="7784793" y="629159"/>
        <a:ext cx="3412847" cy="246432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F5A5F-1064-4AB9-B0A0-C65D05569BBF}">
      <dsp:nvSpPr>
        <dsp:cNvPr id="0" name=""/>
        <dsp:cNvSpPr/>
      </dsp:nvSpPr>
      <dsp:spPr>
        <a:xfrm>
          <a:off x="5431631" y="1684907"/>
          <a:ext cx="2504999" cy="7073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666"/>
              </a:lnTo>
              <a:lnTo>
                <a:pt x="2504999" y="353666"/>
              </a:lnTo>
              <a:lnTo>
                <a:pt x="2504999" y="7073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93D686-DF88-45AA-B732-A12CC1ECC28E}">
      <dsp:nvSpPr>
        <dsp:cNvPr id="0" name=""/>
        <dsp:cNvSpPr/>
      </dsp:nvSpPr>
      <dsp:spPr>
        <a:xfrm>
          <a:off x="2926631" y="1684907"/>
          <a:ext cx="2504999" cy="707332"/>
        </a:xfrm>
        <a:custGeom>
          <a:avLst/>
          <a:gdLst/>
          <a:ahLst/>
          <a:cxnLst/>
          <a:rect l="0" t="0" r="0" b="0"/>
          <a:pathLst>
            <a:path>
              <a:moveTo>
                <a:pt x="2504999" y="0"/>
              </a:moveTo>
              <a:lnTo>
                <a:pt x="2504999" y="353666"/>
              </a:lnTo>
              <a:lnTo>
                <a:pt x="0" y="353666"/>
              </a:lnTo>
              <a:lnTo>
                <a:pt x="0" y="7073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DD3725-5470-4E88-ACFB-1081EECCF2A0}">
      <dsp:nvSpPr>
        <dsp:cNvPr id="0" name=""/>
        <dsp:cNvSpPr/>
      </dsp:nvSpPr>
      <dsp:spPr>
        <a:xfrm>
          <a:off x="3037783" y="784"/>
          <a:ext cx="4787694" cy="1684123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b="1" kern="1200" dirty="0">
              <a:solidFill>
                <a:schemeClr val="bg1"/>
              </a:solidFill>
            </a:rPr>
            <a:t>1. Asignar capital de Riesgo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b="0" kern="1200" noProof="0" dirty="0">
              <a:solidFill>
                <a:schemeClr val="bg1"/>
              </a:solidFill>
            </a:rPr>
            <a:t>Capital de riesgo y ganancias retenidas</a:t>
          </a:r>
        </a:p>
      </dsp:txBody>
      <dsp:txXfrm>
        <a:off x="3037783" y="784"/>
        <a:ext cx="4787694" cy="1684123"/>
      </dsp:txXfrm>
    </dsp:sp>
    <dsp:sp modelId="{9F5DCC8E-091D-4913-9F57-1EFA8A6CA735}">
      <dsp:nvSpPr>
        <dsp:cNvPr id="0" name=""/>
        <dsp:cNvSpPr/>
      </dsp:nvSpPr>
      <dsp:spPr>
        <a:xfrm>
          <a:off x="775297" y="2392240"/>
          <a:ext cx="4302667" cy="1684123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b="1" kern="1200" dirty="0">
              <a:solidFill>
                <a:schemeClr val="bg1"/>
              </a:solidFill>
            </a:rPr>
            <a:t>2. No perder dinero: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kern="1200" dirty="0">
              <a:solidFill>
                <a:schemeClr val="bg1"/>
              </a:solidFill>
            </a:rPr>
            <a:t>2% por </a:t>
          </a:r>
          <a:r>
            <a:rPr lang="es-CO" sz="2400" kern="1200" dirty="0" err="1">
              <a:solidFill>
                <a:schemeClr val="bg1"/>
              </a:solidFill>
            </a:rPr>
            <a:t>trade</a:t>
          </a:r>
          <a:r>
            <a:rPr lang="es-CO" sz="2400" kern="1200" dirty="0">
              <a:solidFill>
                <a:schemeClr val="bg1"/>
              </a:solidFill>
            </a:rPr>
            <a:t> (pero sabemos otras estrategias)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775297" y="2392240"/>
        <a:ext cx="4302667" cy="1684123"/>
      </dsp:txXfrm>
    </dsp:sp>
    <dsp:sp modelId="{F7D298BC-04DB-470A-BB91-CF014E4DDDDC}">
      <dsp:nvSpPr>
        <dsp:cNvPr id="0" name=""/>
        <dsp:cNvSpPr/>
      </dsp:nvSpPr>
      <dsp:spPr>
        <a:xfrm>
          <a:off x="5785297" y="2392240"/>
          <a:ext cx="4302667" cy="1684123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b="1" kern="1200" dirty="0">
              <a:solidFill>
                <a:schemeClr val="bg1"/>
              </a:solidFill>
            </a:rPr>
            <a:t>3. Ganar lo que mas podamos: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b="0" kern="1200" dirty="0">
              <a:solidFill>
                <a:schemeClr val="bg1"/>
              </a:solidFill>
            </a:rPr>
            <a:t>Preservar ganancias guardando 50% del </a:t>
          </a:r>
          <a:r>
            <a:rPr lang="es-CO" sz="2400" b="0" kern="1200" dirty="0" err="1">
              <a:solidFill>
                <a:schemeClr val="bg1"/>
              </a:solidFill>
            </a:rPr>
            <a:t>profir</a:t>
          </a:r>
          <a:r>
            <a:rPr lang="es-CO" sz="2400" b="0" kern="1200" dirty="0">
              <a:solidFill>
                <a:schemeClr val="bg1"/>
              </a:solidFill>
            </a:rPr>
            <a:t> per </a:t>
          </a:r>
          <a:r>
            <a:rPr lang="es-CO" sz="2400" b="0" kern="1200" dirty="0" err="1">
              <a:solidFill>
                <a:schemeClr val="bg1"/>
              </a:solidFill>
            </a:rPr>
            <a:t>trade</a:t>
          </a:r>
          <a:endParaRPr lang="es-CO" sz="2400" b="0" kern="1200" dirty="0">
            <a:solidFill>
              <a:schemeClr val="bg1"/>
            </a:solidFill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chemeClr val="bg1"/>
              </a:solidFill>
            </a:rPr>
            <a:t>(Reward)</a:t>
          </a:r>
        </a:p>
      </dsp:txBody>
      <dsp:txXfrm>
        <a:off x="5785297" y="2392240"/>
        <a:ext cx="4302667" cy="168412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4FACC-EA35-4B92-A37B-9080587365EA}">
      <dsp:nvSpPr>
        <dsp:cNvPr id="0" name=""/>
        <dsp:cNvSpPr/>
      </dsp:nvSpPr>
      <dsp:spPr>
        <a:xfrm>
          <a:off x="0" y="395594"/>
          <a:ext cx="2012705" cy="794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noProof="0" dirty="0"/>
            <a:t>Capital de riesgo</a:t>
          </a:r>
        </a:p>
      </dsp:txBody>
      <dsp:txXfrm>
        <a:off x="0" y="395594"/>
        <a:ext cx="2012705" cy="794364"/>
      </dsp:txXfrm>
    </dsp:sp>
    <dsp:sp modelId="{4F3DAC19-014C-4F34-812D-16A8440D1885}">
      <dsp:nvSpPr>
        <dsp:cNvPr id="0" name=""/>
        <dsp:cNvSpPr/>
      </dsp:nvSpPr>
      <dsp:spPr>
        <a:xfrm>
          <a:off x="5250" y="1182412"/>
          <a:ext cx="2012705" cy="1690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dirty="0">
              <a:ea typeface="Calibri"/>
              <a:cs typeface="Calibri"/>
            </a:rPr>
            <a:t>T1: +100</a:t>
          </a:r>
          <a:r>
            <a:rPr lang="en-US" sz="2200" kern="1200" dirty="0"/>
            <a:t>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T2: +101.5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T3: +103.225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T4: +99.93</a:t>
          </a:r>
        </a:p>
      </dsp:txBody>
      <dsp:txXfrm>
        <a:off x="5250" y="1182412"/>
        <a:ext cx="2012705" cy="1690920"/>
      </dsp:txXfrm>
    </dsp:sp>
    <dsp:sp modelId="{88A85F18-6906-49FE-9587-3D8953779B54}">
      <dsp:nvSpPr>
        <dsp:cNvPr id="0" name=""/>
        <dsp:cNvSpPr/>
      </dsp:nvSpPr>
      <dsp:spPr>
        <a:xfrm>
          <a:off x="2299734" y="388047"/>
          <a:ext cx="2012705" cy="794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noProof="0" dirty="0"/>
            <a:t>Riesgo:</a:t>
          </a:r>
        </a:p>
      </dsp:txBody>
      <dsp:txXfrm>
        <a:off x="2299734" y="388047"/>
        <a:ext cx="2012705" cy="794364"/>
      </dsp:txXfrm>
    </dsp:sp>
    <dsp:sp modelId="{D67844A1-51CE-458A-9D98-B5C8CBC4C305}">
      <dsp:nvSpPr>
        <dsp:cNvPr id="0" name=""/>
        <dsp:cNvSpPr/>
      </dsp:nvSpPr>
      <dsp:spPr>
        <a:xfrm>
          <a:off x="2299734" y="1182412"/>
          <a:ext cx="2012705" cy="1690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3%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3%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3%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/>
            <a:t>3%</a:t>
          </a:r>
          <a:endParaRPr lang="es-CO" sz="2200" kern="1200" noProof="0" dirty="0"/>
        </a:p>
      </dsp:txBody>
      <dsp:txXfrm>
        <a:off x="2299734" y="1182412"/>
        <a:ext cx="2012705" cy="1690920"/>
      </dsp:txXfrm>
    </dsp:sp>
    <dsp:sp modelId="{A9F45EF2-A930-43A0-8A30-EC9D834A22CB}">
      <dsp:nvSpPr>
        <dsp:cNvPr id="0" name=""/>
        <dsp:cNvSpPr/>
      </dsp:nvSpPr>
      <dsp:spPr>
        <a:xfrm>
          <a:off x="4594218" y="388047"/>
          <a:ext cx="2012705" cy="794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noProof="0" dirty="0" err="1"/>
            <a:t>Trades</a:t>
          </a:r>
          <a:r>
            <a:rPr lang="es-CO" sz="2200" kern="1200" noProof="0" dirty="0"/>
            <a:t> (1R/R)</a:t>
          </a:r>
        </a:p>
      </dsp:txBody>
      <dsp:txXfrm>
        <a:off x="4594218" y="388047"/>
        <a:ext cx="2012705" cy="794364"/>
      </dsp:txXfrm>
    </dsp:sp>
    <dsp:sp modelId="{3F8C3805-48B4-4C45-883A-452F53510A60}">
      <dsp:nvSpPr>
        <dsp:cNvPr id="0" name=""/>
        <dsp:cNvSpPr/>
      </dsp:nvSpPr>
      <dsp:spPr>
        <a:xfrm>
          <a:off x="4594218" y="1182412"/>
          <a:ext cx="2012705" cy="1690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+3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+3.045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-3.090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</a:t>
          </a:r>
          <a:r>
            <a:rPr lang="en-US" sz="2200" b="0" i="0" u="none" kern="1200" dirty="0"/>
            <a:t>2.9979</a:t>
          </a:r>
          <a:endParaRPr lang="es-CO" sz="2200" kern="1200" noProof="0" dirty="0"/>
        </a:p>
      </dsp:txBody>
      <dsp:txXfrm>
        <a:off x="4594218" y="1182412"/>
        <a:ext cx="2012705" cy="1690920"/>
      </dsp:txXfrm>
    </dsp:sp>
    <dsp:sp modelId="{1FBC48ED-B839-4E68-90F4-0DF2A3464757}">
      <dsp:nvSpPr>
        <dsp:cNvPr id="0" name=""/>
        <dsp:cNvSpPr/>
      </dsp:nvSpPr>
      <dsp:spPr>
        <a:xfrm>
          <a:off x="6888702" y="388047"/>
          <a:ext cx="2012705" cy="794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noProof="0" dirty="0"/>
            <a:t>Ganancias retenidas</a:t>
          </a:r>
        </a:p>
      </dsp:txBody>
      <dsp:txXfrm>
        <a:off x="6888702" y="388047"/>
        <a:ext cx="2012705" cy="794364"/>
      </dsp:txXfrm>
    </dsp:sp>
    <dsp:sp modelId="{EA169325-DAA6-4B31-BBE9-36E569E69E34}">
      <dsp:nvSpPr>
        <dsp:cNvPr id="0" name=""/>
        <dsp:cNvSpPr/>
      </dsp:nvSpPr>
      <dsp:spPr>
        <a:xfrm>
          <a:off x="6888702" y="1182412"/>
          <a:ext cx="2012705" cy="1690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+1.5 (+1.5)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+3.0225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+3.0225 (+0)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</a:t>
          </a:r>
          <a:r>
            <a:rPr lang="en-US" sz="2200" b="0" i="0" u="none" kern="1200" dirty="0"/>
            <a:t>4.52</a:t>
          </a:r>
          <a:r>
            <a:rPr lang="en-US" sz="2200" kern="1200" dirty="0"/>
            <a:t> (1.499)</a:t>
          </a:r>
          <a:endParaRPr lang="es-CO" sz="2200" kern="1200" noProof="0" dirty="0"/>
        </a:p>
      </dsp:txBody>
      <dsp:txXfrm>
        <a:off x="6888702" y="1182412"/>
        <a:ext cx="2012705" cy="1690920"/>
      </dsp:txXfrm>
    </dsp:sp>
    <dsp:sp modelId="{B64E2DB1-06AC-445B-A35F-E358546A14F9}">
      <dsp:nvSpPr>
        <dsp:cNvPr id="0" name=""/>
        <dsp:cNvSpPr/>
      </dsp:nvSpPr>
      <dsp:spPr>
        <a:xfrm>
          <a:off x="9183186" y="388047"/>
          <a:ext cx="2012705" cy="794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noProof="0" dirty="0"/>
            <a:t>Capital de riesgo final</a:t>
          </a:r>
        </a:p>
      </dsp:txBody>
      <dsp:txXfrm>
        <a:off x="9183186" y="388047"/>
        <a:ext cx="2012705" cy="794364"/>
      </dsp:txXfrm>
    </dsp:sp>
    <dsp:sp modelId="{60C28B45-4255-498C-A57F-CDCB8C3F02D1}">
      <dsp:nvSpPr>
        <dsp:cNvPr id="0" name=""/>
        <dsp:cNvSpPr/>
      </dsp:nvSpPr>
      <dsp:spPr>
        <a:xfrm>
          <a:off x="9183186" y="1182412"/>
          <a:ext cx="2012705" cy="1690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101.5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103.225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u="none" kern="1200" dirty="0"/>
            <a:t>99.93183</a:t>
          </a:r>
          <a:endParaRPr lang="es-CO" sz="2200" kern="1200" noProof="0" dirty="0"/>
        </a:p>
      </dsp:txBody>
      <dsp:txXfrm>
        <a:off x="9183186" y="1182412"/>
        <a:ext cx="2012705" cy="16909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4FACC-EA35-4B92-A37B-9080587365EA}">
      <dsp:nvSpPr>
        <dsp:cNvPr id="0" name=""/>
        <dsp:cNvSpPr/>
      </dsp:nvSpPr>
      <dsp:spPr>
        <a:xfrm>
          <a:off x="0" y="395594"/>
          <a:ext cx="2012705" cy="794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noProof="0" dirty="0"/>
            <a:t>Capital de riesgo</a:t>
          </a:r>
        </a:p>
      </dsp:txBody>
      <dsp:txXfrm>
        <a:off x="0" y="395594"/>
        <a:ext cx="2012705" cy="794364"/>
      </dsp:txXfrm>
    </dsp:sp>
    <dsp:sp modelId="{4F3DAC19-014C-4F34-812D-16A8440D1885}">
      <dsp:nvSpPr>
        <dsp:cNvPr id="0" name=""/>
        <dsp:cNvSpPr/>
      </dsp:nvSpPr>
      <dsp:spPr>
        <a:xfrm>
          <a:off x="5250" y="1182412"/>
          <a:ext cx="2012705" cy="1690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dirty="0">
              <a:ea typeface="Calibri"/>
              <a:cs typeface="Calibri"/>
            </a:rPr>
            <a:t>T1: +100</a:t>
          </a:r>
          <a:r>
            <a:rPr lang="en-US" sz="2200" kern="1200" dirty="0"/>
            <a:t>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T2: +101.5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T3: +103.225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T4: +99.93</a:t>
          </a:r>
        </a:p>
      </dsp:txBody>
      <dsp:txXfrm>
        <a:off x="5250" y="1182412"/>
        <a:ext cx="2012705" cy="1690920"/>
      </dsp:txXfrm>
    </dsp:sp>
    <dsp:sp modelId="{88A85F18-6906-49FE-9587-3D8953779B54}">
      <dsp:nvSpPr>
        <dsp:cNvPr id="0" name=""/>
        <dsp:cNvSpPr/>
      </dsp:nvSpPr>
      <dsp:spPr>
        <a:xfrm>
          <a:off x="2299734" y="388047"/>
          <a:ext cx="2012705" cy="794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noProof="0" dirty="0"/>
            <a:t>Riesgo:</a:t>
          </a:r>
        </a:p>
      </dsp:txBody>
      <dsp:txXfrm>
        <a:off x="2299734" y="388047"/>
        <a:ext cx="2012705" cy="794364"/>
      </dsp:txXfrm>
    </dsp:sp>
    <dsp:sp modelId="{D67844A1-51CE-458A-9D98-B5C8CBC4C305}">
      <dsp:nvSpPr>
        <dsp:cNvPr id="0" name=""/>
        <dsp:cNvSpPr/>
      </dsp:nvSpPr>
      <dsp:spPr>
        <a:xfrm>
          <a:off x="2299734" y="1182412"/>
          <a:ext cx="2012705" cy="1690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3%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3%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3%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/>
            <a:t>3%</a:t>
          </a:r>
          <a:endParaRPr lang="es-CO" sz="2200" kern="1200" noProof="0" dirty="0"/>
        </a:p>
      </dsp:txBody>
      <dsp:txXfrm>
        <a:off x="2299734" y="1182412"/>
        <a:ext cx="2012705" cy="1690920"/>
      </dsp:txXfrm>
    </dsp:sp>
    <dsp:sp modelId="{A9F45EF2-A930-43A0-8A30-EC9D834A22CB}">
      <dsp:nvSpPr>
        <dsp:cNvPr id="0" name=""/>
        <dsp:cNvSpPr/>
      </dsp:nvSpPr>
      <dsp:spPr>
        <a:xfrm>
          <a:off x="4594218" y="388047"/>
          <a:ext cx="2012705" cy="794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noProof="0" dirty="0" err="1"/>
            <a:t>Trades</a:t>
          </a:r>
          <a:r>
            <a:rPr lang="es-CO" sz="2200" kern="1200" noProof="0" dirty="0"/>
            <a:t> (1R/R)</a:t>
          </a:r>
        </a:p>
      </dsp:txBody>
      <dsp:txXfrm>
        <a:off x="4594218" y="388047"/>
        <a:ext cx="2012705" cy="794364"/>
      </dsp:txXfrm>
    </dsp:sp>
    <dsp:sp modelId="{3F8C3805-48B4-4C45-883A-452F53510A60}">
      <dsp:nvSpPr>
        <dsp:cNvPr id="0" name=""/>
        <dsp:cNvSpPr/>
      </dsp:nvSpPr>
      <dsp:spPr>
        <a:xfrm>
          <a:off x="4594218" y="1182412"/>
          <a:ext cx="2012705" cy="1690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+3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+3.045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-3.090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</a:t>
          </a:r>
          <a:r>
            <a:rPr lang="en-US" sz="2200" b="0" i="0" u="none" kern="1200" dirty="0"/>
            <a:t>2.9979</a:t>
          </a:r>
          <a:endParaRPr lang="es-CO" sz="2200" kern="1200" noProof="0" dirty="0"/>
        </a:p>
      </dsp:txBody>
      <dsp:txXfrm>
        <a:off x="4594218" y="1182412"/>
        <a:ext cx="2012705" cy="1690920"/>
      </dsp:txXfrm>
    </dsp:sp>
    <dsp:sp modelId="{1FBC48ED-B839-4E68-90F4-0DF2A3464757}">
      <dsp:nvSpPr>
        <dsp:cNvPr id="0" name=""/>
        <dsp:cNvSpPr/>
      </dsp:nvSpPr>
      <dsp:spPr>
        <a:xfrm>
          <a:off x="6888702" y="388047"/>
          <a:ext cx="2012705" cy="794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noProof="0" dirty="0"/>
            <a:t>Ganancias retenidas</a:t>
          </a:r>
        </a:p>
      </dsp:txBody>
      <dsp:txXfrm>
        <a:off x="6888702" y="388047"/>
        <a:ext cx="2012705" cy="794364"/>
      </dsp:txXfrm>
    </dsp:sp>
    <dsp:sp modelId="{EA169325-DAA6-4B31-BBE9-36E569E69E34}">
      <dsp:nvSpPr>
        <dsp:cNvPr id="0" name=""/>
        <dsp:cNvSpPr/>
      </dsp:nvSpPr>
      <dsp:spPr>
        <a:xfrm>
          <a:off x="6888702" y="1182412"/>
          <a:ext cx="2012705" cy="1690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+1.5 (+1.5)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+3.0225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+3.0225 (+0)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+</a:t>
          </a:r>
          <a:r>
            <a:rPr lang="en-US" sz="2200" b="0" i="0" u="none" kern="1200" dirty="0"/>
            <a:t>4.52</a:t>
          </a:r>
          <a:r>
            <a:rPr lang="en-US" sz="2200" kern="1200" dirty="0"/>
            <a:t> (1.499)</a:t>
          </a:r>
          <a:endParaRPr lang="es-CO" sz="2200" kern="1200" noProof="0" dirty="0"/>
        </a:p>
      </dsp:txBody>
      <dsp:txXfrm>
        <a:off x="6888702" y="1182412"/>
        <a:ext cx="2012705" cy="1690920"/>
      </dsp:txXfrm>
    </dsp:sp>
    <dsp:sp modelId="{B64E2DB1-06AC-445B-A35F-E358546A14F9}">
      <dsp:nvSpPr>
        <dsp:cNvPr id="0" name=""/>
        <dsp:cNvSpPr/>
      </dsp:nvSpPr>
      <dsp:spPr>
        <a:xfrm>
          <a:off x="9183186" y="388047"/>
          <a:ext cx="2012705" cy="794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 noProof="0" dirty="0"/>
            <a:t>Capital de riesgo final</a:t>
          </a:r>
        </a:p>
      </dsp:txBody>
      <dsp:txXfrm>
        <a:off x="9183186" y="388047"/>
        <a:ext cx="2012705" cy="794364"/>
      </dsp:txXfrm>
    </dsp:sp>
    <dsp:sp modelId="{60C28B45-4255-498C-A57F-CDCB8C3F02D1}">
      <dsp:nvSpPr>
        <dsp:cNvPr id="0" name=""/>
        <dsp:cNvSpPr/>
      </dsp:nvSpPr>
      <dsp:spPr>
        <a:xfrm>
          <a:off x="9183186" y="1182412"/>
          <a:ext cx="2012705" cy="1690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101.5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kern="1200" noProof="0" dirty="0"/>
            <a:t>103.225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u="none" kern="1200" dirty="0"/>
            <a:t>99.93183</a:t>
          </a:r>
          <a:endParaRPr lang="es-CO" sz="2200" kern="1200" noProof="0" dirty="0"/>
        </a:p>
      </dsp:txBody>
      <dsp:txXfrm>
        <a:off x="9183186" y="1182412"/>
        <a:ext cx="2012705" cy="1690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0.47714</cdr:x>
      <cdr:y>0.12346</cdr:y>
    </cdr:from>
    <cdr:to>
      <cdr:x>0.47714</cdr:x>
      <cdr:y>0.94074</cdr:y>
    </cdr:to>
    <cdr:cxnSp macro="">
      <cdr:nvCxnSpPr>
        <cdr:cNvPr id="3" name="Conector recto 2">
          <a:extLst xmlns:a="http://schemas.openxmlformats.org/drawingml/2006/main">
            <a:ext uri="{FF2B5EF4-FFF2-40B4-BE49-F238E27FC236}">
              <a16:creationId xmlns:a16="http://schemas.microsoft.com/office/drawing/2014/main" id="{69845D0A-5816-EC0B-FAFE-87443C2E5798}"/>
            </a:ext>
          </a:extLst>
        </cdr:cNvPr>
        <cdr:cNvCxnSpPr/>
      </cdr:nvCxnSpPr>
      <cdr:spPr>
        <a:xfrm xmlns:a="http://schemas.openxmlformats.org/drawingml/2006/main" flipV="1">
          <a:off x="5330532" y="537882"/>
          <a:ext cx="0" cy="3560782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0.87386</cdr:x>
      <cdr:y>0.12346</cdr:y>
    </cdr:from>
    <cdr:to>
      <cdr:x>0.87386</cdr:x>
      <cdr:y>0.94074</cdr:y>
    </cdr:to>
    <cdr:cxnSp macro="">
      <cdr:nvCxnSpPr>
        <cdr:cNvPr id="4" name="Conector recto 3">
          <a:extLst xmlns:a="http://schemas.openxmlformats.org/drawingml/2006/main">
            <a:ext uri="{FF2B5EF4-FFF2-40B4-BE49-F238E27FC236}">
              <a16:creationId xmlns:a16="http://schemas.microsoft.com/office/drawing/2014/main" id="{EDC8963D-53D3-BAFE-23E4-B379552A7593}"/>
            </a:ext>
          </a:extLst>
        </cdr:cNvPr>
        <cdr:cNvCxnSpPr/>
      </cdr:nvCxnSpPr>
      <cdr:spPr>
        <a:xfrm xmlns:a="http://schemas.openxmlformats.org/drawingml/2006/main" flipV="1">
          <a:off x="9762682" y="537882"/>
          <a:ext cx="0" cy="3560782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F74AD2-459D-4ADA-A3E9-9DCEA7890B3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08FAE-6ED9-4C94-9E9A-04CCEE53240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6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Supongamos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quebrarse</a:t>
            </a:r>
            <a:r>
              <a:rPr lang="en-US" dirty="0"/>
              <a:t> sea </a:t>
            </a:r>
            <a:r>
              <a:rPr lang="en-US" dirty="0" err="1"/>
              <a:t>tener</a:t>
            </a:r>
            <a:r>
              <a:rPr lang="en-US" dirty="0"/>
              <a:t> un capital </a:t>
            </a:r>
            <a:r>
              <a:rPr lang="en-US" dirty="0" err="1"/>
              <a:t>igual</a:t>
            </a:r>
            <a:r>
              <a:rPr lang="en-US" dirty="0"/>
              <a:t> a 1</a:t>
            </a:r>
          </a:p>
          <a:p>
            <a:endParaRPr lang="en-US" dirty="0"/>
          </a:p>
          <a:p>
            <a:r>
              <a:rPr lang="en-US" dirty="0"/>
              <a:t>Ln(1)= ln(c0)+N*Ln(1-f)</a:t>
            </a:r>
          </a:p>
          <a:p>
            <a:r>
              <a:rPr lang="en-US" dirty="0"/>
              <a:t>N= (ln(1)-ln(10.000))/ln(1-f)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67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7D021-9F0B-8EF8-DAAB-2D5F43AFF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E93EF0-C7EB-3C82-1CCF-CD513CF9C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786D54-63F3-AB7A-72BD-3376D9AF2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Supongamos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quebrarse</a:t>
            </a:r>
            <a:r>
              <a:rPr lang="en-US" dirty="0"/>
              <a:t> sea </a:t>
            </a:r>
            <a:r>
              <a:rPr lang="en-US" dirty="0" err="1"/>
              <a:t>tener</a:t>
            </a:r>
            <a:r>
              <a:rPr lang="en-US" dirty="0"/>
              <a:t> un capital </a:t>
            </a:r>
            <a:r>
              <a:rPr lang="en-US" dirty="0" err="1"/>
              <a:t>igual</a:t>
            </a:r>
            <a:r>
              <a:rPr lang="en-US" dirty="0"/>
              <a:t> a 1</a:t>
            </a:r>
          </a:p>
          <a:p>
            <a:endParaRPr lang="en-US" dirty="0"/>
          </a:p>
          <a:p>
            <a:r>
              <a:rPr lang="en-US" dirty="0"/>
              <a:t>Ln(1)= ln(c0)+N*Ln(1-f)</a:t>
            </a:r>
          </a:p>
          <a:p>
            <a:r>
              <a:rPr lang="en-US" dirty="0"/>
              <a:t>N= (ln(1)-ln(10.000))/ln(1-f)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3AA32E-AA96-772F-6535-F6F724F8C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808FAE-6ED9-4C94-9E9A-04CCEE53240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806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8494E-4E2F-1C40-8B7B-C0D0B7FB2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019820-22D1-6B44-9B2F-4A9436BEE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9D7963-CE38-8E49-9AE2-40B94CCD1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E00018-E873-CA46-B8D8-B565A6E97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274B16-C74A-544B-8E70-BE219BAC5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5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32DA36-E214-AB45-9899-5E825E6E7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9CC55C-4C14-9545-A1F8-FA061BFC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1D8A5C-E521-4646-8E21-2B913CB2B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44D73F-320F-CE4A-8B0A-11C58423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6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32DA36-E214-AB45-9899-5E825E6E7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9CC55C-4C14-9545-A1F8-FA061BFC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1D8A5C-E521-4646-8E21-2B913CB2B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44D73F-320F-CE4A-8B0A-11C58423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E1201E-05CF-483B-292D-9AB7780880DC}"/>
              </a:ext>
            </a:extLst>
          </p:cNvPr>
          <p:cNvSpPr/>
          <p:nvPr userDrawn="1"/>
        </p:nvSpPr>
        <p:spPr>
          <a:xfrm>
            <a:off x="515937" y="6180881"/>
            <a:ext cx="11371263" cy="57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/>
                </a:solidFill>
              </a:rPr>
              <a:t>Transacciones en derivados, incluyendo futuros, opciones, son complejos y acarrean un alto riesgo de pérdida financiera. No invierta dinero que no pueda permitirse perder. El rendimiento pasado no garantiza resultados futuros.</a:t>
            </a:r>
            <a:endParaRPr 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234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 userDrawn="1"/>
        </p:nvSpPr>
        <p:spPr>
          <a:xfrm>
            <a:off x="0" y="2088498"/>
            <a:ext cx="12191999" cy="165365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0" y="2322455"/>
            <a:ext cx="12191999" cy="1163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DIN Light" panose="02020500000000000000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8445"/>
            <a:ext cx="12191999" cy="120003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5540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 userDrawn="1"/>
        </p:nvSpPr>
        <p:spPr>
          <a:xfrm>
            <a:off x="0" y="2088498"/>
            <a:ext cx="12191999" cy="1653655"/>
          </a:xfrm>
          <a:prstGeom prst="rect">
            <a:avLst/>
          </a:prstGeom>
          <a:solidFill>
            <a:schemeClr val="tx1">
              <a:lumMod val="95000"/>
              <a:lumOff val="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0" y="2322455"/>
            <a:ext cx="12191999" cy="1163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DIN Light" panose="02020500000000000000"/>
                <a:ea typeface="+mj-ea"/>
                <a:cs typeface="+mj-cs"/>
              </a:defRPr>
            </a:lvl1pPr>
          </a:lstStyle>
          <a:p>
            <a:endParaRPr lang="es-CO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8445"/>
            <a:ext cx="12191999" cy="120003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86524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2088498"/>
            <a:ext cx="12191999" cy="1653655"/>
          </a:xfrm>
          <a:prstGeom prst="rect">
            <a:avLst/>
          </a:prstGeom>
          <a:solidFill>
            <a:schemeClr val="accent4">
              <a:lumMod val="50000"/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8445"/>
            <a:ext cx="12191999" cy="120003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1180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39"/>
          <a:stretch/>
        </p:blipFill>
        <p:spPr>
          <a:xfrm>
            <a:off x="-1" y="-1"/>
            <a:ext cx="12191999" cy="6845301"/>
          </a:xfrm>
          <a:prstGeom prst="rect">
            <a:avLst/>
          </a:prstGeom>
        </p:spPr>
      </p:pic>
      <p:sp>
        <p:nvSpPr>
          <p:cNvPr id="7" name="Rectángulo 6"/>
          <p:cNvSpPr/>
          <p:nvPr userDrawn="1"/>
        </p:nvSpPr>
        <p:spPr>
          <a:xfrm>
            <a:off x="0" y="2088498"/>
            <a:ext cx="12191999" cy="1653655"/>
          </a:xfrm>
          <a:prstGeom prst="rect">
            <a:avLst/>
          </a:prstGeom>
          <a:solidFill>
            <a:schemeClr val="tx1">
              <a:lumMod val="95000"/>
              <a:lumOff val="5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7937D57-53D9-7B42-B2BE-EB3487A3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78445"/>
            <a:ext cx="12191999" cy="1200034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6774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0645-BBB2-1A4E-BD89-518754690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930C67-6D2F-9B4F-A31F-FF5CF9C7F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1C26CB-FBE4-CB4E-BDFD-491E4020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B94ADB-68F5-7C4E-A087-10EBB408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F27728-0610-1142-86F3-420D6B9E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4B188-078A-384F-AC4D-49E76614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B9B3C2-D3D8-1F4A-9E29-C37D69FE9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32908E-69D3-5540-BB89-456892524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E94424-CC94-184F-A986-74E06BB5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52448B-FA71-D941-A8F0-0FA60170E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9A703D-91D0-3944-9F18-27A120839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6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45B92-21B9-9243-9E37-C4BD589B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4F19BA-957D-2440-BEB6-F303366C6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FEC927-7AD2-AD4D-A961-3C464A35D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DFD7B2-A2FC-A141-99FA-7D28179DD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2ED03B-EC5B-0342-BDF9-CECE5598BD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BC132C-1C84-5A44-9799-592714BD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1F27ED-9F8D-4D46-95B2-501AFE9C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05CBAA8-F71A-7044-8232-DAD4CB443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8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247EE-34F5-3D4D-A6FD-7E2A35AC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015B53-2D7C-7C48-8B26-F837F93AD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822B51C-9D13-DE4A-A650-9EBF82C8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CF20C4-FB13-FF4C-A31B-E697B695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62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53156C-445E-5542-BADF-04057C2A3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F6B26C-0BF6-2443-A16E-C1668C95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38F2A3-F73B-454E-B070-88E11A16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38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48B62-8BB3-8C49-B340-59FE3D75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9779C0-26AB-B44D-9150-439DF3714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F5FF42-50B5-FB40-8083-477B757C9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A44473-2A82-9E48-89FD-21CF91FFA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2295FD-EBD7-0C4B-BD76-48C02A26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B54E75-1B81-3248-AB0B-20B0E54AA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20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32628-4A0D-C947-800F-44A5EA870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013F4B-1FCF-094A-AA90-6CF682FF3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DBFA2B-AA6D-9C4C-8B4A-1E2E78B69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5F85C9-FA5D-8A43-936C-96685406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D63E62-F8D4-E34F-9FF1-54B8C85B9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D7001C-F236-F14D-998E-C785CEFE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01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079DA-578B-C342-B404-5F208F40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684535-CDDB-3049-AE5D-FAB245E88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38ADD-7DAF-7C48-AB96-D08326E1A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3158F3-C521-2D41-BE29-55987AD9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C5B468-ADA3-E14B-A95B-6C8B0D66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1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146EB4-7651-DB4C-9F7C-FE972ACE4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010C9A-E9B1-AA4A-8438-86E866148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DFF736-69A3-194C-A453-1274F7025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29C80-6FBA-CD49-AA7B-B7D8986119E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9EF998-041A-C946-A6A3-431B0D8FC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25C4FD-6948-7B4B-B2A2-5528F778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25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501B4D-B9D4-3449-9502-1D4931C53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1200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ECBDEE-D386-C141-88DE-683511975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9" y="2196792"/>
            <a:ext cx="11160124" cy="3879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6DDDE3-436B-4F44-9A39-6F132CA74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29C80-6FBA-CD49-AA7B-B7D8986119E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D29976-A570-A04D-95C3-D27CD3E5F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94C1A0-924A-094C-B79D-7438E179F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79096-BC9C-AA42-8F7C-A3B06734496B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Conector recto 9"/>
          <p:cNvCxnSpPr/>
          <p:nvPr userDrawn="1"/>
        </p:nvCxnSpPr>
        <p:spPr>
          <a:xfrm>
            <a:off x="515936" y="535275"/>
            <a:ext cx="11160125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BCD8E388-65A8-C47C-E5A6-F4E59CE691A1}"/>
              </a:ext>
            </a:extLst>
          </p:cNvPr>
          <p:cNvSpPr/>
          <p:nvPr userDrawn="1"/>
        </p:nvSpPr>
        <p:spPr>
          <a:xfrm>
            <a:off x="515935" y="114300"/>
            <a:ext cx="4021396" cy="3143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s-CO" noProof="0" dirty="0">
                <a:solidFill>
                  <a:schemeClr val="accent5">
                    <a:lumMod val="75000"/>
                    <a:lumOff val="25000"/>
                  </a:schemeClr>
                </a:solidFill>
              </a:rPr>
              <a:t>Como hacer trading sin perderlo todo</a:t>
            </a:r>
          </a:p>
          <a:p>
            <a:pPr algn="l"/>
            <a:r>
              <a:rPr lang="es-CO" noProof="0" dirty="0">
                <a:solidFill>
                  <a:schemeClr val="accent5">
                    <a:lumMod val="75000"/>
                    <a:lumOff val="25000"/>
                  </a:schemeClr>
                </a:solidFill>
              </a:rPr>
              <a:t> por Juan David Suarez</a:t>
            </a:r>
          </a:p>
        </p:txBody>
      </p:sp>
    </p:spTree>
    <p:extLst>
      <p:ext uri="{BB962C8B-B14F-4D97-AF65-F5344CB8AC3E}">
        <p14:creationId xmlns:p14="http://schemas.microsoft.com/office/powerpoint/2010/main" val="2757314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700" r:id="rId3"/>
    <p:sldLayoutId id="2147483696" r:id="rId4"/>
    <p:sldLayoutId id="2147483699" r:id="rId5"/>
    <p:sldLayoutId id="2147483697" r:id="rId6"/>
    <p:sldLayoutId id="2147483698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org&amp;utm_campaign=index&amp;utm_content=origi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org&amp;utm_campaign=index&amp;utm_content=origi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46984" y="2990593"/>
            <a:ext cx="6551345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3200" b="1" noProof="0" dirty="0"/>
              <a:t>Como hacer trading sin perderlo todo</a:t>
            </a:r>
            <a:endParaRPr lang="es-CO" noProof="0" dirty="0"/>
          </a:p>
          <a:p>
            <a:pPr algn="ctr"/>
            <a:r>
              <a:rPr lang="es-CO" sz="1600" b="1" dirty="0"/>
              <a:t>Juan David Suarez</a:t>
            </a:r>
            <a:endParaRPr lang="es-CO" dirty="0"/>
          </a:p>
        </p:txBody>
      </p:sp>
      <p:sp>
        <p:nvSpPr>
          <p:cNvPr id="2" name="Rectángulo 1"/>
          <p:cNvSpPr/>
          <p:nvPr/>
        </p:nvSpPr>
        <p:spPr>
          <a:xfrm>
            <a:off x="8656644" y="5154625"/>
            <a:ext cx="301941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200" dirty="0">
                <a:solidFill>
                  <a:schemeClr val="bg1">
                    <a:lumMod val="50000"/>
                  </a:schemeClr>
                </a:solidFill>
              </a:rPr>
              <a:t>El contenido del presente documento es de carácter confidencial y de propiedad intelectual de  Juan David Suarez. Ninguna de sus partes podrá divulgarse de manera alguna, sin previa autorización escrita.</a:t>
            </a:r>
          </a:p>
          <a:p>
            <a:pPr algn="r"/>
            <a:endParaRPr lang="es-CO" sz="1200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es-CO" sz="1200" dirty="0">
                <a:solidFill>
                  <a:schemeClr val="bg1">
                    <a:lumMod val="50000"/>
                  </a:schemeClr>
                </a:solidFill>
              </a:rPr>
              <a:t>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331522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5B161-53BC-2355-760F-5BBFCF19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503644"/>
            <a:ext cx="11160125" cy="1200034"/>
          </a:xfrm>
        </p:spPr>
        <p:txBody>
          <a:bodyPr/>
          <a:lstStyle/>
          <a:p>
            <a:r>
              <a:rPr lang="en-US" b="1" dirty="0">
                <a:solidFill>
                  <a:schemeClr val="accent5"/>
                </a:solidFill>
              </a:rPr>
              <a:t>Disclaimer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3E78DF-DB60-55D5-47D6-E25856631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805651"/>
            <a:ext cx="11160124" cy="4270953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El contenido de esta presentación es </a:t>
            </a:r>
            <a:r>
              <a:rPr lang="es-ES" b="1" dirty="0">
                <a:solidFill>
                  <a:schemeClr val="accent5"/>
                </a:solidFill>
              </a:rPr>
              <a:t>solo con fines informativos/ Educativo</a:t>
            </a:r>
            <a:r>
              <a:rPr lang="es-ES" dirty="0">
                <a:solidFill>
                  <a:schemeClr val="accent5"/>
                </a:solidFill>
              </a:rPr>
              <a:t>s y no debe interpretarse como una recomendación de inversión o asesoría financiera. </a:t>
            </a:r>
            <a:r>
              <a:rPr lang="es-ES" dirty="0"/>
              <a:t>El trading en mercados financieros, incluidos futuros, opciones, divisas (</a:t>
            </a:r>
            <a:r>
              <a:rPr lang="es-ES" dirty="0" err="1"/>
              <a:t>forex</a:t>
            </a:r>
            <a:r>
              <a:rPr lang="es-ES" dirty="0"/>
              <a:t>) y otros productos financieros, conlleva riesgos significativos de pérdida. No es adecuado para todos los inversores.</a:t>
            </a:r>
          </a:p>
          <a:p>
            <a:r>
              <a:rPr lang="es-ES" dirty="0"/>
              <a:t>Antes de participar en cualquier actividad de trading, </a:t>
            </a:r>
            <a:r>
              <a:rPr lang="es-ES" b="1" dirty="0">
                <a:solidFill>
                  <a:schemeClr val="accent5"/>
                </a:solidFill>
              </a:rPr>
              <a:t>debe considerar cuidadosamente sus objetivos de inversión, nivel de experiencia y tolerancia al riesgo</a:t>
            </a:r>
            <a:r>
              <a:rPr lang="es-ES" dirty="0"/>
              <a:t>. Existe la posibilidad de que pierda parte o la totalidad de su inversión inicial, por lo que no debe invertir dinero que no pueda permitirse perder.</a:t>
            </a:r>
          </a:p>
          <a:p>
            <a:r>
              <a:rPr lang="es-ES" dirty="0"/>
              <a:t>El trading con apalancamiento, en particular, aumenta tanto los riesgos como las posibles recompensas. Las condiciones del mercado, la volatilidad y otros factores pueden tener un impacto negativo significativo en los resultados de sus operaciones.</a:t>
            </a:r>
          </a:p>
          <a:p>
            <a:r>
              <a:rPr lang="es-ES" dirty="0"/>
              <a:t>El rendimiento pasado no es necesariamente indicativo de resultados futuros.</a:t>
            </a:r>
          </a:p>
          <a:p>
            <a:r>
              <a:rPr lang="es-ES" b="1" dirty="0"/>
              <a:t>Las opiniones del expositor son a nombre propio y no muestra ninguna opinión del fondo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28213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A82E0-DEAE-BD25-3B5A-F4B24C08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Empecemos…</a:t>
            </a:r>
          </a:p>
        </p:txBody>
      </p:sp>
    </p:spTree>
    <p:extLst>
      <p:ext uri="{BB962C8B-B14F-4D97-AF65-F5344CB8AC3E}">
        <p14:creationId xmlns:p14="http://schemas.microsoft.com/office/powerpoint/2010/main" val="13918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26BE1-D914-6971-98CF-82825674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noProof="0" dirty="0"/>
              <a:t>Como iniciar en trading - </a:t>
            </a:r>
            <a:r>
              <a:rPr lang="es-CO" b="1" noProof="0" dirty="0"/>
              <a:t>El proceso analítico 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820CC92-AEF1-0B6C-EA24-B6144C5EF4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4409960"/>
              </p:ext>
            </p:extLst>
          </p:nvPr>
        </p:nvGraphicFramePr>
        <p:xfrm>
          <a:off x="741081" y="2222548"/>
          <a:ext cx="10629751" cy="2412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49728F5C-102A-EE33-0F4C-3FF2BBCEA0DB}"/>
              </a:ext>
            </a:extLst>
          </p:cNvPr>
          <p:cNvSpPr/>
          <p:nvPr/>
        </p:nvSpPr>
        <p:spPr>
          <a:xfrm>
            <a:off x="4422808" y="4244741"/>
            <a:ext cx="322447" cy="798897"/>
          </a:xfrm>
          <a:prstGeom prst="down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6C51248-DC3C-A8E8-9D4C-946A5A731B32}"/>
              </a:ext>
            </a:extLst>
          </p:cNvPr>
          <p:cNvSpPr/>
          <p:nvPr/>
        </p:nvSpPr>
        <p:spPr>
          <a:xfrm>
            <a:off x="3638349" y="5207267"/>
            <a:ext cx="1891364" cy="75077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noProof="0" dirty="0"/>
              <a:t>Esta será la próxima clase</a:t>
            </a:r>
          </a:p>
        </p:txBody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3FD3E9E6-B2A8-F6A5-B1F0-92FB91610EF6}"/>
              </a:ext>
            </a:extLst>
          </p:cNvPr>
          <p:cNvSpPr/>
          <p:nvPr/>
        </p:nvSpPr>
        <p:spPr>
          <a:xfrm>
            <a:off x="7285524" y="4244741"/>
            <a:ext cx="322447" cy="798897"/>
          </a:xfrm>
          <a:prstGeom prst="down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95A0E4E-0903-3C7F-A0B9-E4B79A3E61F6}"/>
              </a:ext>
            </a:extLst>
          </p:cNvPr>
          <p:cNvSpPr/>
          <p:nvPr/>
        </p:nvSpPr>
        <p:spPr>
          <a:xfrm>
            <a:off x="6501065" y="5207267"/>
            <a:ext cx="1891364" cy="75077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noProof="0" dirty="0"/>
              <a:t>Sera muy corto, solo para explicar ejemplos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6704215-E0E3-D1C9-D687-77E37004B272}"/>
              </a:ext>
            </a:extLst>
          </p:cNvPr>
          <p:cNvSpPr/>
          <p:nvPr/>
        </p:nvSpPr>
        <p:spPr>
          <a:xfrm>
            <a:off x="515937" y="6180881"/>
            <a:ext cx="11371263" cy="57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/>
                </a:solidFill>
              </a:rPr>
              <a:t>Transacciones en derivados, incluyendo futuros, opciones, son complejos y acarrean un alto riesgo de pérdida financiera. No invierta dinero que no pueda permitirse perder. El rendimiento pasado no garantiza resultados futuros.</a:t>
            </a:r>
            <a:endParaRPr 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500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7D1C2-2C73-9714-F36F-8BFAB93B6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34A70-9394-B9C8-1743-F6496C1D7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noProof="0" dirty="0"/>
              <a:t>Que vamos a hacer hoy?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007D3E-CB56-2D92-B2CC-92DE71D78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11160124" cy="44629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/>
          </a:p>
          <a:p>
            <a:pPr marL="514350" indent="-514350">
              <a:buFont typeface="+mj-lt"/>
              <a:buAutoNum type="arabicPeriod"/>
            </a:pPr>
            <a:r>
              <a:rPr lang="es-CO" noProof="0" dirty="0"/>
              <a:t>Entender para que sirve el </a:t>
            </a:r>
            <a:r>
              <a:rPr lang="es-CO" noProof="0" dirty="0" err="1"/>
              <a:t>money</a:t>
            </a:r>
            <a:r>
              <a:rPr lang="es-CO" noProof="0" dirty="0"/>
              <a:t>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Los riesgos en el trading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Por que es importante saber cuanto arriesgar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Como saber cuanto arriesgar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Como identificar el Risk </a:t>
            </a:r>
            <a:r>
              <a:rPr lang="es-CO" dirty="0" err="1"/>
              <a:t>Reward</a:t>
            </a:r>
            <a:r>
              <a:rPr lang="es-CO" dirty="0"/>
              <a:t> de manera discrecional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Como iniciar a hacer trading para principiantes!</a:t>
            </a:r>
          </a:p>
          <a:p>
            <a:pPr marL="514350" indent="-514350">
              <a:buFont typeface="+mj-lt"/>
              <a:buAutoNum type="arabicPeriod"/>
            </a:pP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F4D8A1F-7190-2799-F0A6-CDA6F3A9F270}"/>
              </a:ext>
            </a:extLst>
          </p:cNvPr>
          <p:cNvSpPr/>
          <p:nvPr/>
        </p:nvSpPr>
        <p:spPr>
          <a:xfrm>
            <a:off x="515937" y="6180881"/>
            <a:ext cx="11371263" cy="57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/>
                </a:solidFill>
              </a:rPr>
              <a:t>Transacciones en derivados, incluyendo futuros, opciones, son complejos y acarrean un alto riesgo de pérdida financiera. No invierta dinero que no pueda permitirse perder. El rendimiento pasado no garantiza resultados futuros.</a:t>
            </a:r>
            <a:endParaRPr 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732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5A4E3-4AF2-D8DA-2C48-8CFC99A8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7F628-E649-A589-E8B3-A35F0423D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noProof="0" dirty="0"/>
              <a:t>Para que sirve el </a:t>
            </a:r>
            <a:r>
              <a:rPr lang="es-CO" noProof="0" dirty="0" err="1"/>
              <a:t>money</a:t>
            </a:r>
            <a:r>
              <a:rPr lang="es-CO" noProof="0" dirty="0"/>
              <a:t> </a:t>
            </a:r>
            <a:r>
              <a:rPr lang="es-CO" noProof="0" dirty="0" err="1"/>
              <a:t>management</a:t>
            </a: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4284694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FA6B2-A815-7ADE-61C6-CDCF61FA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73BC0-2490-2C2B-D3F9-03F1A8FAD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noProof="0" dirty="0"/>
              <a:t>Principios de inversión: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BD4173-60A6-C4A0-7153-421DDDDC7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11160124" cy="44629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/>
          </a:p>
          <a:p>
            <a:pPr marL="514350" indent="-514350">
              <a:buFont typeface="+mj-lt"/>
              <a:buAutoNum type="arabicPeriod"/>
            </a:pPr>
            <a:r>
              <a:rPr lang="es-CO" noProof="0" dirty="0"/>
              <a:t>Primero definan que se busca al invertir:</a:t>
            </a:r>
          </a:p>
          <a:p>
            <a:pPr lvl="1"/>
            <a:r>
              <a:rPr lang="es-CO" dirty="0"/>
              <a:t>Trabajar en esto</a:t>
            </a:r>
          </a:p>
          <a:p>
            <a:pPr lvl="1"/>
            <a:r>
              <a:rPr lang="es-CO" noProof="0" dirty="0"/>
              <a:t>Ahorro a largo, medio o corto</a:t>
            </a:r>
          </a:p>
          <a:p>
            <a:pPr lvl="1"/>
            <a:r>
              <a:rPr lang="es-CO" dirty="0"/>
              <a:t>Especular activamente</a:t>
            </a:r>
          </a:p>
          <a:p>
            <a:pPr lvl="1"/>
            <a:endParaRPr lang="es-CO" noProof="0" dirty="0"/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Muy importante que aprendan para invertir: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CO" b="1" noProof="0" dirty="0" err="1"/>
              <a:t>Com</a:t>
            </a:r>
            <a:r>
              <a:rPr lang="es-CO" b="1" dirty="0"/>
              <a:t>o preservar el capital? 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CO" b="1" noProof="0" dirty="0"/>
              <a:t>Como buscar una rentabilidad consistente? 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CO" b="1" dirty="0"/>
              <a:t>Como buscar retornos superiores?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B17D62-7C63-083D-9412-50CEA91743A0}"/>
              </a:ext>
            </a:extLst>
          </p:cNvPr>
          <p:cNvSpPr/>
          <p:nvPr/>
        </p:nvSpPr>
        <p:spPr>
          <a:xfrm>
            <a:off x="515937" y="6180881"/>
            <a:ext cx="11371263" cy="57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/>
                </a:solidFill>
              </a:rPr>
              <a:t>Transacciones en derivados, incluyendo futuros, opciones, son complejos y acarrean un alto riesgo de pérdida financiera. No invierta dinero que no pueda permitirse perder. El rendimiento pasado no garantiza resultados futuros.</a:t>
            </a:r>
            <a:endParaRPr 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337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E7745-7A30-E1B9-3945-276536573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23F8E-2991-8CAF-FB6E-E7C6C8CC4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noProof="0" dirty="0"/>
              <a:t>Como tener un buen camino</a:t>
            </a:r>
          </a:p>
        </p:txBody>
      </p:sp>
      <p:pic>
        <p:nvPicPr>
          <p:cNvPr id="3" name="Imagen 2" descr="Spencer Fane Supports Lhakpa Sherpa in 10th Summit of Mount Everest -  Spencer Fane">
            <a:extLst>
              <a:ext uri="{FF2B5EF4-FFF2-40B4-BE49-F238E27FC236}">
                <a16:creationId xmlns:a16="http://schemas.microsoft.com/office/drawing/2014/main" id="{260AAE92-C5C7-A2BB-58FA-112D00392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8" y="2123083"/>
            <a:ext cx="4443412" cy="3332559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26D74B8-8B3D-024F-2A5E-49B0082B51F9}"/>
              </a:ext>
            </a:extLst>
          </p:cNvPr>
          <p:cNvCxnSpPr>
            <a:cxnSpLocks/>
          </p:cNvCxnSpPr>
          <p:nvPr/>
        </p:nvCxnSpPr>
        <p:spPr>
          <a:xfrm>
            <a:off x="6283325" y="1857676"/>
            <a:ext cx="0" cy="373032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8E4259D-01D4-5ECB-89EE-A8A9551878E7}"/>
              </a:ext>
            </a:extLst>
          </p:cNvPr>
          <p:cNvCxnSpPr>
            <a:cxnSpLocks/>
          </p:cNvCxnSpPr>
          <p:nvPr/>
        </p:nvCxnSpPr>
        <p:spPr>
          <a:xfrm flipH="1">
            <a:off x="6175375" y="5353050"/>
            <a:ext cx="5321300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E59D175-DC79-192F-29FE-704B86A07504}"/>
              </a:ext>
            </a:extLst>
          </p:cNvPr>
          <p:cNvSpPr/>
          <p:nvPr/>
        </p:nvSpPr>
        <p:spPr>
          <a:xfrm>
            <a:off x="5965825" y="1529892"/>
            <a:ext cx="635000" cy="2365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PnL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35DF6B3E-8F41-9A14-5804-F6FC4CBD0EE4}"/>
              </a:ext>
            </a:extLst>
          </p:cNvPr>
          <p:cNvSpPr/>
          <p:nvPr/>
        </p:nvSpPr>
        <p:spPr>
          <a:xfrm>
            <a:off x="6292850" y="1047750"/>
            <a:ext cx="5130800" cy="3835400"/>
          </a:xfrm>
          <a:custGeom>
            <a:avLst/>
            <a:gdLst>
              <a:gd name="csX0" fmla="*/ 0 w 5130800"/>
              <a:gd name="csY0" fmla="*/ 3835400 h 3835400"/>
              <a:gd name="csX1" fmla="*/ 1009650 w 5130800"/>
              <a:gd name="csY1" fmla="*/ 2311400 h 3835400"/>
              <a:gd name="csX2" fmla="*/ 2432050 w 5130800"/>
              <a:gd name="csY2" fmla="*/ 3549650 h 3835400"/>
              <a:gd name="csX3" fmla="*/ 3530600 w 5130800"/>
              <a:gd name="csY3" fmla="*/ 812800 h 3835400"/>
              <a:gd name="csX4" fmla="*/ 4692650 w 5130800"/>
              <a:gd name="csY4" fmla="*/ 2451100 h 3835400"/>
              <a:gd name="csX5" fmla="*/ 5130800 w 5130800"/>
              <a:gd name="csY5" fmla="*/ 0 h 3835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130800" h="3835400">
                <a:moveTo>
                  <a:pt x="0" y="3835400"/>
                </a:moveTo>
                <a:cubicBezTo>
                  <a:pt x="302154" y="3097212"/>
                  <a:pt x="604308" y="2359025"/>
                  <a:pt x="1009650" y="2311400"/>
                </a:cubicBezTo>
                <a:cubicBezTo>
                  <a:pt x="1414992" y="2263775"/>
                  <a:pt x="2011892" y="3799417"/>
                  <a:pt x="2432050" y="3549650"/>
                </a:cubicBezTo>
                <a:cubicBezTo>
                  <a:pt x="2852208" y="3299883"/>
                  <a:pt x="3153833" y="995892"/>
                  <a:pt x="3530600" y="812800"/>
                </a:cubicBezTo>
                <a:cubicBezTo>
                  <a:pt x="3907367" y="629708"/>
                  <a:pt x="4425950" y="2586567"/>
                  <a:pt x="4692650" y="2451100"/>
                </a:cubicBezTo>
                <a:cubicBezTo>
                  <a:pt x="4959350" y="2315633"/>
                  <a:pt x="5130800" y="0"/>
                  <a:pt x="51308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67A42199-A7B8-2CD2-DA2D-84022208B5F9}"/>
              </a:ext>
            </a:extLst>
          </p:cNvPr>
          <p:cNvSpPr/>
          <p:nvPr/>
        </p:nvSpPr>
        <p:spPr>
          <a:xfrm>
            <a:off x="6286500" y="1911350"/>
            <a:ext cx="5213350" cy="2965450"/>
          </a:xfrm>
          <a:custGeom>
            <a:avLst/>
            <a:gdLst>
              <a:gd name="csX0" fmla="*/ 0 w 5213350"/>
              <a:gd name="csY0" fmla="*/ 2965450 h 2965450"/>
              <a:gd name="csX1" fmla="*/ 577850 w 5213350"/>
              <a:gd name="csY1" fmla="*/ 2254250 h 2965450"/>
              <a:gd name="csX2" fmla="*/ 1339850 w 5213350"/>
              <a:gd name="csY2" fmla="*/ 2413000 h 2965450"/>
              <a:gd name="csX3" fmla="*/ 2222500 w 5213350"/>
              <a:gd name="csY3" fmla="*/ 1714500 h 2965450"/>
              <a:gd name="csX4" fmla="*/ 3238500 w 5213350"/>
              <a:gd name="csY4" fmla="*/ 1778000 h 2965450"/>
              <a:gd name="csX5" fmla="*/ 3752850 w 5213350"/>
              <a:gd name="csY5" fmla="*/ 1073150 h 2965450"/>
              <a:gd name="csX6" fmla="*/ 4622800 w 5213350"/>
              <a:gd name="csY6" fmla="*/ 1009650 h 2965450"/>
              <a:gd name="csX7" fmla="*/ 5213350 w 5213350"/>
              <a:gd name="csY7" fmla="*/ 0 h 2965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3350" h="2965450">
                <a:moveTo>
                  <a:pt x="0" y="2965450"/>
                </a:moveTo>
                <a:cubicBezTo>
                  <a:pt x="177271" y="2655887"/>
                  <a:pt x="354542" y="2346325"/>
                  <a:pt x="577850" y="2254250"/>
                </a:cubicBezTo>
                <a:cubicBezTo>
                  <a:pt x="801158" y="2162175"/>
                  <a:pt x="1065742" y="2502958"/>
                  <a:pt x="1339850" y="2413000"/>
                </a:cubicBezTo>
                <a:cubicBezTo>
                  <a:pt x="1613958" y="2323042"/>
                  <a:pt x="1906058" y="1820333"/>
                  <a:pt x="2222500" y="1714500"/>
                </a:cubicBezTo>
                <a:cubicBezTo>
                  <a:pt x="2538942" y="1608667"/>
                  <a:pt x="2983442" y="1884892"/>
                  <a:pt x="3238500" y="1778000"/>
                </a:cubicBezTo>
                <a:cubicBezTo>
                  <a:pt x="3493558" y="1671108"/>
                  <a:pt x="3522133" y="1201208"/>
                  <a:pt x="3752850" y="1073150"/>
                </a:cubicBezTo>
                <a:cubicBezTo>
                  <a:pt x="3983567" y="945092"/>
                  <a:pt x="4379383" y="1188508"/>
                  <a:pt x="4622800" y="1009650"/>
                </a:cubicBezTo>
                <a:cubicBezTo>
                  <a:pt x="4866217" y="830792"/>
                  <a:pt x="5121275" y="123825"/>
                  <a:pt x="521335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A25EF9A-EFAA-C516-C789-0EBB2EB9954F}"/>
              </a:ext>
            </a:extLst>
          </p:cNvPr>
          <p:cNvSpPr/>
          <p:nvPr/>
        </p:nvSpPr>
        <p:spPr>
          <a:xfrm>
            <a:off x="6292851" y="4952197"/>
            <a:ext cx="5245100" cy="360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Aca la </a:t>
            </a:r>
            <a:r>
              <a:rPr lang="en-US" dirty="0" err="1"/>
              <a:t>ruta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del money management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5124780-73B2-39C1-B7D6-EF3650DB5E4B}"/>
              </a:ext>
            </a:extLst>
          </p:cNvPr>
          <p:cNvSpPr/>
          <p:nvPr/>
        </p:nvSpPr>
        <p:spPr>
          <a:xfrm>
            <a:off x="515937" y="6180881"/>
            <a:ext cx="11371263" cy="57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/>
                </a:solidFill>
              </a:rPr>
              <a:t>Transacciones en derivados, incluyendo futuros, opciones, son complejos y acarrean un alto riesgo de pérdida financiera. No invierta dinero que no pueda permitirse perder. El rendimiento pasado no garantiza resultados futuros.</a:t>
            </a:r>
            <a:endParaRPr 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164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CBB42-18CD-6492-4123-B5485501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4EC2E-57D3-BA3B-F62F-98904DB7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noProof="0" dirty="0"/>
              <a:t>Como preservar el capital</a:t>
            </a:r>
          </a:p>
        </p:txBody>
      </p:sp>
      <p:pic>
        <p:nvPicPr>
          <p:cNvPr id="9" name="Imagen 8" descr="K2 - Wikipedia, la enciclopedia libre">
            <a:extLst>
              <a:ext uri="{FF2B5EF4-FFF2-40B4-BE49-F238E27FC236}">
                <a16:creationId xmlns:a16="http://schemas.microsoft.com/office/drawing/2014/main" id="{5AD11A37-B1E3-B20F-CE06-72ABBE3AA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866" y="1680543"/>
            <a:ext cx="5427196" cy="407039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D6E4C0A-C906-D57B-F961-F91043966E51}"/>
              </a:ext>
            </a:extLst>
          </p:cNvPr>
          <p:cNvSpPr/>
          <p:nvPr/>
        </p:nvSpPr>
        <p:spPr>
          <a:xfrm>
            <a:off x="598487" y="1746250"/>
            <a:ext cx="5497513" cy="4292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CO" b="1" noProof="0" dirty="0">
                <a:solidFill>
                  <a:schemeClr val="accent5"/>
                </a:solidFill>
              </a:rPr>
              <a:t>Ejemplo: subir montanas </a:t>
            </a:r>
          </a:p>
          <a:p>
            <a:endParaRPr lang="es-CO" b="1" noProof="0" dirty="0">
              <a:solidFill>
                <a:schemeClr val="accent5"/>
              </a:solidFill>
            </a:endParaRPr>
          </a:p>
          <a:p>
            <a:r>
              <a:rPr lang="es-CO" b="1" noProof="0" dirty="0">
                <a:solidFill>
                  <a:schemeClr val="accent5"/>
                </a:solidFill>
              </a:rPr>
              <a:t>Hay riesgos muy claros que se deben evaluar antes de hacer una cumbre</a:t>
            </a:r>
          </a:p>
          <a:p>
            <a:endParaRPr lang="es-CO" b="1" noProof="0" dirty="0">
              <a:solidFill>
                <a:schemeClr val="accent5"/>
              </a:solidFill>
            </a:endParaRPr>
          </a:p>
          <a:p>
            <a:r>
              <a:rPr lang="es-CO" b="1" noProof="0" dirty="0">
                <a:solidFill>
                  <a:schemeClr val="accent5"/>
                </a:solidFill>
              </a:rPr>
              <a:t>Se deben cumplir reglas muy estrictas: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noProof="0" dirty="0">
                <a:solidFill>
                  <a:schemeClr val="accent5"/>
                </a:solidFill>
              </a:rPr>
              <a:t>Se debe Volver antes de las 2 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noProof="0" dirty="0">
                <a:solidFill>
                  <a:schemeClr val="accent5"/>
                </a:solidFill>
              </a:rPr>
              <a:t>Debe haber una preparación física estricta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5"/>
                </a:solidFill>
              </a:rPr>
              <a:t>A</a:t>
            </a:r>
            <a:r>
              <a:rPr lang="es-CO" noProof="0" dirty="0" err="1">
                <a:solidFill>
                  <a:schemeClr val="accent5"/>
                </a:solidFill>
              </a:rPr>
              <a:t>climatación</a:t>
            </a:r>
            <a:r>
              <a:rPr lang="es-CO" noProof="0" dirty="0">
                <a:solidFill>
                  <a:schemeClr val="accent5"/>
                </a:solidFill>
              </a:rPr>
              <a:t> apropiada</a:t>
            </a:r>
          </a:p>
          <a:p>
            <a:endParaRPr lang="es-CO" noProof="0" dirty="0">
              <a:solidFill>
                <a:schemeClr val="accent5"/>
              </a:solidFill>
            </a:endParaRPr>
          </a:p>
          <a:p>
            <a:r>
              <a:rPr lang="es-CO" b="1" noProof="0" dirty="0">
                <a:solidFill>
                  <a:schemeClr val="accent5"/>
                </a:solidFill>
              </a:rPr>
              <a:t>La cima es opcional, pero el descenso es obligatorio</a:t>
            </a:r>
          </a:p>
          <a:p>
            <a:endParaRPr lang="es-CO" b="1" noProof="0" dirty="0">
              <a:solidFill>
                <a:schemeClr val="accent5"/>
              </a:solidFill>
            </a:endParaRPr>
          </a:p>
          <a:p>
            <a:endParaRPr lang="es-CO" b="1" dirty="0">
              <a:solidFill>
                <a:schemeClr val="accent5"/>
              </a:solidFill>
            </a:endParaRPr>
          </a:p>
          <a:p>
            <a:r>
              <a:rPr lang="es-CO" b="1" dirty="0">
                <a:solidFill>
                  <a:schemeClr val="accent5"/>
                </a:solidFill>
              </a:rPr>
              <a:t>!Esto lo que nos ensena es que debemos aprender a tomar riesgos!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B7ACD71-9175-A641-20B0-5060581416C9}"/>
              </a:ext>
            </a:extLst>
          </p:cNvPr>
          <p:cNvSpPr/>
          <p:nvPr/>
        </p:nvSpPr>
        <p:spPr>
          <a:xfrm>
            <a:off x="515937" y="6180881"/>
            <a:ext cx="11371263" cy="57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/>
                </a:solidFill>
              </a:rPr>
              <a:t>Transacciones en derivados, incluyendo futuros, opciones, son complejos y acarrean un alto riesgo de pérdida financiera. No invierta dinero que no pueda permitirse perder. El rendimiento pasado no garantiza resultados futuros.</a:t>
            </a:r>
            <a:endParaRPr 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755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CD4D5-4104-33B8-577A-AFF185245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CA916-1503-127B-5E37-FE2C3002B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noProof="0" dirty="0"/>
              <a:t>Muchas veces lo que ven no es lo que parece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129A80-4E56-CDC2-C1D6-1A8908347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2286000"/>
            <a:ext cx="5580062" cy="33513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68E3089-E26C-C73F-750E-FC971CB06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241550"/>
            <a:ext cx="5453063" cy="335138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F6C4D59-87AA-D099-ACEE-288576B7C4B1}"/>
              </a:ext>
            </a:extLst>
          </p:cNvPr>
          <p:cNvSpPr/>
          <p:nvPr/>
        </p:nvSpPr>
        <p:spPr>
          <a:xfrm>
            <a:off x="515937" y="6180881"/>
            <a:ext cx="11371263" cy="57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/>
                </a:solidFill>
              </a:rPr>
              <a:t>Transacciones en derivados, incluyendo futuros, opciones, son complejos y acarrean un alto riesgo de pérdida financiera. No invierta dinero que no pueda permitirse perder. El rendimiento pasado no garantiza resultados futuros.</a:t>
            </a:r>
            <a:endParaRPr 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544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02CF-366A-8C4F-BB4A-8EAEEE94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C840C-C7F5-7B91-6A45-7570F72D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noProof="0" dirty="0"/>
              <a:t>Curva de un </a:t>
            </a:r>
            <a:r>
              <a:rPr lang="es-CO" b="1" noProof="0" dirty="0" err="1"/>
              <a:t>trader</a:t>
            </a:r>
            <a:r>
              <a:rPr lang="es-CO" b="1" noProof="0" dirty="0"/>
              <a:t> profesional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471590C-9A68-2660-9306-451D74E85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1587740"/>
            <a:ext cx="11225212" cy="451197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4290BF8-B71A-17DB-43D2-B0D44D9A2758}"/>
              </a:ext>
            </a:extLst>
          </p:cNvPr>
          <p:cNvSpPr/>
          <p:nvPr/>
        </p:nvSpPr>
        <p:spPr>
          <a:xfrm>
            <a:off x="515937" y="6180881"/>
            <a:ext cx="11371263" cy="572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/>
                </a:solidFill>
              </a:rPr>
              <a:t>Transacciones en derivados, incluyendo futuros, opciones, son complejos y acarrean un alto riesgo de pérdida financiera. No invierta dinero que no pueda permitirse perder. El rendimiento pasado no garantiza resultados futuros.</a:t>
            </a:r>
            <a:endParaRPr 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839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15AFA-2AB1-8C30-E0E0-07DDE38F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/>
              <a:t>Los riesgos en trading</a:t>
            </a: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3948414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4590E-2127-2BED-A36E-E992C5514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1A146-3BAD-B0BA-1A49-92D5FAB7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>
            <a:normAutofit/>
          </a:bodyPr>
          <a:lstStyle/>
          <a:p>
            <a:r>
              <a:rPr lang="es-CO" b="1" noProof="0" dirty="0"/>
              <a:t>En trading el juego es: 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F38E9FC-CBFF-241A-CFDE-1B8DD4AB941A}"/>
              </a:ext>
            </a:extLst>
          </p:cNvPr>
          <p:cNvGraphicFramePr/>
          <p:nvPr/>
        </p:nvGraphicFramePr>
        <p:xfrm>
          <a:off x="812800" y="1796527"/>
          <a:ext cx="10863262" cy="4077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9097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C9096-215F-7849-1A7C-DCD9D3325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082FF-F7FB-D94E-075A-7A715EFA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dirty="0"/>
              <a:t>Entendamos el riesgo al hacer trading</a:t>
            </a:r>
            <a:endParaRPr lang="es-CO" sz="3600" b="1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DFD5EE8-DBBA-6FDD-A7EC-ABD13FD4383B}"/>
              </a:ext>
            </a:extLst>
          </p:cNvPr>
          <p:cNvSpPr/>
          <p:nvPr/>
        </p:nvSpPr>
        <p:spPr>
          <a:xfrm>
            <a:off x="1626669" y="2054994"/>
            <a:ext cx="3498783" cy="32774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b="1" noProof="0" dirty="0">
                <a:solidFill>
                  <a:schemeClr val="accent5"/>
                </a:solidFill>
              </a:rPr>
              <a:t>No se puede prevenir:</a:t>
            </a:r>
          </a:p>
          <a:p>
            <a:endParaRPr lang="es-CO" dirty="0">
              <a:solidFill>
                <a:schemeClr val="accent5"/>
              </a:solidFill>
            </a:endParaRPr>
          </a:p>
          <a:p>
            <a:pPr algn="ctr"/>
            <a:r>
              <a:rPr lang="es-CO" dirty="0">
                <a:solidFill>
                  <a:schemeClr val="accent5"/>
                </a:solidFill>
              </a:rPr>
              <a:t>Son difíciles de saber o determina:</a:t>
            </a:r>
          </a:p>
          <a:p>
            <a:endParaRPr lang="es-CO" dirty="0">
              <a:solidFill>
                <a:schemeClr val="accent5"/>
              </a:solidFill>
            </a:endParaRPr>
          </a:p>
          <a:p>
            <a:endParaRPr lang="es-CO" noProof="0" dirty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noProof="0" dirty="0">
                <a:solidFill>
                  <a:schemeClr val="accent5"/>
                </a:solidFill>
              </a:rPr>
              <a:t>Close </a:t>
            </a:r>
            <a:r>
              <a:rPr lang="es-CO" noProof="0" dirty="0" err="1">
                <a:solidFill>
                  <a:schemeClr val="accent5"/>
                </a:solidFill>
              </a:rPr>
              <a:t>to</a:t>
            </a:r>
            <a:r>
              <a:rPr lang="es-CO" noProof="0" dirty="0">
                <a:solidFill>
                  <a:schemeClr val="accent5"/>
                </a:solidFill>
              </a:rPr>
              <a:t> open </a:t>
            </a:r>
            <a:r>
              <a:rPr lang="es-CO" noProof="0" dirty="0" err="1">
                <a:solidFill>
                  <a:schemeClr val="accent5"/>
                </a:solidFill>
              </a:rPr>
              <a:t>risk</a:t>
            </a:r>
            <a:r>
              <a:rPr lang="es-CO" noProof="0" dirty="0">
                <a:solidFill>
                  <a:schemeClr val="accent5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noProof="0" dirty="0" err="1">
                <a:solidFill>
                  <a:schemeClr val="accent5"/>
                </a:solidFill>
              </a:rPr>
              <a:t>Slippage</a:t>
            </a:r>
            <a:r>
              <a:rPr lang="es-CO" noProof="0" dirty="0">
                <a:solidFill>
                  <a:schemeClr val="accent5"/>
                </a:solidFill>
              </a:rPr>
              <a:t> </a:t>
            </a:r>
            <a:r>
              <a:rPr lang="es-CO" noProof="0" dirty="0" err="1">
                <a:solidFill>
                  <a:schemeClr val="accent5"/>
                </a:solidFill>
              </a:rPr>
              <a:t>risk</a:t>
            </a:r>
            <a:endParaRPr lang="es-CO" noProof="0" dirty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5"/>
                </a:solidFill>
              </a:rPr>
              <a:t>Limit Risk</a:t>
            </a:r>
            <a:endParaRPr lang="es-CO" noProof="0" dirty="0">
              <a:solidFill>
                <a:schemeClr val="accent5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A7FF83E-C3BB-F9CC-2D72-515E5ADBD47A}"/>
              </a:ext>
            </a:extLst>
          </p:cNvPr>
          <p:cNvSpPr/>
          <p:nvPr/>
        </p:nvSpPr>
        <p:spPr>
          <a:xfrm>
            <a:off x="7175634" y="2045369"/>
            <a:ext cx="3498783" cy="32774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CO" b="1" noProof="0" dirty="0">
                <a:solidFill>
                  <a:schemeClr val="accent5"/>
                </a:solidFill>
              </a:rPr>
              <a:t>Prevenir:</a:t>
            </a:r>
          </a:p>
          <a:p>
            <a:pPr algn="ctr"/>
            <a:endParaRPr lang="es-CO" noProof="0" dirty="0">
              <a:solidFill>
                <a:schemeClr val="accent5"/>
              </a:solidFill>
            </a:endParaRPr>
          </a:p>
          <a:p>
            <a:pPr algn="ctr"/>
            <a:r>
              <a:rPr lang="es-CO" noProof="0" dirty="0">
                <a:solidFill>
                  <a:schemeClr val="accent5"/>
                </a:solidFill>
              </a:rPr>
              <a:t>Se pueden cuantificar</a:t>
            </a:r>
          </a:p>
          <a:p>
            <a:pPr algn="ctr"/>
            <a:endParaRPr lang="es-CO" noProof="0" dirty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noProof="0" dirty="0">
                <a:solidFill>
                  <a:schemeClr val="accent5"/>
                </a:solidFill>
              </a:rPr>
              <a:t>Liquidez: que sea </a:t>
            </a:r>
            <a:r>
              <a:rPr lang="es-CO" noProof="0" dirty="0" err="1">
                <a:solidFill>
                  <a:schemeClr val="accent5"/>
                </a:solidFill>
              </a:rPr>
              <a:t>facil</a:t>
            </a:r>
            <a:r>
              <a:rPr lang="es-CO" noProof="0" dirty="0">
                <a:solidFill>
                  <a:schemeClr val="accent5"/>
                </a:solidFill>
              </a:rPr>
              <a:t> entrar y salir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noProof="0" dirty="0">
                <a:solidFill>
                  <a:schemeClr val="accent5"/>
                </a:solidFill>
              </a:rPr>
              <a:t>Riesgo de no diversificar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noProof="0" dirty="0">
                <a:solidFill>
                  <a:schemeClr val="accent5"/>
                </a:solidFill>
              </a:rPr>
              <a:t>Tamaño de la posición: Cuanto se va a arriesgar </a:t>
            </a:r>
          </a:p>
        </p:txBody>
      </p:sp>
    </p:spTree>
    <p:extLst>
      <p:ext uri="{BB962C8B-B14F-4D97-AF65-F5344CB8AC3E}">
        <p14:creationId xmlns:p14="http://schemas.microsoft.com/office/powerpoint/2010/main" val="3821008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A21FD-0227-224E-0237-B8575D277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128CC-7C52-D883-A1AD-E4C0F0F7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dirty="0"/>
              <a:t>No se puede prevenir - Close </a:t>
            </a:r>
            <a:r>
              <a:rPr lang="es-CO" sz="3600" b="1" dirty="0" err="1"/>
              <a:t>to</a:t>
            </a:r>
            <a:r>
              <a:rPr lang="es-CO" sz="3600" b="1" dirty="0"/>
              <a:t> open </a:t>
            </a:r>
            <a:r>
              <a:rPr lang="es-CO" sz="3600" b="1" dirty="0" err="1"/>
              <a:t>risk</a:t>
            </a:r>
            <a:endParaRPr lang="es-CO" sz="3600" b="1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EBF0FA-6607-1B82-5359-C97B71BC5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56" y="1440971"/>
            <a:ext cx="10472286" cy="497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72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EF6FB-24CD-ECB7-2D42-8A04B0FB5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7EDD2-B845-DBC0-B539-8AD11E95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No se puede prevenir - </a:t>
            </a:r>
            <a:r>
              <a:rPr lang="en-US" dirty="0"/>
              <a:t>Limit up or limit down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3A4501-0214-6A5F-D0F5-BA3A899DC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 descr="Limit Up - Meaning, Vs Limit Down, Examples">
            <a:extLst>
              <a:ext uri="{FF2B5EF4-FFF2-40B4-BE49-F238E27FC236}">
                <a16:creationId xmlns:a16="http://schemas.microsoft.com/office/drawing/2014/main" id="{6123CCFB-15BB-D603-33BA-CBF873A03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097" y="2480587"/>
            <a:ext cx="6345806" cy="35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91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F4DA0-0760-984E-989D-21D34EA5C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2BD96-A2F1-94E4-F91E-48224CE7A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No se puede prevenir  - </a:t>
            </a:r>
            <a:r>
              <a:rPr lang="en-US" dirty="0"/>
              <a:t>Slippage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4CDD49-AA41-7CE3-1647-26595576A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1F3840-B33B-334A-ADE7-0EFDF849E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631" y="1818386"/>
            <a:ext cx="5599472" cy="468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482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95748-6F17-E51C-1EDC-81329770C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06968-3750-D85E-559B-ED59A21F4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>
            <a:normAutofit fontScale="90000"/>
          </a:bodyPr>
          <a:lstStyle/>
          <a:p>
            <a:r>
              <a:rPr lang="es-CO" b="1" noProof="0" dirty="0"/>
              <a:t>Si se puede prevenir: definir cuanto arriesgar </a:t>
            </a:r>
            <a:r>
              <a:rPr lang="es-CO" b="1" dirty="0"/>
              <a:t>por </a:t>
            </a:r>
            <a:r>
              <a:rPr lang="es-CO" b="1" noProof="0" dirty="0" err="1"/>
              <a:t>trade</a:t>
            </a:r>
            <a:endParaRPr lang="es-CO" b="1" noProof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1B69A68-A204-3976-E2C6-6B21CBC69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882" y="1733550"/>
            <a:ext cx="8158236" cy="436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491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AAA1F-A2B4-81DE-6396-F15E4BF3E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1C92E-3D2A-BBB7-1228-B99830F2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Si se puede prevenir: </a:t>
            </a:r>
            <a:r>
              <a:rPr lang="es-CO" b="1" noProof="0" dirty="0"/>
              <a:t>cuanto asignar de pesos en un portafolio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4CA159-DA89-7C12-834D-B20E67FFD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0736"/>
            <a:ext cx="12192000" cy="308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02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BA513-8553-0F7C-6254-12E5CC48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EE9BB75-B480-3866-30CF-1A2D632431CA}"/>
              </a:ext>
            </a:extLst>
          </p:cNvPr>
          <p:cNvSpPr/>
          <p:nvPr/>
        </p:nvSpPr>
        <p:spPr>
          <a:xfrm>
            <a:off x="6945233" y="2575649"/>
            <a:ext cx="3795713" cy="2393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s-CO" noProof="0" dirty="0">
              <a:solidFill>
                <a:schemeClr val="accent5"/>
              </a:solidFill>
            </a:endParaRPr>
          </a:p>
          <a:p>
            <a:pPr algn="ctr"/>
            <a:r>
              <a:rPr lang="es-CO" b="1" noProof="0" dirty="0">
                <a:solidFill>
                  <a:schemeClr val="accent5"/>
                </a:solidFill>
              </a:rPr>
              <a:t>Una ganancia es opcional, pero el manejo </a:t>
            </a:r>
            <a:r>
              <a:rPr lang="es-CO" b="1" dirty="0">
                <a:solidFill>
                  <a:schemeClr val="accent5"/>
                </a:solidFill>
              </a:rPr>
              <a:t>del riesgo </a:t>
            </a:r>
            <a:r>
              <a:rPr lang="es-CO" b="1" noProof="0" dirty="0">
                <a:solidFill>
                  <a:schemeClr val="accent5"/>
                </a:solidFill>
              </a:rPr>
              <a:t>es obligatorio</a:t>
            </a:r>
          </a:p>
          <a:p>
            <a:pPr algn="ctr"/>
            <a:endParaRPr lang="es-CO" b="1" dirty="0">
              <a:solidFill>
                <a:schemeClr val="accent5"/>
              </a:solidFill>
            </a:endParaRPr>
          </a:p>
          <a:p>
            <a:pPr algn="ctr"/>
            <a:endParaRPr lang="es-CO" b="1" noProof="0" dirty="0">
              <a:solidFill>
                <a:schemeClr val="accent5"/>
              </a:solidFill>
            </a:endParaRPr>
          </a:p>
          <a:p>
            <a:pPr algn="ctr"/>
            <a:r>
              <a:rPr lang="es-CO" b="1" dirty="0">
                <a:solidFill>
                  <a:schemeClr val="accent5"/>
                </a:solidFill>
              </a:rPr>
              <a:t>Por hoy nos enfocaremos en el caso de una sola estrategia o un solo </a:t>
            </a:r>
            <a:r>
              <a:rPr lang="es-CO" b="1" dirty="0" err="1">
                <a:solidFill>
                  <a:schemeClr val="accent5"/>
                </a:solidFill>
              </a:rPr>
              <a:t>trade</a:t>
            </a:r>
            <a:endParaRPr lang="es-CO" b="1" noProof="0" dirty="0">
              <a:solidFill>
                <a:schemeClr val="accent5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9D5963-F717-8DD9-DCC4-71958DEBA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>
            <a:normAutofit fontScale="90000"/>
          </a:bodyPr>
          <a:lstStyle/>
          <a:p>
            <a:r>
              <a:rPr lang="es-CO" b="1" noProof="0" dirty="0"/>
              <a:t>Como preservar el capital – Volvamos al montañista</a:t>
            </a:r>
          </a:p>
        </p:txBody>
      </p:sp>
      <p:pic>
        <p:nvPicPr>
          <p:cNvPr id="6" name="Imagen 5" descr="K2 - Wikipedia, la enciclopedia libre">
            <a:extLst>
              <a:ext uri="{FF2B5EF4-FFF2-40B4-BE49-F238E27FC236}">
                <a16:creationId xmlns:a16="http://schemas.microsoft.com/office/drawing/2014/main" id="{BDEC0095-56AC-B4FF-B4D1-22541C506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1893817"/>
            <a:ext cx="5427196" cy="407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57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F03B3-C4EB-0043-4057-F1D1A073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CC8C7-F7B6-ADBB-BC9C-C25E8EA2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/>
              <a:t>Por que es importante saber cuanto arriesgar</a:t>
            </a: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3195737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9FF77-8C47-537A-5C0F-0AB2C4A0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11CCE-CFFA-EA02-E160-73C8EF6FF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dirty="0"/>
              <a:t>Hagamos un juego</a:t>
            </a:r>
            <a:endParaRPr lang="es-CO" b="1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054939F-654B-1B11-EBED-AF2E99FBE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5580061" cy="45513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s-CO" noProof="0" dirty="0"/>
          </a:p>
          <a:p>
            <a:pPr marL="514350" indent="-514350">
              <a:buFont typeface="+mj-lt"/>
              <a:buAutoNum type="arabicPeriod"/>
            </a:pPr>
            <a:r>
              <a:rPr lang="es-CO" noProof="0" dirty="0"/>
              <a:t>Tiene un Edge del 60% (aprovechen en ningún casino van a tener esto)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Si arriesgan una unidad de riesgo, ganan una unidad de retorno (ejemplo si arriesgo 10, ganan 10)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Vamos a jugar 50 veces. El proceso de tomar decisiones debe ser rápido. Lo vamos a hacer por 20 segundos por juego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Van a tener 10.000 USD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Solo deben escoger el porcentaje a arriesgar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104BC3-7A14-9376-8A32-D4E6BB65D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547" y="789978"/>
            <a:ext cx="5026514" cy="559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71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9FDC3-4D78-8F3C-A7DB-1529E408D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88368-A610-E7E4-A041-49C14EF8E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dirty="0"/>
              <a:t>Que preguntas salen del experimento</a:t>
            </a:r>
            <a:endParaRPr lang="es-CO" b="1" noProof="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23320C8-046B-AFFA-7D34-D54BAB865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11160123" cy="44629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s-CO" noProof="0" dirty="0"/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Como ven que tengamos perdidas consecutivas con respecto al máximo (</a:t>
            </a:r>
            <a:r>
              <a:rPr lang="es-CO" dirty="0" err="1"/>
              <a:t>max</a:t>
            </a:r>
            <a:r>
              <a:rPr lang="es-CO" dirty="0"/>
              <a:t> </a:t>
            </a:r>
            <a:r>
              <a:rPr lang="es-CO" dirty="0" err="1"/>
              <a:t>drawdown</a:t>
            </a:r>
            <a:r>
              <a:rPr lang="es-CO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Que pasa si nuestro Edge si cae, pasamos de 60% a 40%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Que pasa si el juego cambia y ahora por cada unidad que arriesguemos ganamos 2, 3,5,…, n veces. (Risk </a:t>
            </a:r>
            <a:r>
              <a:rPr lang="es-CO" dirty="0" err="1"/>
              <a:t>Reward</a:t>
            </a:r>
            <a:r>
              <a:rPr lang="es-CO" dirty="0"/>
              <a:t>) </a:t>
            </a:r>
          </a:p>
          <a:p>
            <a:pPr marL="514350" indent="-514350">
              <a:buFont typeface="+mj-lt"/>
              <a:buAutoNum type="arabicPeriod"/>
            </a:pPr>
            <a:r>
              <a:rPr lang="es-CO" b="1" dirty="0"/>
              <a:t>Como podemos escoger la posición que nos ayude a maximizar el crecimiento de la estrategia</a:t>
            </a:r>
          </a:p>
          <a:p>
            <a:pPr marL="514350" indent="-514350">
              <a:buFont typeface="+mj-lt"/>
              <a:buAutoNum type="arabicPeriod"/>
            </a:pPr>
            <a:r>
              <a:rPr lang="es-CO" b="1" dirty="0"/>
              <a:t>Como podemos reducir al máximo la rentabilidad pero manteniendo un riesgo adecuado</a:t>
            </a:r>
          </a:p>
        </p:txBody>
      </p:sp>
    </p:spTree>
    <p:extLst>
      <p:ext uri="{BB962C8B-B14F-4D97-AF65-F5344CB8AC3E}">
        <p14:creationId xmlns:p14="http://schemas.microsoft.com/office/powerpoint/2010/main" val="1957912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8D155-49BD-E497-FCEB-2BE9F283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54577C-AED9-9AF1-B96D-57A78578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La parte mas difícil de las perdidas es recuperarlas</a:t>
            </a:r>
            <a:endParaRPr lang="es-CO" b="1" noProof="0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98062D91-E5F6-81FC-1FBE-6DBAEE44989A}"/>
              </a:ext>
            </a:extLst>
          </p:cNvPr>
          <p:cNvGraphicFramePr>
            <a:graphicFrameLocks/>
          </p:cNvGraphicFramePr>
          <p:nvPr/>
        </p:nvGraphicFramePr>
        <p:xfrm>
          <a:off x="515937" y="1613647"/>
          <a:ext cx="6282896" cy="45074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BDF2E52-E2D0-B6E0-7716-64C3B5D63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427775"/>
              </p:ext>
            </p:extLst>
          </p:nvPr>
        </p:nvGraphicFramePr>
        <p:xfrm>
          <a:off x="7667925" y="1637706"/>
          <a:ext cx="3566132" cy="4258734"/>
        </p:xfrm>
        <a:graphic>
          <a:graphicData uri="http://schemas.openxmlformats.org/drawingml/2006/table">
            <a:tbl>
              <a:tblPr/>
              <a:tblGrid>
                <a:gridCol w="1783066">
                  <a:extLst>
                    <a:ext uri="{9D8B030D-6E8A-4147-A177-3AD203B41FA5}">
                      <a16:colId xmlns:a16="http://schemas.microsoft.com/office/drawing/2014/main" val="1231572289"/>
                    </a:ext>
                  </a:extLst>
                </a:gridCol>
                <a:gridCol w="1783066">
                  <a:extLst>
                    <a:ext uri="{9D8B030D-6E8A-4147-A177-3AD203B41FA5}">
                      <a16:colId xmlns:a16="http://schemas.microsoft.com/office/drawing/2014/main" val="3796528415"/>
                    </a:ext>
                  </a:extLst>
                </a:gridCol>
              </a:tblGrid>
              <a:tr h="18218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DD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 de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recuperacion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190667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2.04%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802167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4.17%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345308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6.38%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588986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8.70%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380652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11.11%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9842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13.64%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494821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16.28%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607965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19.05%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753577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21.95%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577502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104078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28.21%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01689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31.58%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343176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35.14%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494149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38.89%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7822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42.86%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758179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47.06%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108988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51.52%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528541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56.25%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352797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61.29%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452982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66.67%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04014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72.41%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881915"/>
                  </a:ext>
                </a:extLst>
              </a:tr>
              <a:tr h="182189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44.00%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78.57%</a:t>
                      </a:r>
                    </a:p>
                  </a:txBody>
                  <a:tcPr marL="6736" marR="6736" marT="673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478416"/>
                  </a:ext>
                </a:extLst>
              </a:tr>
            </a:tbl>
          </a:graphicData>
        </a:graphic>
      </p:graphicFrame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849ABDF-0F16-0AED-84E9-000C6A09D6B7}"/>
              </a:ext>
            </a:extLst>
          </p:cNvPr>
          <p:cNvCxnSpPr/>
          <p:nvPr/>
        </p:nvCxnSpPr>
        <p:spPr>
          <a:xfrm flipV="1">
            <a:off x="1708284" y="2157863"/>
            <a:ext cx="0" cy="34734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83EA79A-5E00-75C8-0C04-DA00C3C404FD}"/>
              </a:ext>
            </a:extLst>
          </p:cNvPr>
          <p:cNvCxnSpPr>
            <a:cxnSpLocks/>
          </p:cNvCxnSpPr>
          <p:nvPr/>
        </p:nvCxnSpPr>
        <p:spPr>
          <a:xfrm>
            <a:off x="8455688" y="2798466"/>
            <a:ext cx="290899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273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20573-4D8F-4574-18DD-CE4D57616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643DE-E332-45FC-A957-1CB42B760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La parte mas difícil de las perdidas es recuperarlas</a:t>
            </a:r>
            <a:endParaRPr lang="es-CO" b="1" noProof="0" dirty="0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89F93315-244A-014F-FC94-1C829E7D6F7E}"/>
              </a:ext>
            </a:extLst>
          </p:cNvPr>
          <p:cNvGraphicFramePr>
            <a:graphicFrameLocks/>
          </p:cNvGraphicFramePr>
          <p:nvPr/>
        </p:nvGraphicFramePr>
        <p:xfrm>
          <a:off x="403295" y="1613647"/>
          <a:ext cx="11171933" cy="4356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D34E8B6-572C-43C5-FAB6-F9A386662B7B}"/>
              </a:ext>
            </a:extLst>
          </p:cNvPr>
          <p:cNvSpPr/>
          <p:nvPr/>
        </p:nvSpPr>
        <p:spPr>
          <a:xfrm>
            <a:off x="4362450" y="2082800"/>
            <a:ext cx="5791200" cy="3619500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31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170C8-EE23-64D8-96EE-991F23B07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EB001A54-C122-4EEF-86DC-D1F022CBA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2286000"/>
            <a:ext cx="5467854" cy="3534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b="1" dirty="0"/>
              <a:t>Veamos que pasa si tenemos perdidas seguidas:</a:t>
            </a:r>
          </a:p>
          <a:p>
            <a:pPr marL="0" indent="0">
              <a:buNone/>
            </a:pPr>
            <a:endParaRPr lang="es-CO" b="1" dirty="0"/>
          </a:p>
          <a:p>
            <a:pPr marL="0" indent="0">
              <a:buNone/>
            </a:pPr>
            <a:endParaRPr lang="es-CO" b="1" dirty="0"/>
          </a:p>
          <a:p>
            <a:pPr marL="0" indent="0">
              <a:buNone/>
            </a:pPr>
            <a:endParaRPr lang="es-CO" b="1" dirty="0"/>
          </a:p>
          <a:p>
            <a:pPr marL="0" indent="0">
              <a:buNone/>
            </a:pPr>
            <a:r>
              <a:rPr lang="es-CO" b="1" dirty="0"/>
              <a:t>Este es el capital final después de N perdidas consecutivas</a:t>
            </a:r>
          </a:p>
          <a:p>
            <a:pPr lvl="1"/>
            <a:endParaRPr lang="es-CO" sz="2000" b="1" dirty="0"/>
          </a:p>
          <a:p>
            <a:pPr lvl="1"/>
            <a:endParaRPr lang="es-CO" sz="2000" b="1" dirty="0"/>
          </a:p>
          <a:p>
            <a:pPr marL="457200" lvl="1" indent="0">
              <a:buNone/>
            </a:pPr>
            <a:endParaRPr lang="es-CO" sz="2000" b="1" dirty="0"/>
          </a:p>
          <a:p>
            <a:pPr lvl="1"/>
            <a:endParaRPr lang="es-CO" sz="2000" b="1" dirty="0"/>
          </a:p>
          <a:p>
            <a:pPr marL="457200" lvl="1" indent="0">
              <a:buNone/>
            </a:pPr>
            <a:endParaRPr lang="es-CO" sz="2000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570AD0-2CAB-CC25-16B0-9A82237D5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El tamaño de la posición vuelve mas probable que no quebremos</a:t>
            </a:r>
            <a:endParaRPr lang="es-CO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26ACDA3-BBE1-28E0-223A-F14FCBEB3D23}"/>
                  </a:ext>
                </a:extLst>
              </p:cNvPr>
              <p:cNvSpPr txBox="1"/>
              <p:nvPr/>
            </p:nvSpPr>
            <p:spPr>
              <a:xfrm>
                <a:off x="1856782" y="3810000"/>
                <a:ext cx="2532553" cy="4065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26ACDA3-BBE1-28E0-223A-F14FCBEB3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82" y="3810000"/>
                <a:ext cx="2532553" cy="406586"/>
              </a:xfrm>
              <a:prstGeom prst="rect">
                <a:avLst/>
              </a:prstGeom>
              <a:blipFill>
                <a:blip r:embed="rId3"/>
                <a:stretch>
                  <a:fillRect l="-2410" r="-482" b="-25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 descr="AANNND it's gone. | News | South Park Studios US">
            <a:extLst>
              <a:ext uri="{FF2B5EF4-FFF2-40B4-BE49-F238E27FC236}">
                <a16:creationId xmlns:a16="http://schemas.microsoft.com/office/drawing/2014/main" id="{44889626-D698-0407-C3E4-2381E1A70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208" y="2131012"/>
            <a:ext cx="5261172" cy="295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65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E5556-19B6-03FC-49F6-CFE59F4E3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28D4CF5B-8F07-BAA0-95CE-00A43B703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11160123" cy="44629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400" b="1" dirty="0"/>
              <a:t>En cuantos </a:t>
            </a:r>
            <a:r>
              <a:rPr lang="es-CO" sz="2400" b="1" dirty="0" err="1"/>
              <a:t>trades</a:t>
            </a:r>
            <a:r>
              <a:rPr lang="es-CO" sz="2400" b="1" dirty="0"/>
              <a:t> consecutivos pierdo el 50%, dependiendo del peso</a:t>
            </a:r>
          </a:p>
          <a:p>
            <a:pPr lvl="1"/>
            <a:endParaRPr lang="es-CO" sz="2000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9EECCF-B53E-E922-BD96-15D7A0A41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>
            <a:normAutofit/>
          </a:bodyPr>
          <a:lstStyle/>
          <a:p>
            <a:r>
              <a:rPr lang="es-CO" b="1" dirty="0"/>
              <a:t>Veamos un ejemplo</a:t>
            </a:r>
            <a:endParaRPr lang="es-CO" b="1" noProof="0" dirty="0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A02B4883-A8FB-A306-4B01-D36EA3E60D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0172000"/>
              </p:ext>
            </p:extLst>
          </p:nvPr>
        </p:nvGraphicFramePr>
        <p:xfrm>
          <a:off x="805684" y="2195565"/>
          <a:ext cx="10192237" cy="3972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223368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84DB6-E4A7-9E23-CECB-9A4CC02A0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80063-AA7A-E36E-234F-7D8F25750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dirty="0"/>
              <a:t>Que significa una ventaja (Edge)</a:t>
            </a:r>
            <a:endParaRPr lang="es-CO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1511F79B-7430-FD5A-1098-EE68D6E4462A}"/>
                  </a:ext>
                </a:extLst>
              </p:cNvPr>
              <p:cNvSpPr txBox="1"/>
              <p:nvPr/>
            </p:nvSpPr>
            <p:spPr>
              <a:xfrm>
                <a:off x="4333874" y="2248932"/>
                <a:ext cx="352425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𝐸𝑉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1511F79B-7430-FD5A-1098-EE68D6E44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4" y="2248932"/>
                <a:ext cx="3524250" cy="369332"/>
              </a:xfrm>
              <a:prstGeom prst="rect">
                <a:avLst/>
              </a:prstGeom>
              <a:blipFill>
                <a:blip r:embed="rId2"/>
                <a:stretch>
                  <a:fillRect l="-865" r="-519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92BCEA7-F7DC-78F4-D28B-6EC462FC66BB}"/>
                  </a:ext>
                </a:extLst>
              </p:cNvPr>
              <p:cNvSpPr txBox="1"/>
              <p:nvPr/>
            </p:nvSpPr>
            <p:spPr>
              <a:xfrm>
                <a:off x="2659061" y="2822138"/>
                <a:ext cx="687387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𝑝𝑟𝑜𝑚𝑒𝑑𝑖𝑜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𝑝𝑜𝑠𝑖𝑐𝑖𝑜𝑛𝑒𝑠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𝑔𝑎𝑛𝑎𝑑𝑜𝑟𝑎𝑠</m:t>
                      </m:r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92BCEA7-F7DC-78F4-D28B-6EC462FC6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061" y="2822138"/>
                <a:ext cx="6873876" cy="369332"/>
              </a:xfrm>
              <a:prstGeom prst="rect">
                <a:avLst/>
              </a:prstGeom>
              <a:blipFill>
                <a:blip r:embed="rId3"/>
                <a:stretch>
                  <a:fillRect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2E162B1-5F3E-50A9-5ABA-83AD2EF0DDA8}"/>
                  </a:ext>
                </a:extLst>
              </p:cNvPr>
              <p:cNvSpPr txBox="1"/>
              <p:nvPr/>
            </p:nvSpPr>
            <p:spPr>
              <a:xfrm>
                <a:off x="2659062" y="3395344"/>
                <a:ext cx="687387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𝑝𝑟𝑜𝑚𝑒𝑑𝑖𝑜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𝑝𝑜𝑠𝑖𝑐𝑖𝑜𝑛𝑒𝑠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𝑝𝑒𝑟𝑑𝑒𝑑𝑜𝑟𝑎𝑠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2E162B1-5F3E-50A9-5ABA-83AD2EF0D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062" y="3395344"/>
                <a:ext cx="6873876" cy="369332"/>
              </a:xfrm>
              <a:prstGeom prst="rect">
                <a:avLst/>
              </a:prstGeom>
              <a:blipFill>
                <a:blip r:embed="rId4"/>
                <a:stretch>
                  <a:fillRect b="-3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990AEEB-C92D-73BF-DFC9-6AC83ED30E04}"/>
                  </a:ext>
                </a:extLst>
              </p:cNvPr>
              <p:cNvSpPr txBox="1"/>
              <p:nvPr/>
            </p:nvSpPr>
            <p:spPr>
              <a:xfrm>
                <a:off x="3316287" y="4716271"/>
                <a:ext cx="5368926" cy="1477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𝐸𝑉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∗1+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∗−1</m:t>
                      </m:r>
                    </m:oMath>
                  </m:oMathPara>
                </a14:m>
                <a:endParaRPr lang="en-US" sz="2400" b="0" dirty="0">
                  <a:solidFill>
                    <a:schemeClr val="accent5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𝐸𝑉</m:t>
                      </m:r>
                      <m:r>
                        <a:rPr lang="en-US" sz="24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=0.6∗1+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0.4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∗−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b="0" dirty="0">
                  <a:solidFill>
                    <a:schemeClr val="accent5"/>
                  </a:solidFill>
                </a:endParaRPr>
              </a:p>
              <a:p>
                <a:pPr algn="ctr"/>
                <a:r>
                  <a:rPr lang="en-US" sz="2400" dirty="0">
                    <a:solidFill>
                      <a:schemeClr val="accent5"/>
                    </a:solidFill>
                  </a:rPr>
                  <a:t>EV = 0.2</a:t>
                </a:r>
              </a:p>
              <a:p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990AEEB-C92D-73BF-DFC9-6AC83ED30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287" y="4716271"/>
                <a:ext cx="5368926" cy="14773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DA25AF1-5EE6-A962-1A0F-36BFF0C731EB}"/>
                  </a:ext>
                </a:extLst>
              </p:cNvPr>
              <p:cNvSpPr txBox="1"/>
              <p:nvPr/>
            </p:nvSpPr>
            <p:spPr>
              <a:xfrm>
                <a:off x="1828006" y="3958399"/>
                <a:ext cx="85359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=%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𝑝𝑜𝑠𝑖𝑐𝑖𝑜𝑛𝑒𝑠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𝑔𝑎𝑛𝑎𝑑𝑜𝑟𝑎𝑠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𝑠𝑜𝑏𝑟𝑒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𝑡𝑟𝑎𝑛𝑠𝑎𝑐𝑐𝑖𝑜𝑛𝑒𝑠</m:t>
                      </m:r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DA25AF1-5EE6-A962-1A0F-36BFF0C73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006" y="3958399"/>
                <a:ext cx="8535988" cy="369332"/>
              </a:xfrm>
              <a:prstGeom prst="rect">
                <a:avLst/>
              </a:prstGeom>
              <a:blipFill>
                <a:blip r:embed="rId6"/>
                <a:stretch>
                  <a:fillRect r="-357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888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23D5D-BC84-7B9D-7CA0-C923AE339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BE3DA-0C12-724F-DFEE-F7F86DED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dirty="0"/>
              <a:t>Noción de valor esperado</a:t>
            </a:r>
            <a:endParaRPr lang="es-CO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414E4FA-0DF3-6F59-F552-2E6036F6C94D}"/>
                  </a:ext>
                </a:extLst>
              </p:cNvPr>
              <p:cNvSpPr txBox="1"/>
              <p:nvPr/>
            </p:nvSpPr>
            <p:spPr>
              <a:xfrm>
                <a:off x="4333874" y="2248932"/>
                <a:ext cx="352425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𝐸𝑉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414E4FA-0DF3-6F59-F552-2E6036F6C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4" y="2248932"/>
                <a:ext cx="3524250" cy="369332"/>
              </a:xfrm>
              <a:prstGeom prst="rect">
                <a:avLst/>
              </a:prstGeom>
              <a:blipFill>
                <a:blip r:embed="rId2"/>
                <a:stretch>
                  <a:fillRect l="-865" r="-519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23F370A-AA64-3253-A2A7-8DB2A77CA847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 flipH="1">
            <a:off x="3263900" y="2658222"/>
            <a:ext cx="2051050" cy="95810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B535213-39E7-5D07-37B8-C0A5A1CD5869}"/>
              </a:ext>
            </a:extLst>
          </p:cNvPr>
          <p:cNvCxnSpPr>
            <a:cxnSpLocks/>
            <a:stCxn id="22" idx="2"/>
            <a:endCxn id="15" idx="0"/>
          </p:cNvCxnSpPr>
          <p:nvPr/>
        </p:nvCxnSpPr>
        <p:spPr>
          <a:xfrm>
            <a:off x="5835650" y="2616200"/>
            <a:ext cx="3282950" cy="97790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50CF91A-5FD2-A861-2E3B-5A79CE601C73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7726362" y="2618264"/>
            <a:ext cx="1487488" cy="105203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272E24E-4FD5-21E9-D406-9F16D29288CF}"/>
              </a:ext>
            </a:extLst>
          </p:cNvPr>
          <p:cNvSpPr/>
          <p:nvPr/>
        </p:nvSpPr>
        <p:spPr>
          <a:xfrm>
            <a:off x="908050" y="3616325"/>
            <a:ext cx="4711700" cy="14922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noProof="0" dirty="0">
                <a:solidFill>
                  <a:schemeClr val="accent5"/>
                </a:solidFill>
              </a:rPr>
              <a:t>En </a:t>
            </a:r>
            <a:r>
              <a:rPr lang="es-CO" noProof="0" dirty="0" err="1">
                <a:solidFill>
                  <a:schemeClr val="accent5"/>
                </a:solidFill>
              </a:rPr>
              <a:t>tradin</a:t>
            </a:r>
            <a:r>
              <a:rPr lang="es-CO" dirty="0">
                <a:solidFill>
                  <a:schemeClr val="accent5"/>
                </a:solidFill>
              </a:rPr>
              <a:t>g cuantitativo lo podemos estimar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noProof="0" dirty="0">
                <a:solidFill>
                  <a:schemeClr val="accent5"/>
                </a:solidFill>
              </a:rPr>
              <a:t>En discrecional </a:t>
            </a:r>
            <a:r>
              <a:rPr lang="es-CO" dirty="0">
                <a:solidFill>
                  <a:schemeClr val="accent5"/>
                </a:solidFill>
              </a:rPr>
              <a:t>es mas difícil necesitamos una muestra agrande</a:t>
            </a:r>
            <a:endParaRPr lang="es-CO" noProof="0" dirty="0">
              <a:solidFill>
                <a:schemeClr val="accent5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1E9FF43-0EE1-5B24-0C3E-B3F754349729}"/>
              </a:ext>
            </a:extLst>
          </p:cNvPr>
          <p:cNvSpPr/>
          <p:nvPr/>
        </p:nvSpPr>
        <p:spPr>
          <a:xfrm>
            <a:off x="6740525" y="3594100"/>
            <a:ext cx="4756150" cy="14922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noProof="0" dirty="0">
                <a:solidFill>
                  <a:schemeClr val="accent5"/>
                </a:solidFill>
              </a:rPr>
              <a:t>Esto realmente se va a conocer como </a:t>
            </a:r>
            <a:r>
              <a:rPr lang="es-CO" noProof="0" dirty="0" err="1">
                <a:solidFill>
                  <a:schemeClr val="accent5"/>
                </a:solidFill>
              </a:rPr>
              <a:t>risk</a:t>
            </a:r>
            <a:r>
              <a:rPr lang="es-CO" noProof="0" dirty="0">
                <a:solidFill>
                  <a:schemeClr val="accent5"/>
                </a:solidFill>
              </a:rPr>
              <a:t> </a:t>
            </a:r>
            <a:r>
              <a:rPr lang="es-CO" noProof="0" dirty="0" err="1">
                <a:solidFill>
                  <a:schemeClr val="accent5"/>
                </a:solidFill>
              </a:rPr>
              <a:t>reward</a:t>
            </a:r>
            <a:endParaRPr lang="es-CO" noProof="0" dirty="0">
              <a:solidFill>
                <a:schemeClr val="accent5"/>
              </a:solidFill>
            </a:endParaRPr>
          </a:p>
          <a:p>
            <a:pPr algn="ctr"/>
            <a:r>
              <a:rPr lang="es-CO" noProof="0" dirty="0">
                <a:solidFill>
                  <a:schemeClr val="accent5"/>
                </a:solidFill>
              </a:rPr>
              <a:t>Esto si se puede identificar con nuestro análisis en el caso discrecional (esto es clave)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1569C37-C4EC-ED75-29AD-517A6D8D7A0C}"/>
              </a:ext>
            </a:extLst>
          </p:cNvPr>
          <p:cNvSpPr/>
          <p:nvPr/>
        </p:nvSpPr>
        <p:spPr>
          <a:xfrm>
            <a:off x="5067300" y="2190750"/>
            <a:ext cx="495300" cy="4674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8DBC782-8804-D2D6-B567-C885DE47D4F0}"/>
              </a:ext>
            </a:extLst>
          </p:cNvPr>
          <p:cNvSpPr/>
          <p:nvPr/>
        </p:nvSpPr>
        <p:spPr>
          <a:xfrm>
            <a:off x="5640388" y="2235200"/>
            <a:ext cx="390524" cy="3810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D4B02E9-543A-0D93-1A6A-F44837142313}"/>
              </a:ext>
            </a:extLst>
          </p:cNvPr>
          <p:cNvSpPr/>
          <p:nvPr/>
        </p:nvSpPr>
        <p:spPr>
          <a:xfrm>
            <a:off x="7531100" y="2190750"/>
            <a:ext cx="390524" cy="42751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465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97FD1-D554-F523-532B-893622129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292F41DB-1DD3-008F-592A-503FB2D7B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179" y="2473220"/>
            <a:ext cx="7951641" cy="42696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3EC3BF5-5042-308F-1364-043CD699B363}"/>
                  </a:ext>
                </a:extLst>
              </p:cNvPr>
              <p:cNvSpPr txBox="1"/>
              <p:nvPr/>
            </p:nvSpPr>
            <p:spPr>
              <a:xfrm>
                <a:off x="651711" y="778888"/>
                <a:ext cx="5444289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0" i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Por </a:t>
                </a:r>
                <a:r>
                  <a:rPr lang="en-US" sz="2400" b="0" i="1" dirty="0" err="1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que</a:t>
                </a:r>
                <a:r>
                  <a:rPr lang="en-US" sz="2400" b="0" i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 es </a:t>
                </a:r>
                <a:r>
                  <a:rPr lang="en-US" sz="2400" b="0" i="1" dirty="0" err="1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importante</a:t>
                </a:r>
                <a:r>
                  <a:rPr lang="en-US" sz="2400" b="0" i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 el risk reward:</a:t>
                </a:r>
              </a:p>
              <a:p>
                <a:endParaRPr lang="en-US" sz="2400" b="0" i="1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400" b="1" i="1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𝒅𝒐𝒏𝒅𝒆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𝒔𝒊𝒆𝒎𝒑𝒓𝒆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𝒆𝒔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𝒏𝒆𝒈𝒂𝒕𝒊𝒗𝒐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i="1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01CA377-DE07-D3A7-91AB-F329B236C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11" y="778888"/>
                <a:ext cx="5444289" cy="1938992"/>
              </a:xfrm>
              <a:prstGeom prst="rect">
                <a:avLst/>
              </a:prstGeom>
              <a:blipFill>
                <a:blip r:embed="rId3"/>
                <a:stretch>
                  <a:fillRect t="-2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6C72EE5-74B8-D90D-66F6-6FE9D243A423}"/>
                  </a:ext>
                </a:extLst>
              </p:cNvPr>
              <p:cNvSpPr txBox="1"/>
              <p:nvPr/>
            </p:nvSpPr>
            <p:spPr>
              <a:xfrm>
                <a:off x="8296175" y="897440"/>
                <a:ext cx="2642937" cy="1221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𝒅𝒆𝒔𝒑𝒆𝒋𝒂𝒎𝒐𝒔</m:t>
                      </m:r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</m:oMath>
                  </m:oMathPara>
                </a14:m>
                <a:endParaRPr lang="en-US" sz="2400" b="1" i="1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𝑟𝑟</m:t>
                          </m:r>
                          <m:r>
                            <a:rPr lang="en-US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1BF3510-1D96-1ED7-2AE5-1CFE9DFC6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175" y="897440"/>
                <a:ext cx="2642937" cy="1221040"/>
              </a:xfrm>
              <a:prstGeom prst="rect">
                <a:avLst/>
              </a:prstGeom>
              <a:blipFill>
                <a:blip r:embed="rId4"/>
                <a:stretch>
                  <a:fillRect l="-693" r="-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28D9B958-7385-A1AA-B759-2819BA27F6B0}"/>
              </a:ext>
            </a:extLst>
          </p:cNvPr>
          <p:cNvSpPr/>
          <p:nvPr/>
        </p:nvSpPr>
        <p:spPr>
          <a:xfrm>
            <a:off x="5842535" y="1279760"/>
            <a:ext cx="1872114" cy="51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33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225A2-9B6C-00D6-6A8C-997874A0B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1EB25-F10D-7844-ECC7-B3E065927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noProof="0" dirty="0"/>
              <a:t>Cómo saber cuanto arriesgar</a:t>
            </a:r>
          </a:p>
        </p:txBody>
      </p:sp>
    </p:spTree>
    <p:extLst>
      <p:ext uri="{BB962C8B-B14F-4D97-AF65-F5344CB8AC3E}">
        <p14:creationId xmlns:p14="http://schemas.microsoft.com/office/powerpoint/2010/main" val="4244238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87645-BE18-8EAD-A884-6DFCE211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1F634361-F71D-EDE6-21EB-0DB3F700F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396"/>
          <a:stretch>
            <a:fillRect/>
          </a:stretch>
        </p:blipFill>
        <p:spPr>
          <a:xfrm>
            <a:off x="1140425" y="808892"/>
            <a:ext cx="10559008" cy="4566976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241490F0-6A69-94C4-2C8E-7BB10D84A568}"/>
              </a:ext>
            </a:extLst>
          </p:cNvPr>
          <p:cNvSpPr/>
          <p:nvPr/>
        </p:nvSpPr>
        <p:spPr>
          <a:xfrm>
            <a:off x="7863839" y="1108174"/>
            <a:ext cx="3604261" cy="928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5"/>
                </a:solidFill>
              </a:rPr>
              <a:t>Cuanto vamos a perder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accent5"/>
                </a:solidFill>
              </a:rPr>
              <a:t>Como se ve en Nuestro portfolio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noProof="0" dirty="0">
                <a:solidFill>
                  <a:schemeClr val="accent5"/>
                </a:solidFill>
              </a:rPr>
              <a:t>Cuanto tiempo va a durar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noProof="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2802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C71E-E91D-4CC6-95CB-812772B7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5D6D0-064E-D5D6-9957-A9593D684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b="1" noProof="0"/>
              <a:t>Cuales son las </a:t>
            </a:r>
            <a:r>
              <a:rPr lang="es-CO" b="1" noProof="0" dirty="0" err="1"/>
              <a:t>metodologias</a:t>
            </a:r>
            <a:r>
              <a:rPr lang="es-CO" b="1" noProof="0" dirty="0"/>
              <a:t> que existen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84CCAC-B9B4-FED7-C0A3-3D479688F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11160123" cy="44629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noProof="0" dirty="0"/>
          </a:p>
          <a:p>
            <a:pPr marL="514350" indent="-514350">
              <a:buFont typeface="+mj-lt"/>
              <a:buAutoNum type="arabicPeriod"/>
            </a:pPr>
            <a:r>
              <a:rPr lang="es-CO" sz="2400" b="1" dirty="0"/>
              <a:t>Martingala: </a:t>
            </a:r>
          </a:p>
          <a:p>
            <a:pPr lvl="1"/>
            <a:r>
              <a:rPr lang="es-CO" dirty="0"/>
              <a:t>Aumentar el tamaño de la posición luego de una perdida. Se recuperan todas las perdidas luego de una ganancia</a:t>
            </a:r>
          </a:p>
          <a:p>
            <a:pPr marL="514350" indent="-514350">
              <a:buFont typeface="+mj-lt"/>
              <a:buAutoNum type="arabicPeriod"/>
            </a:pPr>
            <a:r>
              <a:rPr lang="es-CO" sz="2400" b="1" dirty="0" err="1"/>
              <a:t>AntiMartingala</a:t>
            </a:r>
            <a:r>
              <a:rPr lang="es-CO" sz="2400" b="1" dirty="0"/>
              <a:t>:</a:t>
            </a:r>
          </a:p>
          <a:p>
            <a:pPr lvl="1"/>
            <a:r>
              <a:rPr lang="es-CO" dirty="0"/>
              <a:t>Se aumenta la posición luego de una ganancia</a:t>
            </a:r>
          </a:p>
          <a:p>
            <a:pPr marL="514350" indent="-514350">
              <a:buFont typeface="+mj-lt"/>
              <a:buAutoNum type="arabicPeriod"/>
            </a:pPr>
            <a:r>
              <a:rPr lang="es-CO" sz="2400" b="1" dirty="0" err="1"/>
              <a:t>Metodos</a:t>
            </a:r>
            <a:r>
              <a:rPr lang="es-CO" sz="2400" b="1" dirty="0"/>
              <a:t> del </a:t>
            </a:r>
            <a:r>
              <a:rPr lang="es-CO" sz="2400" b="1" dirty="0" err="1"/>
              <a:t>Equity</a:t>
            </a:r>
            <a:r>
              <a:rPr lang="es-CO" sz="2400" b="1" dirty="0"/>
              <a:t> Curve:</a:t>
            </a:r>
          </a:p>
          <a:p>
            <a:pPr lvl="1"/>
            <a:r>
              <a:rPr lang="es-CO" dirty="0"/>
              <a:t>El tamaño de la posición se ajusta de acuerdo al performance del </a:t>
            </a:r>
            <a:r>
              <a:rPr lang="es-CO" dirty="0" err="1"/>
              <a:t>equity</a:t>
            </a:r>
            <a:r>
              <a:rPr lang="es-CO" dirty="0"/>
              <a:t> curve</a:t>
            </a:r>
          </a:p>
        </p:txBody>
      </p:sp>
    </p:spTree>
    <p:extLst>
      <p:ext uri="{BB962C8B-B14F-4D97-AF65-F5344CB8AC3E}">
        <p14:creationId xmlns:p14="http://schemas.microsoft.com/office/powerpoint/2010/main" val="809056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E1B51-D147-6A75-ACE5-BA1B56B1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330F3-52DD-DF6E-4517-7724555A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n-US" b="1" dirty="0" err="1"/>
              <a:t>Cuales</a:t>
            </a:r>
            <a:r>
              <a:rPr lang="en-US" b="1" dirty="0"/>
              <a:t> son las </a:t>
            </a:r>
            <a:r>
              <a:rPr lang="en-US" b="1" dirty="0" err="1"/>
              <a:t>metodologias</a:t>
            </a:r>
            <a:r>
              <a:rPr lang="en-US" b="1" dirty="0"/>
              <a:t> </a:t>
            </a:r>
            <a:r>
              <a:rPr lang="en-US" b="1" dirty="0" err="1"/>
              <a:t>que</a:t>
            </a:r>
            <a:r>
              <a:rPr lang="en-US" b="1" dirty="0"/>
              <a:t> </a:t>
            </a:r>
            <a:r>
              <a:rPr lang="en-US" b="1" dirty="0" err="1"/>
              <a:t>existen</a:t>
            </a:r>
            <a:endParaRPr lang="en-U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ED3E0C-DEA3-2784-6EE1-32ED27084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11160123" cy="44629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s-CO" noProof="0" dirty="0"/>
          </a:p>
          <a:p>
            <a:pPr marL="514350" indent="-514350">
              <a:buFont typeface="+mj-lt"/>
              <a:buAutoNum type="arabicPeriod"/>
            </a:pPr>
            <a:r>
              <a:rPr lang="es-CO" sz="2400" b="1" dirty="0" err="1"/>
              <a:t>Fixed</a:t>
            </a:r>
            <a:r>
              <a:rPr lang="es-CO" sz="2400" b="1" dirty="0"/>
              <a:t> Fraction:</a:t>
            </a:r>
          </a:p>
          <a:p>
            <a:pPr lvl="1"/>
            <a:r>
              <a:rPr lang="es-CO" dirty="0" err="1"/>
              <a:t>Trade_size</a:t>
            </a:r>
            <a:r>
              <a:rPr lang="es-CO" dirty="0"/>
              <a:t>= </a:t>
            </a:r>
            <a:r>
              <a:rPr lang="es-CO" dirty="0" err="1"/>
              <a:t>fixed_fraction</a:t>
            </a:r>
            <a:r>
              <a:rPr lang="es-CO" dirty="0"/>
              <a:t>*</a:t>
            </a:r>
            <a:r>
              <a:rPr lang="es-CO" dirty="0" err="1"/>
              <a:t>wealth</a:t>
            </a:r>
            <a:r>
              <a:rPr lang="es-CO" dirty="0"/>
              <a:t>/</a:t>
            </a:r>
            <a:r>
              <a:rPr lang="es-CO" dirty="0" err="1"/>
              <a:t>trade_risk</a:t>
            </a:r>
            <a:endParaRPr lang="es-CO" dirty="0"/>
          </a:p>
          <a:p>
            <a:pPr lvl="1"/>
            <a:r>
              <a:rPr lang="es-CO" dirty="0"/>
              <a:t>Ejemplo: 3% en cada </a:t>
            </a:r>
            <a:r>
              <a:rPr lang="es-CO" dirty="0" err="1"/>
              <a:t>trade</a:t>
            </a:r>
            <a:endParaRPr lang="es-CO" dirty="0"/>
          </a:p>
          <a:p>
            <a:pPr marL="514350" indent="-514350">
              <a:buFont typeface="+mj-lt"/>
              <a:buAutoNum type="arabicPeriod"/>
            </a:pPr>
            <a:r>
              <a:rPr lang="es-CO" sz="2400" b="1" dirty="0" err="1"/>
              <a:t>Fixed</a:t>
            </a:r>
            <a:r>
              <a:rPr lang="es-CO" sz="2400" b="1" dirty="0"/>
              <a:t> ratio position </a:t>
            </a:r>
            <a:r>
              <a:rPr lang="es-CO" sz="2400" b="1" dirty="0" err="1"/>
              <a:t>sizing</a:t>
            </a:r>
            <a:r>
              <a:rPr lang="es-CO" sz="2400" b="1" dirty="0"/>
              <a:t>:</a:t>
            </a:r>
          </a:p>
          <a:p>
            <a:pPr lvl="1"/>
            <a:r>
              <a:rPr lang="es-CO" dirty="0"/>
              <a:t>Se aumenta el tamaño del </a:t>
            </a:r>
            <a:r>
              <a:rPr lang="es-CO" dirty="0" err="1"/>
              <a:t>trade</a:t>
            </a:r>
            <a:r>
              <a:rPr lang="es-CO" dirty="0"/>
              <a:t> por un contrato, solamente después de que la </a:t>
            </a:r>
            <a:r>
              <a:rPr lang="es-CO" dirty="0" err="1"/>
              <a:t>fanancia</a:t>
            </a:r>
            <a:r>
              <a:rPr lang="es-CO" dirty="0"/>
              <a:t> por contrato haya llegado a un parámetro delta</a:t>
            </a:r>
          </a:p>
          <a:p>
            <a:pPr lvl="1"/>
            <a:r>
              <a:rPr lang="es-CO" dirty="0"/>
              <a:t>Ejemplo: </a:t>
            </a:r>
          </a:p>
          <a:p>
            <a:pPr lvl="2"/>
            <a:r>
              <a:rPr lang="es-CO" sz="2400" dirty="0"/>
              <a:t>Si delta=1.000</a:t>
            </a:r>
          </a:p>
          <a:p>
            <a:pPr lvl="2"/>
            <a:r>
              <a:rPr lang="es-CO" sz="2400" dirty="0"/>
              <a:t>Primer </a:t>
            </a:r>
            <a:r>
              <a:rPr lang="es-CO" sz="2400" dirty="0" err="1"/>
              <a:t>trade</a:t>
            </a:r>
            <a:r>
              <a:rPr lang="es-CO" sz="2400" dirty="0"/>
              <a:t> </a:t>
            </a:r>
            <a:r>
              <a:rPr lang="es-CO" sz="2400" dirty="0" err="1"/>
              <a:t>size</a:t>
            </a:r>
            <a:r>
              <a:rPr lang="es-CO" sz="2400" dirty="0"/>
              <a:t>=1, hasta que el </a:t>
            </a:r>
            <a:r>
              <a:rPr lang="es-CO" sz="2400" dirty="0" err="1"/>
              <a:t>profit</a:t>
            </a:r>
            <a:r>
              <a:rPr lang="es-CO" sz="2400" dirty="0"/>
              <a:t> sea 1.000</a:t>
            </a:r>
          </a:p>
          <a:p>
            <a:pPr lvl="2"/>
            <a:r>
              <a:rPr lang="es-CO" sz="2400" dirty="0"/>
              <a:t>Luego </a:t>
            </a:r>
            <a:r>
              <a:rPr lang="es-CO" sz="2400" dirty="0" err="1"/>
              <a:t>trade</a:t>
            </a:r>
            <a:r>
              <a:rPr lang="es-CO" sz="2400" dirty="0"/>
              <a:t> </a:t>
            </a:r>
            <a:r>
              <a:rPr lang="es-CO" sz="2400" dirty="0" err="1"/>
              <a:t>size</a:t>
            </a:r>
            <a:r>
              <a:rPr lang="es-CO" sz="2400" dirty="0"/>
              <a:t>=2 hasta que total del </a:t>
            </a:r>
            <a:r>
              <a:rPr lang="es-CO" sz="2400" dirty="0" err="1"/>
              <a:t>profit</a:t>
            </a:r>
            <a:r>
              <a:rPr lang="es-CO" sz="2400" dirty="0"/>
              <a:t> sea 3.000 (1.000+2.000=3.000)</a:t>
            </a:r>
          </a:p>
          <a:p>
            <a:pPr lvl="1"/>
            <a:endParaRPr lang="es-CO" dirty="0"/>
          </a:p>
          <a:p>
            <a:pPr marL="971550" lvl="1" indent="-514350">
              <a:buFont typeface="+mj-lt"/>
              <a:buAutoNum type="arabicPeriod"/>
            </a:pP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23300049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6C4B-11BE-5E95-CC5C-0A3FAEE7A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7B071-ED1B-4AF5-27C7-7111995C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b="1" noProof="0" dirty="0"/>
              <a:t>Cuales son las metodologías que existen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9A9B81-DFD5-68CF-67B2-8511A96D3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11160123" cy="4462957"/>
          </a:xfrm>
        </p:spPr>
        <p:txBody>
          <a:bodyPr anchor="ctr">
            <a:normAutofit/>
          </a:bodyPr>
          <a:lstStyle/>
          <a:p>
            <a:pPr algn="ctr"/>
            <a:r>
              <a:rPr lang="es-CO" noProof="0" dirty="0"/>
              <a:t>En teoría </a:t>
            </a:r>
            <a:r>
              <a:rPr lang="es-CO" b="1" noProof="0" dirty="0"/>
              <a:t>martingala, </a:t>
            </a:r>
            <a:r>
              <a:rPr lang="es-CO" b="1" noProof="0" dirty="0" err="1"/>
              <a:t>antima</a:t>
            </a:r>
            <a:r>
              <a:rPr lang="es-CO" b="1" dirty="0" err="1"/>
              <a:t>rtingala</a:t>
            </a:r>
            <a:r>
              <a:rPr lang="es-CO" b="1" dirty="0"/>
              <a:t> y </a:t>
            </a:r>
            <a:r>
              <a:rPr lang="es-CO" b="1" dirty="0" err="1"/>
              <a:t>equity</a:t>
            </a:r>
            <a:r>
              <a:rPr lang="es-CO" b="1" dirty="0"/>
              <a:t> curve no funcionan porque no tenemos certeza de los resultados futuros</a:t>
            </a:r>
          </a:p>
          <a:p>
            <a:pPr algn="ctr"/>
            <a:endParaRPr lang="es-CO" b="1" dirty="0"/>
          </a:p>
          <a:p>
            <a:pPr algn="ctr"/>
            <a:r>
              <a:rPr lang="es-CO" b="1" dirty="0"/>
              <a:t>La mejor estrategia es el </a:t>
            </a:r>
            <a:r>
              <a:rPr lang="es-CO" b="1" dirty="0" err="1"/>
              <a:t>fixed</a:t>
            </a:r>
            <a:r>
              <a:rPr lang="es-CO" b="1" dirty="0"/>
              <a:t> </a:t>
            </a:r>
            <a:r>
              <a:rPr lang="es-CO" b="1" dirty="0" err="1"/>
              <a:t>fraction</a:t>
            </a:r>
            <a:r>
              <a:rPr lang="es-CO" b="1" dirty="0"/>
              <a:t>, en algunos casos el </a:t>
            </a:r>
            <a:r>
              <a:rPr lang="es-CO" b="1" dirty="0" err="1"/>
              <a:t>fixed</a:t>
            </a:r>
            <a:r>
              <a:rPr lang="es-CO" b="1" dirty="0"/>
              <a:t> ratio es muy conservador </a:t>
            </a:r>
          </a:p>
        </p:txBody>
      </p:sp>
    </p:spTree>
    <p:extLst>
      <p:ext uri="{BB962C8B-B14F-4D97-AF65-F5344CB8AC3E}">
        <p14:creationId xmlns:p14="http://schemas.microsoft.com/office/powerpoint/2010/main" val="8229829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EF5F0-F221-62CE-FEAC-1239C2E33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6C51BC-8C43-6C1E-60A5-66384879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dirty="0"/>
              <a:t>Como definir el </a:t>
            </a:r>
            <a:r>
              <a:rPr lang="es-CO" b="1" dirty="0" err="1"/>
              <a:t>fixed</a:t>
            </a:r>
            <a:r>
              <a:rPr lang="es-CO" b="1" dirty="0"/>
              <a:t> </a:t>
            </a:r>
            <a:r>
              <a:rPr lang="es-CO" b="1" dirty="0" err="1"/>
              <a:t>fraction</a:t>
            </a:r>
            <a:r>
              <a:rPr lang="es-CO" b="1" dirty="0"/>
              <a:t> </a:t>
            </a:r>
            <a:endParaRPr lang="es-CO" b="1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FC58EA-A978-B427-D84A-0ABE1231F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11160124" cy="4462957"/>
          </a:xfrm>
        </p:spPr>
        <p:txBody>
          <a:bodyPr>
            <a:normAutofit/>
          </a:bodyPr>
          <a:lstStyle/>
          <a:p>
            <a:pPr lvl="1"/>
            <a:r>
              <a:rPr lang="es-CO" sz="3800" dirty="0"/>
              <a:t>Hay metodologías que pueden usar para determinar cuanto arriesgar:</a:t>
            </a:r>
          </a:p>
          <a:p>
            <a:pPr lvl="2"/>
            <a:r>
              <a:rPr lang="es-CO" sz="3400" dirty="0"/>
              <a:t>Kelly </a:t>
            </a:r>
            <a:r>
              <a:rPr lang="es-CO" sz="3400" dirty="0" err="1"/>
              <a:t>Criteria</a:t>
            </a:r>
            <a:r>
              <a:rPr lang="es-CO" sz="3400" dirty="0"/>
              <a:t> </a:t>
            </a:r>
          </a:p>
          <a:p>
            <a:pPr lvl="2"/>
            <a:r>
              <a:rPr lang="es-CO" sz="3400" dirty="0"/>
              <a:t>El </a:t>
            </a:r>
            <a:r>
              <a:rPr lang="es-CO" sz="3400" dirty="0" err="1"/>
              <a:t>Optimal</a:t>
            </a:r>
            <a:r>
              <a:rPr lang="es-CO" sz="3400" dirty="0"/>
              <a:t> F</a:t>
            </a:r>
          </a:p>
          <a:p>
            <a:pPr lvl="1"/>
            <a:endParaRPr lang="es-CO" sz="3800" b="1" dirty="0"/>
          </a:p>
        </p:txBody>
      </p:sp>
    </p:spTree>
    <p:extLst>
      <p:ext uri="{BB962C8B-B14F-4D97-AF65-F5344CB8AC3E}">
        <p14:creationId xmlns:p14="http://schemas.microsoft.com/office/powerpoint/2010/main" val="32095931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EC6E8-F35A-E080-E782-1AE0802FF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64C51-1F48-C3A4-2C55-036C3CADB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 fontScale="90000"/>
          </a:bodyPr>
          <a:lstStyle/>
          <a:p>
            <a:r>
              <a:rPr lang="es-CO" b="1" noProof="0" dirty="0"/>
              <a:t>Veamos como funciona la decisión para un solo periodo</a:t>
            </a:r>
          </a:p>
        </p:txBody>
      </p:sp>
      <p:pic>
        <p:nvPicPr>
          <p:cNvPr id="5" name="Imagen 4" descr="Monkey does not own selfie copyright, appeals court rules | CNN">
            <a:extLst>
              <a:ext uri="{FF2B5EF4-FFF2-40B4-BE49-F238E27FC236}">
                <a16:creationId xmlns:a16="http://schemas.microsoft.com/office/drawing/2014/main" id="{275F990D-6570-D5EA-0784-2A5D6DDC6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2844" y="1692292"/>
            <a:ext cx="1873831" cy="1626527"/>
          </a:xfrm>
          <a:prstGeom prst="rect">
            <a:avLst/>
          </a:prstGeom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121690B-14FC-2873-2159-F4D558D8C508}"/>
              </a:ext>
            </a:extLst>
          </p:cNvPr>
          <p:cNvCxnSpPr>
            <a:cxnSpLocks/>
          </p:cNvCxnSpPr>
          <p:nvPr/>
        </p:nvCxnSpPr>
        <p:spPr>
          <a:xfrm flipV="1">
            <a:off x="4965700" y="2547439"/>
            <a:ext cx="3390900" cy="1374775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203913F-D7AE-B12A-5D13-2140702FA438}"/>
              </a:ext>
            </a:extLst>
          </p:cNvPr>
          <p:cNvCxnSpPr>
            <a:cxnSpLocks/>
          </p:cNvCxnSpPr>
          <p:nvPr/>
        </p:nvCxnSpPr>
        <p:spPr>
          <a:xfrm>
            <a:off x="4965700" y="3922214"/>
            <a:ext cx="3390900" cy="1311866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33D9A99-BA05-50A0-FCAE-3044005E7F45}"/>
              </a:ext>
            </a:extLst>
          </p:cNvPr>
          <p:cNvSpPr/>
          <p:nvPr/>
        </p:nvSpPr>
        <p:spPr>
          <a:xfrm>
            <a:off x="1405419" y="1886168"/>
            <a:ext cx="3733800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Aca </a:t>
            </a:r>
            <a:r>
              <a:rPr lang="en-US" dirty="0" err="1">
                <a:solidFill>
                  <a:schemeClr val="accent5"/>
                </a:solidFill>
              </a:rPr>
              <a:t>estamos</a:t>
            </a:r>
            <a:r>
              <a:rPr lang="en-US" dirty="0">
                <a:solidFill>
                  <a:schemeClr val="accent5"/>
                </a:solidFill>
              </a:rPr>
              <a:t> nostros</a:t>
            </a:r>
          </a:p>
        </p:txBody>
      </p:sp>
      <p:pic>
        <p:nvPicPr>
          <p:cNvPr id="14" name="Imagen 13" descr="For These Monkeys, It's a Fight for Survival | National Geographic">
            <a:extLst>
              <a:ext uri="{FF2B5EF4-FFF2-40B4-BE49-F238E27FC236}">
                <a16:creationId xmlns:a16="http://schemas.microsoft.com/office/drawing/2014/main" id="{1C3287FD-5E17-35C9-DF31-AB0B3610C2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43" t="9568" r="9792"/>
          <a:stretch>
            <a:fillRect/>
          </a:stretch>
        </p:blipFill>
        <p:spPr>
          <a:xfrm>
            <a:off x="9540294" y="4117297"/>
            <a:ext cx="1873831" cy="1910528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6706BAE-B4A6-9EA7-8411-7F12FBA404AE}"/>
              </a:ext>
            </a:extLst>
          </p:cNvPr>
          <p:cNvSpPr/>
          <p:nvPr/>
        </p:nvSpPr>
        <p:spPr>
          <a:xfrm rot="20409319">
            <a:off x="5591205" y="2836266"/>
            <a:ext cx="105948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P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0B32CB0-94DC-8AA2-A554-80BC85840918}"/>
              </a:ext>
            </a:extLst>
          </p:cNvPr>
          <p:cNvSpPr/>
          <p:nvPr/>
        </p:nvSpPr>
        <p:spPr>
          <a:xfrm rot="1473567">
            <a:off x="5673756" y="4507852"/>
            <a:ext cx="105948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1-P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0F3A1FD-F480-BEE6-E3E2-05258B02568C}"/>
              </a:ext>
            </a:extLst>
          </p:cNvPr>
          <p:cNvSpPr/>
          <p:nvPr/>
        </p:nvSpPr>
        <p:spPr>
          <a:xfrm>
            <a:off x="1572639" y="5512442"/>
            <a:ext cx="3733800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noProof="0" dirty="0">
                <a:solidFill>
                  <a:schemeClr val="accent5"/>
                </a:solidFill>
              </a:rPr>
              <a:t>Cuanto arriesgo en un </a:t>
            </a:r>
            <a:r>
              <a:rPr lang="es-CO" b="1" noProof="0" dirty="0" err="1">
                <a:solidFill>
                  <a:schemeClr val="accent5"/>
                </a:solidFill>
              </a:rPr>
              <a:t>trade</a:t>
            </a:r>
            <a:r>
              <a:rPr lang="es-CO" b="1" noProof="0" dirty="0">
                <a:solidFill>
                  <a:schemeClr val="accent5"/>
                </a:solidFill>
              </a:rPr>
              <a:t>?</a:t>
            </a:r>
          </a:p>
        </p:txBody>
      </p:sp>
      <p:pic>
        <p:nvPicPr>
          <p:cNvPr id="19" name="Imagen 18" descr="Thinking Monkey Free Stock Photo - Public Domain Pictures">
            <a:extLst>
              <a:ext uri="{FF2B5EF4-FFF2-40B4-BE49-F238E27FC236}">
                <a16:creationId xmlns:a16="http://schemas.microsoft.com/office/drawing/2014/main" id="{E8EE57AD-6A6B-96D2-C179-D8AB0E769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061" y="2331826"/>
            <a:ext cx="2120517" cy="3180776"/>
          </a:xfrm>
          <a:prstGeom prst="rect">
            <a:avLst/>
          </a:prstGeom>
        </p:spPr>
      </p:pic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6484D12F-7467-4FE6-3646-ECBD15FB0238}"/>
              </a:ext>
            </a:extLst>
          </p:cNvPr>
          <p:cNvSpPr/>
          <p:nvPr/>
        </p:nvSpPr>
        <p:spPr>
          <a:xfrm>
            <a:off x="8477250" y="1524940"/>
            <a:ext cx="952500" cy="1408760"/>
          </a:xfrm>
          <a:custGeom>
            <a:avLst/>
            <a:gdLst>
              <a:gd name="csX0" fmla="*/ 0 w 952500"/>
              <a:gd name="csY0" fmla="*/ 1408760 h 1408760"/>
              <a:gd name="csX1" fmla="*/ 317500 w 952500"/>
              <a:gd name="csY1" fmla="*/ 615010 h 1408760"/>
              <a:gd name="csX2" fmla="*/ 527050 w 952500"/>
              <a:gd name="csY2" fmla="*/ 1135710 h 1408760"/>
              <a:gd name="csX3" fmla="*/ 787400 w 952500"/>
              <a:gd name="csY3" fmla="*/ 75260 h 1408760"/>
              <a:gd name="csX4" fmla="*/ 952500 w 952500"/>
              <a:gd name="csY4" fmla="*/ 170510 h 1408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2500" h="1408760">
                <a:moveTo>
                  <a:pt x="0" y="1408760"/>
                </a:moveTo>
                <a:cubicBezTo>
                  <a:pt x="114829" y="1034639"/>
                  <a:pt x="229658" y="660518"/>
                  <a:pt x="317500" y="615010"/>
                </a:cubicBezTo>
                <a:cubicBezTo>
                  <a:pt x="405342" y="569502"/>
                  <a:pt x="448733" y="1225668"/>
                  <a:pt x="527050" y="1135710"/>
                </a:cubicBezTo>
                <a:cubicBezTo>
                  <a:pt x="605367" y="1045752"/>
                  <a:pt x="716492" y="236127"/>
                  <a:pt x="787400" y="75260"/>
                </a:cubicBezTo>
                <a:cubicBezTo>
                  <a:pt x="858308" y="-85607"/>
                  <a:pt x="905404" y="42451"/>
                  <a:pt x="952500" y="17051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69473645-D8B7-EB12-EBCB-E99F2301723D}"/>
              </a:ext>
            </a:extLst>
          </p:cNvPr>
          <p:cNvSpPr/>
          <p:nvPr/>
        </p:nvSpPr>
        <p:spPr>
          <a:xfrm flipH="1">
            <a:off x="8477250" y="4634673"/>
            <a:ext cx="889000" cy="1408760"/>
          </a:xfrm>
          <a:custGeom>
            <a:avLst/>
            <a:gdLst>
              <a:gd name="csX0" fmla="*/ 0 w 952500"/>
              <a:gd name="csY0" fmla="*/ 1408760 h 1408760"/>
              <a:gd name="csX1" fmla="*/ 317500 w 952500"/>
              <a:gd name="csY1" fmla="*/ 615010 h 1408760"/>
              <a:gd name="csX2" fmla="*/ 527050 w 952500"/>
              <a:gd name="csY2" fmla="*/ 1135710 h 1408760"/>
              <a:gd name="csX3" fmla="*/ 787400 w 952500"/>
              <a:gd name="csY3" fmla="*/ 75260 h 1408760"/>
              <a:gd name="csX4" fmla="*/ 952500 w 952500"/>
              <a:gd name="csY4" fmla="*/ 170510 h 1408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52500" h="1408760">
                <a:moveTo>
                  <a:pt x="0" y="1408760"/>
                </a:moveTo>
                <a:cubicBezTo>
                  <a:pt x="114829" y="1034639"/>
                  <a:pt x="229658" y="660518"/>
                  <a:pt x="317500" y="615010"/>
                </a:cubicBezTo>
                <a:cubicBezTo>
                  <a:pt x="405342" y="569502"/>
                  <a:pt x="448733" y="1225668"/>
                  <a:pt x="527050" y="1135710"/>
                </a:cubicBezTo>
                <a:cubicBezTo>
                  <a:pt x="605367" y="1045752"/>
                  <a:pt x="716492" y="236127"/>
                  <a:pt x="787400" y="75260"/>
                </a:cubicBezTo>
                <a:cubicBezTo>
                  <a:pt x="858308" y="-85607"/>
                  <a:pt x="905404" y="42451"/>
                  <a:pt x="952500" y="17051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80C7493-D1E8-BD5B-BE25-54775845E5CE}"/>
              </a:ext>
            </a:extLst>
          </p:cNvPr>
          <p:cNvSpPr/>
          <p:nvPr/>
        </p:nvSpPr>
        <p:spPr>
          <a:xfrm>
            <a:off x="7444272" y="1988710"/>
            <a:ext cx="1386037" cy="312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Ganamos</a:t>
            </a:r>
            <a:r>
              <a:rPr lang="en-US" dirty="0">
                <a:solidFill>
                  <a:schemeClr val="accent5"/>
                </a:solidFill>
              </a:rPr>
              <a:t> g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A7442D9-253E-B6F9-F751-A3871965432D}"/>
              </a:ext>
            </a:extLst>
          </p:cNvPr>
          <p:cNvSpPr/>
          <p:nvPr/>
        </p:nvSpPr>
        <p:spPr>
          <a:xfrm>
            <a:off x="7444272" y="5395246"/>
            <a:ext cx="1386037" cy="312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Ganamos</a:t>
            </a:r>
            <a:r>
              <a:rPr lang="en-US" dirty="0">
                <a:solidFill>
                  <a:schemeClr val="accent5"/>
                </a:solidFill>
              </a:rPr>
              <a:t> p</a:t>
            </a:r>
          </a:p>
        </p:txBody>
      </p:sp>
    </p:spTree>
    <p:extLst>
      <p:ext uri="{BB962C8B-B14F-4D97-AF65-F5344CB8AC3E}">
        <p14:creationId xmlns:p14="http://schemas.microsoft.com/office/powerpoint/2010/main" val="35378616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F7349-42C7-83F9-4EC6-48CE0D95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31BE4-58EC-3F8C-CED5-5A602E327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noProof="0" dirty="0"/>
              <a:t>Formalicemos como saber el valor optimo – </a:t>
            </a:r>
            <a:r>
              <a:rPr lang="es-CO" sz="3600" b="1" noProof="0" dirty="0" err="1"/>
              <a:t>Fixed</a:t>
            </a:r>
            <a:r>
              <a:rPr lang="es-CO" sz="3600" b="1" noProof="0" dirty="0"/>
              <a:t> Fraction</a:t>
            </a:r>
          </a:p>
        </p:txBody>
      </p:sp>
      <p:pic>
        <p:nvPicPr>
          <p:cNvPr id="5" name="Imagen 4" descr="Monkey does not own selfie copyright, appeals court rules | CNN">
            <a:extLst>
              <a:ext uri="{FF2B5EF4-FFF2-40B4-BE49-F238E27FC236}">
                <a16:creationId xmlns:a16="http://schemas.microsoft.com/office/drawing/2014/main" id="{021361DB-66A1-4B49-2F56-D07657316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783" y="2394689"/>
            <a:ext cx="1036158" cy="899408"/>
          </a:xfrm>
          <a:prstGeom prst="rect">
            <a:avLst/>
          </a:prstGeom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C29C5C3-39A9-ECBF-4EB1-4449D5722DD9}"/>
              </a:ext>
            </a:extLst>
          </p:cNvPr>
          <p:cNvCxnSpPr>
            <a:cxnSpLocks/>
          </p:cNvCxnSpPr>
          <p:nvPr/>
        </p:nvCxnSpPr>
        <p:spPr>
          <a:xfrm flipV="1">
            <a:off x="5581717" y="2545112"/>
            <a:ext cx="3390900" cy="1374775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ACA94DE-4899-A9CE-9EE1-D81CFB076C95}"/>
              </a:ext>
            </a:extLst>
          </p:cNvPr>
          <p:cNvCxnSpPr>
            <a:cxnSpLocks/>
          </p:cNvCxnSpPr>
          <p:nvPr/>
        </p:nvCxnSpPr>
        <p:spPr>
          <a:xfrm>
            <a:off x="5581717" y="3919887"/>
            <a:ext cx="3390900" cy="1311866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845A7F9-C2F6-6E8A-7D74-D8EAE957E454}"/>
              </a:ext>
            </a:extLst>
          </p:cNvPr>
          <p:cNvSpPr/>
          <p:nvPr/>
        </p:nvSpPr>
        <p:spPr>
          <a:xfrm>
            <a:off x="1176890" y="1705520"/>
            <a:ext cx="2299766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Aca </a:t>
            </a:r>
            <a:r>
              <a:rPr lang="en-US" dirty="0" err="1">
                <a:solidFill>
                  <a:schemeClr val="accent5"/>
                </a:solidFill>
              </a:rPr>
              <a:t>estamos</a:t>
            </a:r>
            <a:r>
              <a:rPr lang="en-US" dirty="0">
                <a:solidFill>
                  <a:schemeClr val="accent5"/>
                </a:solidFill>
              </a:rPr>
              <a:t> nostros</a:t>
            </a:r>
          </a:p>
        </p:txBody>
      </p:sp>
      <p:pic>
        <p:nvPicPr>
          <p:cNvPr id="14" name="Imagen 13" descr="For These Monkeys, It's a Fight for Survival | National Geographic">
            <a:extLst>
              <a:ext uri="{FF2B5EF4-FFF2-40B4-BE49-F238E27FC236}">
                <a16:creationId xmlns:a16="http://schemas.microsoft.com/office/drawing/2014/main" id="{8F58D5C8-CDAE-EC68-C5C5-E53BB93232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43" t="9568" r="9792"/>
          <a:stretch>
            <a:fillRect/>
          </a:stretch>
        </p:blipFill>
        <p:spPr>
          <a:xfrm>
            <a:off x="9664334" y="4739456"/>
            <a:ext cx="965681" cy="984593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B2945BB3-0AD6-20B5-5A06-9B131B0CDB89}"/>
              </a:ext>
            </a:extLst>
          </p:cNvPr>
          <p:cNvSpPr/>
          <p:nvPr/>
        </p:nvSpPr>
        <p:spPr>
          <a:xfrm rot="20409319">
            <a:off x="6207222" y="2833939"/>
            <a:ext cx="105948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P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DE01D40-0BA1-309E-93F4-1B0DBA8DE493}"/>
              </a:ext>
            </a:extLst>
          </p:cNvPr>
          <p:cNvSpPr/>
          <p:nvPr/>
        </p:nvSpPr>
        <p:spPr>
          <a:xfrm rot="1473567">
            <a:off x="6289773" y="4505525"/>
            <a:ext cx="105948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1-P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D042CAD-AD33-5A48-C995-4CF60594B353}"/>
              </a:ext>
            </a:extLst>
          </p:cNvPr>
          <p:cNvSpPr/>
          <p:nvPr/>
        </p:nvSpPr>
        <p:spPr>
          <a:xfrm>
            <a:off x="743235" y="4615737"/>
            <a:ext cx="3123333" cy="17491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noProof="0" dirty="0">
                <a:solidFill>
                  <a:schemeClr val="accent5"/>
                </a:solidFill>
              </a:rPr>
              <a:t>Cuanto arriesgo en un </a:t>
            </a:r>
            <a:r>
              <a:rPr lang="es-CO" b="1" noProof="0" dirty="0" err="1">
                <a:solidFill>
                  <a:schemeClr val="accent5"/>
                </a:solidFill>
              </a:rPr>
              <a:t>trade</a:t>
            </a:r>
            <a:r>
              <a:rPr lang="es-CO" b="1" noProof="0" dirty="0">
                <a:solidFill>
                  <a:schemeClr val="accent5"/>
                </a:solidFill>
              </a:rPr>
              <a:t>?</a:t>
            </a:r>
          </a:p>
          <a:p>
            <a:pPr algn="ctr"/>
            <a:r>
              <a:rPr lang="es-CO" b="1" dirty="0">
                <a:solidFill>
                  <a:schemeClr val="accent5"/>
                </a:solidFill>
              </a:rPr>
              <a:t>f= un porcentaje de lo que tenemos</a:t>
            </a:r>
          </a:p>
          <a:p>
            <a:pPr algn="ctr"/>
            <a:r>
              <a:rPr lang="es-CO" b="1" noProof="0" dirty="0">
                <a:solidFill>
                  <a:schemeClr val="accent5"/>
                </a:solidFill>
              </a:rPr>
              <a:t>Ejemplo: </a:t>
            </a:r>
          </a:p>
          <a:p>
            <a:pPr algn="ctr"/>
            <a:r>
              <a:rPr lang="es-CO" b="1" dirty="0">
                <a:solidFill>
                  <a:schemeClr val="accent5"/>
                </a:solidFill>
              </a:rPr>
              <a:t>W0=10.000</a:t>
            </a:r>
          </a:p>
        </p:txBody>
      </p:sp>
      <p:pic>
        <p:nvPicPr>
          <p:cNvPr id="19" name="Imagen 18" descr="Thinking Monkey Free Stock Photo - Public Domain Pictures">
            <a:extLst>
              <a:ext uri="{FF2B5EF4-FFF2-40B4-BE49-F238E27FC236}">
                <a16:creationId xmlns:a16="http://schemas.microsoft.com/office/drawing/2014/main" id="{15B8695C-578B-D867-D5D1-9789FD7ED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059" y="2134531"/>
            <a:ext cx="1739687" cy="235237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F93A7C1-8E85-CB90-4C9D-9D6F35AE0686}"/>
              </a:ext>
            </a:extLst>
          </p:cNvPr>
          <p:cNvSpPr/>
          <p:nvPr/>
        </p:nvSpPr>
        <p:spPr>
          <a:xfrm>
            <a:off x="8856466" y="1781085"/>
            <a:ext cx="2581418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Ganamos</a:t>
            </a:r>
            <a:r>
              <a:rPr lang="en-US" dirty="0">
                <a:solidFill>
                  <a:schemeClr val="accent5"/>
                </a:solidFill>
              </a:rPr>
              <a:t> 2 </a:t>
            </a:r>
            <a:r>
              <a:rPr lang="en-US" dirty="0" err="1">
                <a:solidFill>
                  <a:schemeClr val="accent5"/>
                </a:solidFill>
              </a:rPr>
              <a:t>veces</a:t>
            </a:r>
            <a:r>
              <a:rPr lang="en-US" dirty="0">
                <a:solidFill>
                  <a:schemeClr val="accent5"/>
                </a:solidFill>
              </a:rPr>
              <a:t> lo </a:t>
            </a:r>
            <a:r>
              <a:rPr lang="en-US" dirty="0" err="1">
                <a:solidFill>
                  <a:schemeClr val="accent5"/>
                </a:solidFill>
              </a:rPr>
              <a:t>arriesgado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1562314-D918-C1B2-2DD4-B73DEF86B22B}"/>
              </a:ext>
            </a:extLst>
          </p:cNvPr>
          <p:cNvSpPr/>
          <p:nvPr/>
        </p:nvSpPr>
        <p:spPr>
          <a:xfrm>
            <a:off x="3919994" y="3429000"/>
            <a:ext cx="1436234" cy="951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Arriesgamos</a:t>
            </a:r>
            <a:r>
              <a:rPr lang="en-US" dirty="0">
                <a:solidFill>
                  <a:schemeClr val="accent5"/>
                </a:solidFill>
              </a:rPr>
              <a:t> 2.000, 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6E6FBF-73FB-D775-2479-92058FF681E7}"/>
              </a:ext>
            </a:extLst>
          </p:cNvPr>
          <p:cNvSpPr/>
          <p:nvPr/>
        </p:nvSpPr>
        <p:spPr>
          <a:xfrm>
            <a:off x="8948153" y="4223214"/>
            <a:ext cx="2581418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Perdemos</a:t>
            </a:r>
            <a:r>
              <a:rPr lang="en-US" dirty="0">
                <a:solidFill>
                  <a:schemeClr val="accent5"/>
                </a:solidFill>
              </a:rPr>
              <a:t> lo </a:t>
            </a:r>
            <a:r>
              <a:rPr lang="en-US" dirty="0" err="1">
                <a:solidFill>
                  <a:schemeClr val="accent5"/>
                </a:solidFill>
              </a:rPr>
              <a:t>arriesgado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692434F-F2AC-9EF9-E483-6C4044B3C3C5}"/>
              </a:ext>
            </a:extLst>
          </p:cNvPr>
          <p:cNvSpPr/>
          <p:nvPr/>
        </p:nvSpPr>
        <p:spPr>
          <a:xfrm>
            <a:off x="8856466" y="3437504"/>
            <a:ext cx="2581418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f+2*f+(1-f)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CD25F98-7412-0450-041C-27A905C85CC4}"/>
              </a:ext>
            </a:extLst>
          </p:cNvPr>
          <p:cNvSpPr/>
          <p:nvPr/>
        </p:nvSpPr>
        <p:spPr>
          <a:xfrm>
            <a:off x="8856466" y="5893469"/>
            <a:ext cx="2581418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f-f+(1-f)</a:t>
            </a:r>
          </a:p>
        </p:txBody>
      </p:sp>
    </p:spTree>
    <p:extLst>
      <p:ext uri="{BB962C8B-B14F-4D97-AF65-F5344CB8AC3E}">
        <p14:creationId xmlns:p14="http://schemas.microsoft.com/office/powerpoint/2010/main" val="25303150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C6C4C-940D-2D75-1241-868578D71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BFF04-CD0B-CDEE-131D-7AABE3BA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 fontScale="90000"/>
          </a:bodyPr>
          <a:lstStyle/>
          <a:p>
            <a:r>
              <a:rPr lang="es-CO" sz="3600" b="1" noProof="0" dirty="0"/>
              <a:t>Al encontrar los valores óptimos llegamos a una formula – El criterio de Kelly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8E02418-00F7-E7CD-E5A4-5106B99A4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9" y="2008027"/>
            <a:ext cx="4500857" cy="119237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9027AF3-1EB6-C499-CC17-5977FE868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670" y="4135256"/>
            <a:ext cx="7800658" cy="217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2331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5875B-68F0-B390-43F1-82B38557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Cual</a:t>
            </a:r>
            <a:r>
              <a:rPr lang="en-US" b="1" dirty="0"/>
              <a:t> es el </a:t>
            </a:r>
            <a:r>
              <a:rPr lang="en-US" b="1" dirty="0" err="1"/>
              <a:t>problema</a:t>
            </a:r>
            <a:r>
              <a:rPr lang="en-US" b="1" dirty="0"/>
              <a:t> con Kelly? El Riesgo de </a:t>
            </a:r>
            <a:r>
              <a:rPr lang="en-US" b="1" dirty="0" err="1"/>
              <a:t>quiebra</a:t>
            </a:r>
            <a:endParaRPr lang="en-US" b="1" dirty="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79D791AF-9B36-4B9C-D58C-A95546A70B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4949068"/>
              </p:ext>
            </p:extLst>
          </p:nvPr>
        </p:nvGraphicFramePr>
        <p:xfrm>
          <a:off x="172122" y="1499191"/>
          <a:ext cx="11790384" cy="4664925"/>
        </p:xfrm>
        <a:graphic>
          <a:graphicData uri="http://schemas.openxmlformats.org/drawingml/2006/table">
            <a:tbl>
              <a:tblPr/>
              <a:tblGrid>
                <a:gridCol w="693552">
                  <a:extLst>
                    <a:ext uri="{9D8B030D-6E8A-4147-A177-3AD203B41FA5}">
                      <a16:colId xmlns:a16="http://schemas.microsoft.com/office/drawing/2014/main" val="106315341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4166654834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3398484484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1426930943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2919030412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3549638893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392591902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773383852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2159205386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2728996391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3751131284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843985439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735378893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233667883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725950551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2752875084"/>
                    </a:ext>
                  </a:extLst>
                </a:gridCol>
                <a:gridCol w="693552">
                  <a:extLst>
                    <a:ext uri="{9D8B030D-6E8A-4147-A177-3AD203B41FA5}">
                      <a16:colId xmlns:a16="http://schemas.microsoft.com/office/drawing/2014/main" val="618363904"/>
                    </a:ext>
                  </a:extLst>
                </a:gridCol>
              </a:tblGrid>
              <a:tr h="172775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 Rate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Risk/Reward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965748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0.25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0.75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1.25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1.75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2.25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2.5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2.75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3.25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3.75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07252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73590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443543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227271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39804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383197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200986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B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218898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8E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E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717918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84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6.1%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7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464756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925751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6.2%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6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C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12.4%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4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15.1%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723681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10.4%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E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31563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20.2%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2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DDD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268732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16.2%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24.2%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25.4%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DA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660864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A5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28.1%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3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D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181187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27.2%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29.1%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A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33.1%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34.1%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3D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562270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29.2%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31.4%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33.2%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3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ED4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AD3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631290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17.2%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6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1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DD4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A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5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3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D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294860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2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32.4%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9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1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41.4%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4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CE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8CE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300865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3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6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37.1%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ED4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42.2%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D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CE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7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3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FCB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75533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8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33.4%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6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B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7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48.2%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52.4%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53.1%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9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3810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4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A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A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7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D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52.4%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4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F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EC6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399100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44.2%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D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3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55.2%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C5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9C5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60.1%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8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6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673200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3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D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8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59.6%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9C5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6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63.4%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C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002266"/>
                  </a:ext>
                </a:extLst>
              </a:tr>
              <a:tr h="172775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75.00%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3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F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4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C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6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62.5%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65.0%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C0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66.7%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7BF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67.9%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BF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68.3%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4BF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68.8%</a:t>
                      </a:r>
                    </a:p>
                  </a:txBody>
                  <a:tcPr marL="5987" marR="5987" marT="598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031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02249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B9A3-0BAB-EC83-462E-F1F14A19C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3EE590-9E2A-4F02-B597-BF4448FCB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11160123" cy="4462957"/>
          </a:xfrm>
        </p:spPr>
        <p:txBody>
          <a:bodyPr anchor="t">
            <a:normAutofit/>
          </a:bodyPr>
          <a:lstStyle/>
          <a:p>
            <a:pPr algn="ctr"/>
            <a:r>
              <a:rPr lang="es-CO" b="1" noProof="0" dirty="0"/>
              <a:t>Supongamos que tenemos L </a:t>
            </a:r>
            <a:r>
              <a:rPr lang="es-CO" b="1" noProof="0" dirty="0" err="1"/>
              <a:t>trades</a:t>
            </a:r>
            <a:r>
              <a:rPr lang="es-CO" b="1" noProof="0" dirty="0"/>
              <a:t> perdedores</a:t>
            </a:r>
          </a:p>
          <a:p>
            <a:pPr algn="ctr"/>
            <a:endParaRPr lang="es-CO" b="1" dirty="0"/>
          </a:p>
          <a:p>
            <a:pPr algn="ctr"/>
            <a:endParaRPr lang="es-CO" b="1" dirty="0"/>
          </a:p>
          <a:p>
            <a:pPr algn="ctr"/>
            <a:endParaRPr lang="es-CO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54B346-B0FE-F097-F7C8-0E2E0ECA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noProof="0" dirty="0"/>
              <a:t>Que pasa si tenemos varias perdidas consecutivas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D92F9B75-C07C-58EB-A7FA-CC0C9D2CF042}"/>
                  </a:ext>
                </a:extLst>
              </p:cNvPr>
              <p:cNvSpPr txBox="1"/>
              <p:nvPr/>
            </p:nvSpPr>
            <p:spPr>
              <a:xfrm>
                <a:off x="2528323" y="2286000"/>
                <a:ext cx="7135351" cy="421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∗…∗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d>
                        </m:e>
                        <m:sup>
                          <m:r>
                            <m:rPr>
                              <m:nor/>
                            </m:rPr>
                            <a:rPr lang="es-CO" sz="2400" b="1" i="0" dirty="0">
                              <a:solidFill>
                                <a:schemeClr val="accent5"/>
                              </a:solidFill>
                            </a:rPr>
                            <m:t>L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D92F9B75-C07C-58EB-A7FA-CC0C9D2CF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323" y="2286000"/>
                <a:ext cx="7135351" cy="4215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A02B4883-A8FB-A306-4B01-D36EA3E60D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7030710"/>
              </p:ext>
            </p:extLst>
          </p:nvPr>
        </p:nvGraphicFramePr>
        <p:xfrm>
          <a:off x="1429699" y="2893102"/>
          <a:ext cx="9332601" cy="36725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662691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8E25-6973-B1E1-C97B-EFD005E4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FC0A5-3BC8-2A77-30A1-9E6B45CC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 fontScale="90000"/>
          </a:bodyPr>
          <a:lstStyle/>
          <a:p>
            <a:r>
              <a:rPr lang="en-US" sz="3600" b="1" dirty="0" err="1"/>
              <a:t>Cual</a:t>
            </a:r>
            <a:r>
              <a:rPr lang="en-US" sz="3600" b="1" dirty="0"/>
              <a:t> es el </a:t>
            </a:r>
            <a:r>
              <a:rPr lang="en-US" sz="3600" b="1" dirty="0" err="1"/>
              <a:t>problema</a:t>
            </a:r>
            <a:r>
              <a:rPr lang="en-US" sz="3600" b="1" dirty="0"/>
              <a:t> con Kelly? </a:t>
            </a:r>
            <a:r>
              <a:rPr lang="en-US" sz="3600" b="1" dirty="0" err="1"/>
              <a:t>Asume</a:t>
            </a:r>
            <a:r>
              <a:rPr lang="en-US" sz="3600" b="1" dirty="0"/>
              <a:t> </a:t>
            </a:r>
            <a:r>
              <a:rPr lang="en-US" sz="3600" b="1" dirty="0" err="1"/>
              <a:t>que</a:t>
            </a:r>
            <a:r>
              <a:rPr lang="en-US" sz="3600" b="1" dirty="0"/>
              <a:t> </a:t>
            </a:r>
            <a:r>
              <a:rPr lang="en-US" sz="3600" b="1" dirty="0" err="1"/>
              <a:t>siempre</a:t>
            </a:r>
            <a:r>
              <a:rPr lang="en-US" sz="3600" b="1" dirty="0"/>
              <a:t> </a:t>
            </a:r>
            <a:r>
              <a:rPr lang="en-US" sz="3600" b="1" dirty="0" err="1"/>
              <a:t>recibimos</a:t>
            </a:r>
            <a:r>
              <a:rPr lang="en-US" sz="3600" b="1" dirty="0"/>
              <a:t> a y </a:t>
            </a:r>
            <a:r>
              <a:rPr lang="en-US" sz="3600" b="1" dirty="0" err="1"/>
              <a:t>perdemos</a:t>
            </a:r>
            <a:r>
              <a:rPr lang="en-US" sz="3600" b="1" dirty="0"/>
              <a:t> b</a:t>
            </a:r>
            <a:endParaRPr lang="es-CO" sz="3600" b="1" noProof="0" dirty="0"/>
          </a:p>
        </p:txBody>
      </p:sp>
      <p:pic>
        <p:nvPicPr>
          <p:cNvPr id="5" name="Imagen 4" descr="Monkey does not own selfie copyright, appeals court rules | CNN">
            <a:extLst>
              <a:ext uri="{FF2B5EF4-FFF2-40B4-BE49-F238E27FC236}">
                <a16:creationId xmlns:a16="http://schemas.microsoft.com/office/drawing/2014/main" id="{C0A68624-D12B-D026-885A-999CC7FCC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783" y="2394689"/>
            <a:ext cx="1036158" cy="899408"/>
          </a:xfrm>
          <a:prstGeom prst="rect">
            <a:avLst/>
          </a:prstGeom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151B572-3774-14F6-F212-F7A5540FF4D3}"/>
              </a:ext>
            </a:extLst>
          </p:cNvPr>
          <p:cNvCxnSpPr>
            <a:cxnSpLocks/>
          </p:cNvCxnSpPr>
          <p:nvPr/>
        </p:nvCxnSpPr>
        <p:spPr>
          <a:xfrm flipV="1">
            <a:off x="5581717" y="2545112"/>
            <a:ext cx="3390900" cy="1374775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8D303BF-7342-1094-AF91-4FE21E358F09}"/>
              </a:ext>
            </a:extLst>
          </p:cNvPr>
          <p:cNvCxnSpPr>
            <a:cxnSpLocks/>
          </p:cNvCxnSpPr>
          <p:nvPr/>
        </p:nvCxnSpPr>
        <p:spPr>
          <a:xfrm>
            <a:off x="5581717" y="3919887"/>
            <a:ext cx="3390900" cy="1311866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775A996-06DA-1DD6-809A-AA1DE844B57D}"/>
              </a:ext>
            </a:extLst>
          </p:cNvPr>
          <p:cNvSpPr/>
          <p:nvPr/>
        </p:nvSpPr>
        <p:spPr>
          <a:xfrm>
            <a:off x="1176890" y="1705520"/>
            <a:ext cx="2299766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Aca </a:t>
            </a:r>
            <a:r>
              <a:rPr lang="en-US" dirty="0" err="1">
                <a:solidFill>
                  <a:schemeClr val="accent5"/>
                </a:solidFill>
              </a:rPr>
              <a:t>estamos</a:t>
            </a:r>
            <a:r>
              <a:rPr lang="en-US" dirty="0">
                <a:solidFill>
                  <a:schemeClr val="accent5"/>
                </a:solidFill>
              </a:rPr>
              <a:t> nostros</a:t>
            </a:r>
          </a:p>
        </p:txBody>
      </p:sp>
      <p:pic>
        <p:nvPicPr>
          <p:cNvPr id="14" name="Imagen 13" descr="For These Monkeys, It's a Fight for Survival | National Geographic">
            <a:extLst>
              <a:ext uri="{FF2B5EF4-FFF2-40B4-BE49-F238E27FC236}">
                <a16:creationId xmlns:a16="http://schemas.microsoft.com/office/drawing/2014/main" id="{20A606D2-B8C3-04CC-7AED-F9D968B1A6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43" t="9568" r="9792"/>
          <a:stretch>
            <a:fillRect/>
          </a:stretch>
        </p:blipFill>
        <p:spPr>
          <a:xfrm>
            <a:off x="9664334" y="4739456"/>
            <a:ext cx="965681" cy="984593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9FD2F1AA-6DB2-5193-ECE8-659C36F56A80}"/>
              </a:ext>
            </a:extLst>
          </p:cNvPr>
          <p:cNvSpPr/>
          <p:nvPr/>
        </p:nvSpPr>
        <p:spPr>
          <a:xfrm rot="20409319">
            <a:off x="6207222" y="2833939"/>
            <a:ext cx="105948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P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4A2955-4569-E8AD-5BBB-39FB02EFFAF4}"/>
              </a:ext>
            </a:extLst>
          </p:cNvPr>
          <p:cNvSpPr/>
          <p:nvPr/>
        </p:nvSpPr>
        <p:spPr>
          <a:xfrm rot="1473567">
            <a:off x="6289773" y="4505525"/>
            <a:ext cx="105948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1-P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D74DEB6-6879-C180-CA75-262D706AC007}"/>
              </a:ext>
            </a:extLst>
          </p:cNvPr>
          <p:cNvSpPr/>
          <p:nvPr/>
        </p:nvSpPr>
        <p:spPr>
          <a:xfrm>
            <a:off x="743235" y="4615737"/>
            <a:ext cx="3123333" cy="17491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noProof="0" dirty="0">
                <a:solidFill>
                  <a:schemeClr val="accent5"/>
                </a:solidFill>
              </a:rPr>
              <a:t>Cuanto arriesgo en un </a:t>
            </a:r>
            <a:r>
              <a:rPr lang="es-CO" b="1" noProof="0" dirty="0" err="1">
                <a:solidFill>
                  <a:schemeClr val="accent5"/>
                </a:solidFill>
              </a:rPr>
              <a:t>trade</a:t>
            </a:r>
            <a:r>
              <a:rPr lang="es-CO" b="1" noProof="0" dirty="0">
                <a:solidFill>
                  <a:schemeClr val="accent5"/>
                </a:solidFill>
              </a:rPr>
              <a:t>?</a:t>
            </a:r>
          </a:p>
          <a:p>
            <a:pPr algn="ctr"/>
            <a:r>
              <a:rPr lang="es-CO" b="1" dirty="0">
                <a:solidFill>
                  <a:schemeClr val="accent5"/>
                </a:solidFill>
              </a:rPr>
              <a:t>f= un porcentaje de lo que tenemos</a:t>
            </a:r>
          </a:p>
          <a:p>
            <a:pPr algn="ctr"/>
            <a:r>
              <a:rPr lang="es-CO" b="1" noProof="0" dirty="0">
                <a:solidFill>
                  <a:schemeClr val="accent5"/>
                </a:solidFill>
              </a:rPr>
              <a:t>Ejemplo: </a:t>
            </a:r>
          </a:p>
          <a:p>
            <a:pPr algn="ctr"/>
            <a:r>
              <a:rPr lang="es-CO" b="1" dirty="0">
                <a:solidFill>
                  <a:schemeClr val="accent5"/>
                </a:solidFill>
              </a:rPr>
              <a:t>W0=10.000</a:t>
            </a:r>
          </a:p>
        </p:txBody>
      </p:sp>
      <p:pic>
        <p:nvPicPr>
          <p:cNvPr id="19" name="Imagen 18" descr="Thinking Monkey Free Stock Photo - Public Domain Pictures">
            <a:extLst>
              <a:ext uri="{FF2B5EF4-FFF2-40B4-BE49-F238E27FC236}">
                <a16:creationId xmlns:a16="http://schemas.microsoft.com/office/drawing/2014/main" id="{CF665E66-A0EF-481F-C814-709FC8683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059" y="2134531"/>
            <a:ext cx="1739687" cy="235237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CDCD513-B56E-DE8C-B912-33AE478AEB4D}"/>
              </a:ext>
            </a:extLst>
          </p:cNvPr>
          <p:cNvSpPr/>
          <p:nvPr/>
        </p:nvSpPr>
        <p:spPr>
          <a:xfrm>
            <a:off x="8856466" y="1781085"/>
            <a:ext cx="2581418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Ganamos</a:t>
            </a:r>
            <a:r>
              <a:rPr lang="en-US" dirty="0">
                <a:solidFill>
                  <a:schemeClr val="accent5"/>
                </a:solidFill>
              </a:rPr>
              <a:t> 2 </a:t>
            </a:r>
            <a:r>
              <a:rPr lang="en-US" dirty="0" err="1">
                <a:solidFill>
                  <a:schemeClr val="accent5"/>
                </a:solidFill>
              </a:rPr>
              <a:t>veces</a:t>
            </a:r>
            <a:r>
              <a:rPr lang="en-US" dirty="0">
                <a:solidFill>
                  <a:schemeClr val="accent5"/>
                </a:solidFill>
              </a:rPr>
              <a:t> lo </a:t>
            </a:r>
            <a:r>
              <a:rPr lang="en-US" dirty="0" err="1">
                <a:solidFill>
                  <a:schemeClr val="accent5"/>
                </a:solidFill>
              </a:rPr>
              <a:t>arriesgado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84EC290-1889-7B46-32BF-130DDAAA0B87}"/>
              </a:ext>
            </a:extLst>
          </p:cNvPr>
          <p:cNvSpPr/>
          <p:nvPr/>
        </p:nvSpPr>
        <p:spPr>
          <a:xfrm>
            <a:off x="3919994" y="3429000"/>
            <a:ext cx="1436234" cy="9511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Arriesgamos</a:t>
            </a:r>
            <a:r>
              <a:rPr lang="en-US" dirty="0">
                <a:solidFill>
                  <a:schemeClr val="accent5"/>
                </a:solidFill>
              </a:rPr>
              <a:t> 2.000, 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36CB71C-753D-6302-E2B7-30359B067A07}"/>
              </a:ext>
            </a:extLst>
          </p:cNvPr>
          <p:cNvSpPr/>
          <p:nvPr/>
        </p:nvSpPr>
        <p:spPr>
          <a:xfrm>
            <a:off x="8948153" y="4223214"/>
            <a:ext cx="2581418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Perdemos</a:t>
            </a:r>
            <a:r>
              <a:rPr lang="en-US" dirty="0">
                <a:solidFill>
                  <a:schemeClr val="accent5"/>
                </a:solidFill>
              </a:rPr>
              <a:t> lo </a:t>
            </a:r>
            <a:r>
              <a:rPr lang="en-US" dirty="0" err="1">
                <a:solidFill>
                  <a:schemeClr val="accent5"/>
                </a:solidFill>
              </a:rPr>
              <a:t>arriesgado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D12A4FF-9EC6-DB90-52F7-DEC0A400D365}"/>
              </a:ext>
            </a:extLst>
          </p:cNvPr>
          <p:cNvSpPr/>
          <p:nvPr/>
        </p:nvSpPr>
        <p:spPr>
          <a:xfrm>
            <a:off x="8856466" y="3437504"/>
            <a:ext cx="2581418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f+2*f+(1-f)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684635B-301E-ADFC-4FD1-444EF6269969}"/>
              </a:ext>
            </a:extLst>
          </p:cNvPr>
          <p:cNvSpPr/>
          <p:nvPr/>
        </p:nvSpPr>
        <p:spPr>
          <a:xfrm>
            <a:off x="8856466" y="5893469"/>
            <a:ext cx="2581418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f-f+(1-f)</a:t>
            </a:r>
          </a:p>
        </p:txBody>
      </p:sp>
    </p:spTree>
    <p:extLst>
      <p:ext uri="{BB962C8B-B14F-4D97-AF65-F5344CB8AC3E}">
        <p14:creationId xmlns:p14="http://schemas.microsoft.com/office/powerpoint/2010/main" val="40991594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AD8BF-A278-C050-C75C-F1FF3410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7E1F4-F12D-9417-381C-A2CC74BEE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 fontScale="90000"/>
          </a:bodyPr>
          <a:lstStyle/>
          <a:p>
            <a:r>
              <a:rPr lang="es-CO" sz="3600" b="1" noProof="0" dirty="0"/>
              <a:t>La solución a un </a:t>
            </a:r>
            <a:r>
              <a:rPr lang="es-CO" sz="3600" b="1" noProof="0" dirty="0" err="1"/>
              <a:t>path</a:t>
            </a:r>
            <a:r>
              <a:rPr lang="es-CO" sz="3600" b="1" noProof="0" dirty="0"/>
              <a:t> de retornos es el f optimo – Ralph Vince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06876D-381B-8A76-D293-B2E0841DF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1499191"/>
            <a:ext cx="6286319" cy="4665790"/>
          </a:xfrm>
          <a:prstGeom prst="rect">
            <a:avLst/>
          </a:prstGeom>
        </p:spPr>
      </p:pic>
      <p:pic>
        <p:nvPicPr>
          <p:cNvPr id="8" name="Imagen 7" descr="Thinking Monkey Free Stock Photo - Public Domain Pictures">
            <a:extLst>
              <a:ext uri="{FF2B5EF4-FFF2-40B4-BE49-F238E27FC236}">
                <a16:creationId xmlns:a16="http://schemas.microsoft.com/office/drawing/2014/main" id="{B754D384-DC59-7FED-1FD2-241EFC9F7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614" y="1782853"/>
            <a:ext cx="2084995" cy="2819291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BA1AC486-F6D3-758A-91EB-E6EE4A2E2F77}"/>
              </a:ext>
            </a:extLst>
          </p:cNvPr>
          <p:cNvSpPr/>
          <p:nvPr/>
        </p:nvSpPr>
        <p:spPr>
          <a:xfrm>
            <a:off x="7020006" y="4886091"/>
            <a:ext cx="4018107" cy="7811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ysClr val="windowText" lastClr="000000"/>
                </a:solidFill>
              </a:rPr>
              <a:t>Sufre</a:t>
            </a:r>
            <a:r>
              <a:rPr lang="en-US" b="1" dirty="0">
                <a:solidFill>
                  <a:sysClr val="windowText" lastClr="000000"/>
                </a:solidFill>
              </a:rPr>
              <a:t> del </a:t>
            </a:r>
            <a:r>
              <a:rPr lang="en-US" b="1" dirty="0" err="1">
                <a:solidFill>
                  <a:sysClr val="windowText" lastClr="000000"/>
                </a:solidFill>
              </a:rPr>
              <a:t>mismo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</a:rPr>
              <a:t>problema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  <a:r>
              <a:rPr lang="en-US" b="1" dirty="0" err="1">
                <a:solidFill>
                  <a:sysClr val="windowText" lastClr="000000"/>
                </a:solidFill>
              </a:rPr>
              <a:t>que</a:t>
            </a:r>
            <a:r>
              <a:rPr lang="en-US" b="1" dirty="0">
                <a:solidFill>
                  <a:sysClr val="windowText" lastClr="000000"/>
                </a:solidFill>
              </a:rPr>
              <a:t> Kelly!</a:t>
            </a:r>
          </a:p>
        </p:txBody>
      </p:sp>
    </p:spTree>
    <p:extLst>
      <p:ext uri="{BB962C8B-B14F-4D97-AF65-F5344CB8AC3E}">
        <p14:creationId xmlns:p14="http://schemas.microsoft.com/office/powerpoint/2010/main" val="18383787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1249-C9EE-7592-055C-76D4B0D46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3B79F-62DC-D53E-8109-00A58DE50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noProof="0" dirty="0"/>
              <a:t>La solución para el </a:t>
            </a:r>
            <a:r>
              <a:rPr lang="es-CO" sz="3600" b="1" noProof="0" dirty="0" err="1"/>
              <a:t>drawdown</a:t>
            </a:r>
            <a:r>
              <a:rPr lang="es-CO" sz="3600" b="1" noProof="0" dirty="0"/>
              <a:t> es limitar la perdida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E9DAD14-512B-07BA-9A87-AF46D581F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362" y="1499191"/>
            <a:ext cx="7037276" cy="502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7544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538B8-B94B-D467-EFE7-765BB39E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862C2-CD67-2BB4-3FAF-B9FD41F8C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/>
              <a:t>Como identificamos el </a:t>
            </a:r>
            <a:r>
              <a:rPr lang="es-CO" dirty="0" err="1"/>
              <a:t>risk</a:t>
            </a:r>
            <a:r>
              <a:rPr lang="es-CO" dirty="0"/>
              <a:t> </a:t>
            </a:r>
            <a:r>
              <a:rPr lang="es-CO" dirty="0" err="1"/>
              <a:t>reward</a:t>
            </a: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6992330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C641-B4D1-1FBE-2BBB-7D8A1A29B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50DB9-52DE-0AE1-5FC4-4E4ED0F43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noProof="0" dirty="0"/>
              <a:t>Ejemplo 1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B67F2D-F591-5C4E-10CA-DD62CDB1E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884" y="636518"/>
            <a:ext cx="5409874" cy="593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140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978D-6B5F-26A9-8C71-697F65FA4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891EF-B68E-6E3D-B8A5-48356C43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noProof="0" dirty="0"/>
              <a:t>Ejemplo 2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E2DA27-6959-68BF-10D7-34262DCCE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920" y="759971"/>
            <a:ext cx="6192295" cy="574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3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A4267-B246-E8AF-58F0-398171E8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F5975-F397-35BE-E847-06B06A154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noProof="0" dirty="0"/>
              <a:t>Ejemplo 3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30E9E25-2BBB-FFC4-BC83-2D79B03F5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860" y="854957"/>
            <a:ext cx="6087657" cy="591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657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8AD05-99B8-EC7F-7F37-BF82C8528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ECABB-3017-C7B5-12FC-8F785696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noProof="0" dirty="0"/>
              <a:t>Ejemplo 4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F02B7D-00D2-5ED3-983A-109987D8C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16" y="1499191"/>
            <a:ext cx="11339565" cy="524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120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40602-A3D0-86E8-084E-61A24552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5AFD9-3CEF-497F-E4C6-FF798E97B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dirty="0"/>
              <a:t>Ejemplo 5</a:t>
            </a:r>
            <a:endParaRPr lang="es-CO" sz="3600" b="1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8AC479-3ACF-7AA6-2B83-06E5E6BC9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23" y="1423185"/>
            <a:ext cx="11036439" cy="524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5586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5469F-9148-0AEC-6185-D231EF9FC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A56A3-B55F-0DA9-A8D9-4C92A94C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noProof="0" dirty="0"/>
              <a:t>Estrategia</a:t>
            </a:r>
            <a:r>
              <a:rPr lang="es-CO" dirty="0"/>
              <a:t> simple para iniciar</a:t>
            </a: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1124671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84E24-1E61-977D-13A5-26FF8DBE9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532A3-EEF0-9937-0B4B-1C9F008D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>
            <a:normAutofit/>
          </a:bodyPr>
          <a:lstStyle/>
          <a:p>
            <a:r>
              <a:rPr lang="es-CO" b="1" noProof="0" dirty="0"/>
              <a:t>Retomemos los 3 ejes: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64DE295-1A54-365F-C66A-02FEF1FD917B}"/>
              </a:ext>
            </a:extLst>
          </p:cNvPr>
          <p:cNvGraphicFramePr/>
          <p:nvPr/>
        </p:nvGraphicFramePr>
        <p:xfrm>
          <a:off x="812800" y="1796527"/>
          <a:ext cx="10863262" cy="4077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5845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61BBD-07B1-B2FB-0551-823317FA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52E23-31B7-764E-1EC8-77CCA0805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>
            <a:normAutofit/>
          </a:bodyPr>
          <a:lstStyle/>
          <a:p>
            <a:r>
              <a:rPr lang="es-CO" b="1" noProof="0" dirty="0"/>
              <a:t>1. Vamos a definir dos tipos de capital 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0CC29758-56EB-0FBA-8331-A0185A0916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3346865"/>
              </p:ext>
            </p:extLst>
          </p:nvPr>
        </p:nvGraphicFramePr>
        <p:xfrm>
          <a:off x="812800" y="1796527"/>
          <a:ext cx="10863262" cy="4077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94345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E9FA1-675A-4EEE-A27A-414C89599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86C53-86EC-BD74-C78B-EAAB2559C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>
            <a:normAutofit/>
          </a:bodyPr>
          <a:lstStyle/>
          <a:p>
            <a:r>
              <a:rPr lang="es-CO" b="1" noProof="0" dirty="0"/>
              <a:t>Cuanto vamos a arriesgar para no perder todo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9CFA057-40FB-457A-CBE7-4C9F99EA0E71}"/>
              </a:ext>
            </a:extLst>
          </p:cNvPr>
          <p:cNvGraphicFramePr/>
          <p:nvPr/>
        </p:nvGraphicFramePr>
        <p:xfrm>
          <a:off x="812800" y="1796527"/>
          <a:ext cx="10863262" cy="4077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40462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04AA-AE1E-2879-ECF5-27BDCB087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E4494-2421-B572-4DEE-19E2D77FB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noProof="0" dirty="0"/>
              <a:t>2. Las reglas para la administración de riesgo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C3ABEC-6C8B-FD52-A0D0-34AFE0019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85" y="4550734"/>
            <a:ext cx="11504168" cy="16109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s-CO" dirty="0"/>
          </a:p>
          <a:p>
            <a:pPr marL="457200" lvl="1" indent="0">
              <a:buNone/>
            </a:pPr>
            <a:r>
              <a:rPr lang="es-CO" b="1" dirty="0"/>
              <a:t>Acá la clave esta en el </a:t>
            </a:r>
            <a:r>
              <a:rPr lang="es-CO" b="1" dirty="0" err="1"/>
              <a:t>risk</a:t>
            </a:r>
            <a:r>
              <a:rPr lang="es-CO" b="1" dirty="0"/>
              <a:t> </a:t>
            </a:r>
            <a:r>
              <a:rPr lang="es-CO" b="1" dirty="0" err="1"/>
              <a:t>reward</a:t>
            </a:r>
            <a:r>
              <a:rPr lang="es-CO" b="1" dirty="0"/>
              <a:t>:</a:t>
            </a:r>
          </a:p>
          <a:p>
            <a:pPr lvl="1"/>
            <a:r>
              <a:rPr lang="es-CO" dirty="0"/>
              <a:t>Al tener un </a:t>
            </a:r>
            <a:r>
              <a:rPr lang="es-CO" dirty="0" err="1"/>
              <a:t>risk</a:t>
            </a:r>
            <a:r>
              <a:rPr lang="es-CO" dirty="0"/>
              <a:t> </a:t>
            </a:r>
            <a:r>
              <a:rPr lang="es-CO" dirty="0" err="1"/>
              <a:t>reward</a:t>
            </a:r>
            <a:r>
              <a:rPr lang="es-CO" dirty="0"/>
              <a:t> de 1:3 se pueden equivocar el 75% de los tardes para estar en cero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625E05A-39D0-4F1C-73AA-118D796302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8711505"/>
              </p:ext>
            </p:extLst>
          </p:nvPr>
        </p:nvGraphicFramePr>
        <p:xfrm>
          <a:off x="581247" y="1693392"/>
          <a:ext cx="11201142" cy="3117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71837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3276C38A-419B-D2E9-EFD5-F68FF95AE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179" y="2473220"/>
            <a:ext cx="7951641" cy="42696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01CA377-DE07-D3A7-91AB-F329B236CF30}"/>
                  </a:ext>
                </a:extLst>
              </p:cNvPr>
              <p:cNvSpPr txBox="1"/>
              <p:nvPr/>
            </p:nvSpPr>
            <p:spPr>
              <a:xfrm>
                <a:off x="651711" y="778888"/>
                <a:ext cx="5444289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0" i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Por </a:t>
                </a:r>
                <a:r>
                  <a:rPr lang="en-US" sz="2400" b="0" i="1" dirty="0" err="1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que</a:t>
                </a:r>
                <a:r>
                  <a:rPr lang="en-US" sz="2400" b="0" i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 es </a:t>
                </a:r>
                <a:r>
                  <a:rPr lang="en-US" sz="2400" b="0" i="1" dirty="0" err="1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importante</a:t>
                </a:r>
                <a:r>
                  <a:rPr lang="en-US" sz="2400" b="0" i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 el risk reward:</a:t>
                </a:r>
              </a:p>
              <a:p>
                <a:endParaRPr lang="en-US" sz="2400" b="0" i="1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400" b="1" i="1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𝒅𝒐𝒏𝒅𝒆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𝒔𝒊𝒆𝒎𝒑𝒓𝒆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𝒆𝒔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𝒏𝒆𝒈𝒂𝒕𝒊𝒗𝒐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i="1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01CA377-DE07-D3A7-91AB-F329B236C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11" y="778888"/>
                <a:ext cx="5444289" cy="1938992"/>
              </a:xfrm>
              <a:prstGeom prst="rect">
                <a:avLst/>
              </a:prstGeom>
              <a:blipFill>
                <a:blip r:embed="rId3"/>
                <a:stretch>
                  <a:fillRect t="-2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1BF3510-1D96-1ED7-2AE5-1CFE9DFC622B}"/>
                  </a:ext>
                </a:extLst>
              </p:cNvPr>
              <p:cNvSpPr txBox="1"/>
              <p:nvPr/>
            </p:nvSpPr>
            <p:spPr>
              <a:xfrm>
                <a:off x="8296175" y="897440"/>
                <a:ext cx="2642937" cy="1221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𝒅𝒆𝒔𝒑𝒆𝒋𝒂𝒎𝒐𝒔</m:t>
                      </m:r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</m:oMath>
                  </m:oMathPara>
                </a14:m>
                <a:endParaRPr lang="en-US" sz="2400" b="1" i="1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𝑟𝑟</m:t>
                          </m:r>
                          <m:r>
                            <a:rPr lang="en-US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1BF3510-1D96-1ED7-2AE5-1CFE9DFC6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175" y="897440"/>
                <a:ext cx="2642937" cy="1221040"/>
              </a:xfrm>
              <a:prstGeom prst="rect">
                <a:avLst/>
              </a:prstGeom>
              <a:blipFill>
                <a:blip r:embed="rId4"/>
                <a:stretch>
                  <a:fillRect l="-693" r="-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8B49F191-E7BB-DB13-CAFD-31EFA18335E6}"/>
              </a:ext>
            </a:extLst>
          </p:cNvPr>
          <p:cNvSpPr/>
          <p:nvPr/>
        </p:nvSpPr>
        <p:spPr>
          <a:xfrm>
            <a:off x="5842535" y="1279760"/>
            <a:ext cx="1872114" cy="51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637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84073-066E-7C4B-9849-83062BD8B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1244D-4468-0400-9594-AE6531618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>
            <a:normAutofit/>
          </a:bodyPr>
          <a:lstStyle/>
          <a:p>
            <a:r>
              <a:rPr lang="es-CO" b="1" noProof="0" dirty="0" err="1"/>
              <a:t>Com</a:t>
            </a:r>
            <a:r>
              <a:rPr lang="es-CO" b="1" dirty="0"/>
              <a:t>o preservar ganancias</a:t>
            </a:r>
            <a:endParaRPr lang="es-CO" b="1" noProof="0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23C6818-4B4E-1C37-712B-823AC31486B2}"/>
              </a:ext>
            </a:extLst>
          </p:cNvPr>
          <p:cNvGraphicFramePr/>
          <p:nvPr/>
        </p:nvGraphicFramePr>
        <p:xfrm>
          <a:off x="812800" y="1796527"/>
          <a:ext cx="10863262" cy="4077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53388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14B61-7284-8B1A-649D-44EE5913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B0E69-997D-B8D0-A332-AB4307BFE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dirty="0"/>
              <a:t>3. Rentabilidad consistente, cómo hacerlo?</a:t>
            </a:r>
            <a:endParaRPr lang="es-CO" b="1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E54EDA-34FB-59D3-4E22-FA3B3AA7B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11160124" cy="4462957"/>
          </a:xfrm>
        </p:spPr>
        <p:txBody>
          <a:bodyPr>
            <a:normAutofit/>
          </a:bodyPr>
          <a:lstStyle/>
          <a:p>
            <a:pPr lvl="1"/>
            <a:r>
              <a:rPr lang="es-CO" b="1" dirty="0"/>
              <a:t>Cada vez que se vuelva a positivo un </a:t>
            </a:r>
            <a:r>
              <a:rPr lang="es-CO" b="1" dirty="0" err="1"/>
              <a:t>trade</a:t>
            </a:r>
            <a:r>
              <a:rPr lang="es-CO" b="1" dirty="0"/>
              <a:t> se aparta el 50% de la ganancia del </a:t>
            </a:r>
            <a:r>
              <a:rPr lang="es-CO" b="1" dirty="0" err="1"/>
              <a:t>trade</a:t>
            </a:r>
            <a:endParaRPr lang="es-CO" b="1" dirty="0"/>
          </a:p>
          <a:p>
            <a:pPr lvl="1"/>
            <a:r>
              <a:rPr lang="es-CO" b="1" dirty="0"/>
              <a:t>Ejemplo 3% de riesgo: </a:t>
            </a:r>
          </a:p>
          <a:p>
            <a:pPr lvl="1"/>
            <a:endParaRPr lang="es-CO" b="1" dirty="0"/>
          </a:p>
          <a:p>
            <a:pPr marL="457200" lvl="1" indent="0">
              <a:buNone/>
            </a:pPr>
            <a:endParaRPr lang="es-CO" b="1" dirty="0"/>
          </a:p>
          <a:p>
            <a:pPr lvl="1"/>
            <a:endParaRPr lang="es-CO" b="1" dirty="0"/>
          </a:p>
          <a:p>
            <a:pPr lvl="1"/>
            <a:endParaRPr lang="es-CO" b="1" dirty="0"/>
          </a:p>
          <a:p>
            <a:pPr marL="457200" lvl="1" indent="0">
              <a:buNone/>
            </a:pPr>
            <a:endParaRPr lang="es-CO" b="1" dirty="0"/>
          </a:p>
          <a:p>
            <a:pPr marL="457200" lvl="1" indent="0">
              <a:buNone/>
            </a:pPr>
            <a:endParaRPr lang="es-CO" b="1" dirty="0"/>
          </a:p>
          <a:p>
            <a:pPr marL="457200" lvl="1" indent="0">
              <a:buNone/>
            </a:pPr>
            <a:endParaRPr lang="es-CO" b="1" dirty="0"/>
          </a:p>
          <a:p>
            <a:pPr marL="457200" lvl="1" indent="0">
              <a:buNone/>
            </a:pPr>
            <a:endParaRPr lang="es-CO" b="1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31093EE-EE96-EAC1-0549-1060CE5A22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664345"/>
              </p:ext>
            </p:extLst>
          </p:nvPr>
        </p:nvGraphicFramePr>
        <p:xfrm>
          <a:off x="581247" y="2395141"/>
          <a:ext cx="11201142" cy="3261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68758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AFC34-1FD7-B3BD-B479-C24EDB02E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080D4-2F87-9392-E858-9E7846433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758287"/>
            <a:ext cx="11160125" cy="855360"/>
          </a:xfrm>
        </p:spPr>
        <p:txBody>
          <a:bodyPr/>
          <a:lstStyle/>
          <a:p>
            <a:r>
              <a:rPr lang="es-CO" b="1" dirty="0"/>
              <a:t>4. Retornos superiores</a:t>
            </a:r>
            <a:endParaRPr lang="es-CO" b="1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E4A379-5EA8-83C6-765E-C5708184D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11160124" cy="4462957"/>
          </a:xfrm>
        </p:spPr>
        <p:txBody>
          <a:bodyPr>
            <a:normAutofit/>
          </a:bodyPr>
          <a:lstStyle/>
          <a:p>
            <a:pPr lvl="1"/>
            <a:r>
              <a:rPr lang="es-CO" dirty="0"/>
              <a:t>Para retornos superiores se arriesgo parte de las ganancias nunca el capital inicial</a:t>
            </a:r>
          </a:p>
          <a:p>
            <a:pPr lvl="1"/>
            <a:r>
              <a:rPr lang="es-CO" dirty="0"/>
              <a:t>Se puede definir nivel de ganancias y usar estructuras apalancadas (opciones, futuros, </a:t>
            </a:r>
            <a:r>
              <a:rPr lang="es-CO" dirty="0" err="1"/>
              <a:t>etc</a:t>
            </a:r>
            <a:r>
              <a:rPr lang="es-CO" dirty="0"/>
              <a:t>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79027D3-00F3-FEF3-8235-FD32D0834D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1198903"/>
              </p:ext>
            </p:extLst>
          </p:nvPr>
        </p:nvGraphicFramePr>
        <p:xfrm>
          <a:off x="515939" y="3144833"/>
          <a:ext cx="11201142" cy="3261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F4A64AC-44AD-4F3A-CE3A-CFA1F7C67FFC}"/>
              </a:ext>
            </a:extLst>
          </p:cNvPr>
          <p:cNvSpPr/>
          <p:nvPr/>
        </p:nvSpPr>
        <p:spPr>
          <a:xfrm>
            <a:off x="590367" y="5523614"/>
            <a:ext cx="11201142" cy="3030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156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EF3D-2931-779A-99B3-F694FA93E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7CFEA-CF71-3AF0-B1DD-5B4D810D2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noProof="0" dirty="0"/>
              <a:t>Ejemplo: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220C34-74C8-A84C-8B79-289886AA3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511" y="1268413"/>
            <a:ext cx="7702185" cy="4885018"/>
          </a:xfrm>
          <a:prstGeom prst="rect">
            <a:avLst/>
          </a:prstGeom>
        </p:spPr>
      </p:pic>
      <p:pic>
        <p:nvPicPr>
          <p:cNvPr id="7" name="Imagen 6" descr="Spencer Fane Supports Lhakpa Sherpa in 10th Summit of Mount Everest -  Spencer Fane">
            <a:extLst>
              <a:ext uri="{FF2B5EF4-FFF2-40B4-BE49-F238E27FC236}">
                <a16:creationId xmlns:a16="http://schemas.microsoft.com/office/drawing/2014/main" id="{853EE7AE-A3C8-CD6F-21A4-DBDC3D65C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62" y="2571103"/>
            <a:ext cx="3303724" cy="247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5736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74CA-8871-F9C3-CB90-E125BEFB2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7D692-D20B-F59B-DC6A-171EBD00D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noProof="0" dirty="0"/>
              <a:t>Conclusiones: </a:t>
            </a:r>
          </a:p>
        </p:txBody>
      </p:sp>
      <p:pic>
        <p:nvPicPr>
          <p:cNvPr id="3" name="Imagen 2" descr="Memes divertidos sobre subir montañas con amigos">
            <a:extLst>
              <a:ext uri="{FF2B5EF4-FFF2-40B4-BE49-F238E27FC236}">
                <a16:creationId xmlns:a16="http://schemas.microsoft.com/office/drawing/2014/main" id="{825AC4EB-022F-0ACF-D5C2-5350A8606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603" y="638071"/>
            <a:ext cx="3246182" cy="4575384"/>
          </a:xfrm>
          <a:prstGeom prst="rect">
            <a:avLst/>
          </a:prstGeom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4A8959D-12C4-D416-DE53-A0A8CA01C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40" y="1613647"/>
            <a:ext cx="6191336" cy="446295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CO" sz="2400" b="1" dirty="0"/>
              <a:t>Que cuento tan largo para decir: </a:t>
            </a:r>
          </a:p>
          <a:p>
            <a:pPr marL="514350" indent="-514350">
              <a:buFont typeface="+mj-lt"/>
              <a:buAutoNum type="arabicPeriod"/>
            </a:pPr>
            <a:r>
              <a:rPr lang="es-CO" sz="2400" dirty="0"/>
              <a:t>Una posición mas grande, tiene un mayor riesgo de ruina (el agua moja) </a:t>
            </a:r>
          </a:p>
          <a:p>
            <a:pPr marL="514350" indent="-514350">
              <a:buFont typeface="+mj-lt"/>
              <a:buAutoNum type="arabicPeriod"/>
            </a:pPr>
            <a:r>
              <a:rPr lang="es-CO" sz="2400" dirty="0"/>
              <a:t>Iniciar haciendo trading discrecional tiene baja probabilidad de éxito (</a:t>
            </a:r>
            <a:r>
              <a:rPr lang="es-CO" sz="2400" dirty="0" err="1"/>
              <a:t>win</a:t>
            </a:r>
            <a:r>
              <a:rPr lang="es-CO" sz="2400" dirty="0"/>
              <a:t> </a:t>
            </a:r>
            <a:r>
              <a:rPr lang="es-CO" sz="2400" dirty="0" err="1"/>
              <a:t>rate</a:t>
            </a:r>
            <a:r>
              <a:rPr lang="es-CO" sz="2400" dirty="0"/>
              <a:t>), por lo que buscar </a:t>
            </a:r>
            <a:r>
              <a:rPr lang="es-CO" sz="2400" dirty="0" err="1"/>
              <a:t>risk</a:t>
            </a:r>
            <a:r>
              <a:rPr lang="es-CO" sz="2400" dirty="0"/>
              <a:t> </a:t>
            </a:r>
            <a:r>
              <a:rPr lang="es-CO" sz="2400" dirty="0" err="1"/>
              <a:t>rewards</a:t>
            </a:r>
            <a:r>
              <a:rPr lang="es-CO" sz="2400" dirty="0"/>
              <a:t> altos permite ganar en el largo plazo </a:t>
            </a:r>
          </a:p>
          <a:p>
            <a:pPr marL="514350" indent="-514350">
              <a:buFont typeface="+mj-lt"/>
              <a:buAutoNum type="arabicPeriod"/>
            </a:pPr>
            <a:r>
              <a:rPr lang="es-CO" sz="2400" dirty="0"/>
              <a:t>Importante empezar con un </a:t>
            </a:r>
            <a:r>
              <a:rPr lang="es-CO" sz="2400" dirty="0" err="1"/>
              <a:t>sizing</a:t>
            </a:r>
            <a:r>
              <a:rPr lang="es-CO" sz="2400" dirty="0"/>
              <a:t> pequeño </a:t>
            </a:r>
          </a:p>
          <a:p>
            <a:pPr marL="514350" indent="-514350">
              <a:buFont typeface="+mj-lt"/>
              <a:buAutoNum type="arabicPeriod"/>
            </a:pPr>
            <a:r>
              <a:rPr lang="es-CO" sz="2400" dirty="0"/>
              <a:t>Kelly y F optimo permiten saber como tener el mejor </a:t>
            </a:r>
            <a:r>
              <a:rPr lang="es-CO" sz="2400" dirty="0" err="1"/>
              <a:t>size</a:t>
            </a:r>
            <a:r>
              <a:rPr lang="es-CO" sz="2400" dirty="0"/>
              <a:t> en su estrategias (pero necesita datos)</a:t>
            </a:r>
          </a:p>
          <a:p>
            <a:pPr marL="514350" indent="-514350">
              <a:buFont typeface="+mj-lt"/>
              <a:buAutoNum type="arabicPeriod"/>
            </a:pPr>
            <a:endParaRPr lang="es-CO" sz="2400" dirty="0"/>
          </a:p>
          <a:p>
            <a:pPr marL="0" indent="0">
              <a:buNone/>
            </a:pPr>
            <a:r>
              <a:rPr lang="es-CO" sz="2400" b="1" dirty="0"/>
              <a:t>La idea es durar lo suficiente para aprender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F11017C-AA7F-EA0F-D4CD-5B899FF8ABAA}"/>
              </a:ext>
            </a:extLst>
          </p:cNvPr>
          <p:cNvSpPr/>
          <p:nvPr/>
        </p:nvSpPr>
        <p:spPr>
          <a:xfrm>
            <a:off x="7475974" y="5390941"/>
            <a:ext cx="3396342" cy="8289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noProof="0">
                <a:solidFill>
                  <a:sysClr val="windowText" lastClr="000000"/>
                </a:solidFill>
              </a:rPr>
              <a:t>Yo convenciendo a mis amigos de aprender de </a:t>
            </a:r>
            <a:r>
              <a:rPr lang="es-CO" noProof="0" dirty="0" err="1">
                <a:solidFill>
                  <a:sysClr val="windowText" lastClr="000000"/>
                </a:solidFill>
              </a:rPr>
              <a:t>risk</a:t>
            </a:r>
            <a:r>
              <a:rPr lang="es-CO" noProof="0" dirty="0">
                <a:solidFill>
                  <a:sysClr val="windowText" lastClr="000000"/>
                </a:solidFill>
              </a:rPr>
              <a:t> </a:t>
            </a:r>
            <a:r>
              <a:rPr lang="es-CO" noProof="0" dirty="0" err="1">
                <a:solidFill>
                  <a:sysClr val="windowText" lastClr="000000"/>
                </a:solidFill>
              </a:rPr>
              <a:t>management</a:t>
            </a:r>
            <a:endParaRPr lang="es-CO" noProof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3161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4556-19DD-E7AD-D2EB-C829FFCE4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61488-FB54-8D90-3E5F-D4E4F20C1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/>
              <a:t>Anexos </a:t>
            </a:r>
            <a:r>
              <a:rPr lang="es-CO" dirty="0" err="1"/>
              <a:t>kelly</a:t>
            </a:r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6196286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07664E-89F7-186D-9005-7F79CE17F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9EA27-9F01-6ABA-5169-C772E3FC4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noProof="0" dirty="0"/>
              <a:t>Formalicemos como saber el valor optimo – </a:t>
            </a:r>
            <a:r>
              <a:rPr lang="es-CO" sz="3600" b="1" noProof="0" dirty="0" err="1"/>
              <a:t>Fixed</a:t>
            </a:r>
            <a:r>
              <a:rPr lang="es-CO" sz="3600" b="1" noProof="0" dirty="0"/>
              <a:t> Fraction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F95A6D7-AB24-3902-7114-3E8C1812C284}"/>
              </a:ext>
            </a:extLst>
          </p:cNvPr>
          <p:cNvCxnSpPr>
            <a:cxnSpLocks/>
          </p:cNvCxnSpPr>
          <p:nvPr/>
        </p:nvCxnSpPr>
        <p:spPr>
          <a:xfrm flipV="1">
            <a:off x="1312912" y="3140238"/>
            <a:ext cx="1261846" cy="511591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B0E65E0-F4B1-40CF-3C9A-95B5F7887665}"/>
              </a:ext>
            </a:extLst>
          </p:cNvPr>
          <p:cNvCxnSpPr>
            <a:cxnSpLocks/>
          </p:cNvCxnSpPr>
          <p:nvPr/>
        </p:nvCxnSpPr>
        <p:spPr>
          <a:xfrm>
            <a:off x="1312912" y="3651829"/>
            <a:ext cx="1330415" cy="60579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1E4F32-1774-C61D-28CC-D08C63268D93}"/>
              </a:ext>
            </a:extLst>
          </p:cNvPr>
          <p:cNvSpPr/>
          <p:nvPr/>
        </p:nvSpPr>
        <p:spPr>
          <a:xfrm rot="20409319">
            <a:off x="1307335" y="2943284"/>
            <a:ext cx="105948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P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2748730-22BE-413F-C4D4-F2C03DBBDBA8}"/>
              </a:ext>
            </a:extLst>
          </p:cNvPr>
          <p:cNvSpPr/>
          <p:nvPr/>
        </p:nvSpPr>
        <p:spPr>
          <a:xfrm>
            <a:off x="2369037" y="2816813"/>
            <a:ext cx="284785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Wf</a:t>
            </a:r>
            <a:r>
              <a:rPr lang="en-US" dirty="0">
                <a:solidFill>
                  <a:schemeClr val="accent5"/>
                </a:solidFill>
              </a:rPr>
              <a:t> = f+2*f+(1-f) =1+2f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56268FD-D696-1F3F-55CF-7E79DE990DDB}"/>
              </a:ext>
            </a:extLst>
          </p:cNvPr>
          <p:cNvSpPr/>
          <p:nvPr/>
        </p:nvSpPr>
        <p:spPr>
          <a:xfrm>
            <a:off x="2369037" y="4096708"/>
            <a:ext cx="2581418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Wf</a:t>
            </a:r>
            <a:r>
              <a:rPr lang="en-US" dirty="0">
                <a:solidFill>
                  <a:schemeClr val="accent5"/>
                </a:solidFill>
              </a:rPr>
              <a:t>=f-f+(1-f) = 1-f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CEB0C3E-7106-9F9C-C30D-56ADE4F46792}"/>
              </a:ext>
            </a:extLst>
          </p:cNvPr>
          <p:cNvSpPr/>
          <p:nvPr/>
        </p:nvSpPr>
        <p:spPr>
          <a:xfrm>
            <a:off x="-289140" y="3429000"/>
            <a:ext cx="2581418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W0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AE873CE-81F7-62E3-04F1-ED9026ADD7D0}"/>
              </a:ext>
            </a:extLst>
          </p:cNvPr>
          <p:cNvSpPr txBox="1"/>
          <p:nvPr/>
        </p:nvSpPr>
        <p:spPr>
          <a:xfrm rot="1905768">
            <a:off x="1274404" y="4031198"/>
            <a:ext cx="1147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5"/>
                </a:solidFill>
              </a:rPr>
              <a:t>1-P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35AFFC9-419F-AE58-A781-774F09E06BF3}"/>
              </a:ext>
            </a:extLst>
          </p:cNvPr>
          <p:cNvCxnSpPr>
            <a:cxnSpLocks/>
          </p:cNvCxnSpPr>
          <p:nvPr/>
        </p:nvCxnSpPr>
        <p:spPr>
          <a:xfrm flipV="1">
            <a:off x="4964956" y="2469678"/>
            <a:ext cx="1261846" cy="511591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3EE48FEB-5843-5384-56F2-2C55A5CACD0A}"/>
              </a:ext>
            </a:extLst>
          </p:cNvPr>
          <p:cNvCxnSpPr>
            <a:cxnSpLocks/>
          </p:cNvCxnSpPr>
          <p:nvPr/>
        </p:nvCxnSpPr>
        <p:spPr>
          <a:xfrm>
            <a:off x="4964956" y="2981269"/>
            <a:ext cx="1330415" cy="60579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8D3EEF3-C164-A997-B456-CBFC15D1EC95}"/>
              </a:ext>
            </a:extLst>
          </p:cNvPr>
          <p:cNvSpPr/>
          <p:nvPr/>
        </p:nvSpPr>
        <p:spPr>
          <a:xfrm rot="20409319">
            <a:off x="4959379" y="2272724"/>
            <a:ext cx="105948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P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FE4C9BE-E10D-AA1E-279F-0D74F95F0832}"/>
              </a:ext>
            </a:extLst>
          </p:cNvPr>
          <p:cNvSpPr txBox="1"/>
          <p:nvPr/>
        </p:nvSpPr>
        <p:spPr>
          <a:xfrm rot="1905768">
            <a:off x="4926448" y="3360638"/>
            <a:ext cx="1147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5"/>
                </a:solidFill>
              </a:rPr>
              <a:t>1-P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07AC5E0F-F739-7B8E-495E-877B2FF81846}"/>
              </a:ext>
            </a:extLst>
          </p:cNvPr>
          <p:cNvCxnSpPr>
            <a:cxnSpLocks/>
          </p:cNvCxnSpPr>
          <p:nvPr/>
        </p:nvCxnSpPr>
        <p:spPr>
          <a:xfrm flipV="1">
            <a:off x="4964956" y="3911878"/>
            <a:ext cx="1261846" cy="511591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E265AFC6-AC02-5E6A-4BDC-C85E3840169D}"/>
              </a:ext>
            </a:extLst>
          </p:cNvPr>
          <p:cNvCxnSpPr>
            <a:cxnSpLocks/>
          </p:cNvCxnSpPr>
          <p:nvPr/>
        </p:nvCxnSpPr>
        <p:spPr>
          <a:xfrm>
            <a:off x="4964956" y="4423469"/>
            <a:ext cx="1330415" cy="60579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6A84076-0DCD-38BB-8B52-ADB44F1E1605}"/>
              </a:ext>
            </a:extLst>
          </p:cNvPr>
          <p:cNvSpPr/>
          <p:nvPr/>
        </p:nvSpPr>
        <p:spPr>
          <a:xfrm rot="20409319">
            <a:off x="4959379" y="3714924"/>
            <a:ext cx="105948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P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46F3265-7017-BC3F-DF3F-14475F5B4D90}"/>
              </a:ext>
            </a:extLst>
          </p:cNvPr>
          <p:cNvSpPr txBox="1"/>
          <p:nvPr/>
        </p:nvSpPr>
        <p:spPr>
          <a:xfrm rot="1905768">
            <a:off x="4926448" y="4802838"/>
            <a:ext cx="1147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5"/>
                </a:solidFill>
              </a:rPr>
              <a:t>1-P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ED617700-FCD1-0AA8-FFDC-9C413CDA549C}"/>
              </a:ext>
            </a:extLst>
          </p:cNvPr>
          <p:cNvSpPr/>
          <p:nvPr/>
        </p:nvSpPr>
        <p:spPr>
          <a:xfrm>
            <a:off x="5919954" y="2222316"/>
            <a:ext cx="284785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Wf</a:t>
            </a:r>
            <a:r>
              <a:rPr lang="en-US" dirty="0">
                <a:solidFill>
                  <a:schemeClr val="accent5"/>
                </a:solidFill>
              </a:rPr>
              <a:t> = (1+2f)*(1+2f)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9980776F-A19D-574B-F548-FFD35B2C72E8}"/>
              </a:ext>
            </a:extLst>
          </p:cNvPr>
          <p:cNvSpPr/>
          <p:nvPr/>
        </p:nvSpPr>
        <p:spPr>
          <a:xfrm>
            <a:off x="5919954" y="3333140"/>
            <a:ext cx="284785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Wf</a:t>
            </a:r>
            <a:r>
              <a:rPr lang="en-US" dirty="0">
                <a:solidFill>
                  <a:schemeClr val="accent5"/>
                </a:solidFill>
              </a:rPr>
              <a:t> = (1+2f)*(1-f)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BBF056F7-7C68-1D9B-61C9-240F5BEC8C94}"/>
              </a:ext>
            </a:extLst>
          </p:cNvPr>
          <p:cNvSpPr/>
          <p:nvPr/>
        </p:nvSpPr>
        <p:spPr>
          <a:xfrm>
            <a:off x="5919954" y="3711149"/>
            <a:ext cx="284785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Wf</a:t>
            </a:r>
            <a:r>
              <a:rPr lang="en-US" dirty="0">
                <a:solidFill>
                  <a:schemeClr val="accent5"/>
                </a:solidFill>
              </a:rPr>
              <a:t> = (1-f)*(1+2f)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877DE813-6CE1-ADB7-CA4C-94CE5A2BA03B}"/>
              </a:ext>
            </a:extLst>
          </p:cNvPr>
          <p:cNvSpPr/>
          <p:nvPr/>
        </p:nvSpPr>
        <p:spPr>
          <a:xfrm>
            <a:off x="5919954" y="4806437"/>
            <a:ext cx="284785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Wf</a:t>
            </a:r>
            <a:r>
              <a:rPr lang="en-US" dirty="0">
                <a:solidFill>
                  <a:schemeClr val="accent5"/>
                </a:solidFill>
              </a:rPr>
              <a:t> = (1-f)*(1-f)</a:t>
            </a:r>
          </a:p>
        </p:txBody>
      </p:sp>
    </p:spTree>
    <p:extLst>
      <p:ext uri="{BB962C8B-B14F-4D97-AF65-F5344CB8AC3E}">
        <p14:creationId xmlns:p14="http://schemas.microsoft.com/office/powerpoint/2010/main" val="34432563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7A1D07D-B5F7-88C9-87BA-DD8C64AD4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6FB6B-CC6E-5564-2088-EAC602E3A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noProof="0" dirty="0"/>
              <a:t>Formalicemos como saber el valor optimo – </a:t>
            </a:r>
            <a:r>
              <a:rPr lang="es-CO" sz="3600" b="1" noProof="0" dirty="0" err="1"/>
              <a:t>Fixed</a:t>
            </a:r>
            <a:r>
              <a:rPr lang="es-CO" sz="3600" b="1" noProof="0" dirty="0"/>
              <a:t> Fraction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3D12BFF-9920-6555-4321-E6E90D1EFAA3}"/>
              </a:ext>
            </a:extLst>
          </p:cNvPr>
          <p:cNvCxnSpPr>
            <a:cxnSpLocks/>
          </p:cNvCxnSpPr>
          <p:nvPr/>
        </p:nvCxnSpPr>
        <p:spPr>
          <a:xfrm flipV="1">
            <a:off x="1312912" y="3140238"/>
            <a:ext cx="1261846" cy="511591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CE57707-6EF7-85E8-5C84-21E95CDF4C76}"/>
              </a:ext>
            </a:extLst>
          </p:cNvPr>
          <p:cNvCxnSpPr>
            <a:cxnSpLocks/>
          </p:cNvCxnSpPr>
          <p:nvPr/>
        </p:nvCxnSpPr>
        <p:spPr>
          <a:xfrm>
            <a:off x="1312912" y="3651829"/>
            <a:ext cx="1330415" cy="60579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C90E049-EAF4-A8E9-49F6-402748360C98}"/>
              </a:ext>
            </a:extLst>
          </p:cNvPr>
          <p:cNvSpPr/>
          <p:nvPr/>
        </p:nvSpPr>
        <p:spPr>
          <a:xfrm rot="20409319">
            <a:off x="1307335" y="2943284"/>
            <a:ext cx="105948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P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A22716D-FD8B-CA09-B239-EB94D3E89334}"/>
              </a:ext>
            </a:extLst>
          </p:cNvPr>
          <p:cNvSpPr/>
          <p:nvPr/>
        </p:nvSpPr>
        <p:spPr>
          <a:xfrm>
            <a:off x="2369037" y="2816813"/>
            <a:ext cx="284785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Wf</a:t>
            </a:r>
            <a:r>
              <a:rPr lang="en-US" dirty="0">
                <a:solidFill>
                  <a:schemeClr val="accent5"/>
                </a:solidFill>
              </a:rPr>
              <a:t> = 1+2f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840DA2A-FB16-4B87-9C41-065B76337DE6}"/>
              </a:ext>
            </a:extLst>
          </p:cNvPr>
          <p:cNvSpPr/>
          <p:nvPr/>
        </p:nvSpPr>
        <p:spPr>
          <a:xfrm>
            <a:off x="2369037" y="4096708"/>
            <a:ext cx="2581418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Wf</a:t>
            </a:r>
            <a:r>
              <a:rPr lang="en-US" dirty="0">
                <a:solidFill>
                  <a:schemeClr val="accent5"/>
                </a:solidFill>
              </a:rPr>
              <a:t>=1-f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16419B5-9D6A-AEA8-8190-3EE52B0004C6}"/>
              </a:ext>
            </a:extLst>
          </p:cNvPr>
          <p:cNvSpPr/>
          <p:nvPr/>
        </p:nvSpPr>
        <p:spPr>
          <a:xfrm>
            <a:off x="-289140" y="3429000"/>
            <a:ext cx="2581418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W0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574C017-3B79-F6F9-5FA9-DC7A4C21B1CD}"/>
              </a:ext>
            </a:extLst>
          </p:cNvPr>
          <p:cNvSpPr txBox="1"/>
          <p:nvPr/>
        </p:nvSpPr>
        <p:spPr>
          <a:xfrm rot="1905768">
            <a:off x="1274404" y="4031198"/>
            <a:ext cx="1147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5"/>
                </a:solidFill>
              </a:rPr>
              <a:t>1-P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45C14E80-0102-2F9C-64B4-FFC8F50D6CAF}"/>
              </a:ext>
            </a:extLst>
          </p:cNvPr>
          <p:cNvCxnSpPr>
            <a:cxnSpLocks/>
          </p:cNvCxnSpPr>
          <p:nvPr/>
        </p:nvCxnSpPr>
        <p:spPr>
          <a:xfrm flipV="1">
            <a:off x="4373002" y="2469678"/>
            <a:ext cx="1261846" cy="511591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9373687-0404-466F-E700-67E423956265}"/>
              </a:ext>
            </a:extLst>
          </p:cNvPr>
          <p:cNvCxnSpPr>
            <a:cxnSpLocks/>
          </p:cNvCxnSpPr>
          <p:nvPr/>
        </p:nvCxnSpPr>
        <p:spPr>
          <a:xfrm>
            <a:off x="4373002" y="2981269"/>
            <a:ext cx="1330415" cy="60579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C6832E0-39C4-E98C-7D49-048E2DA0B35E}"/>
              </a:ext>
            </a:extLst>
          </p:cNvPr>
          <p:cNvSpPr/>
          <p:nvPr/>
        </p:nvSpPr>
        <p:spPr>
          <a:xfrm rot="20409319">
            <a:off x="4367425" y="2272724"/>
            <a:ext cx="105948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P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ED5D23E-F598-2D11-5789-F4CC7231B4BF}"/>
              </a:ext>
            </a:extLst>
          </p:cNvPr>
          <p:cNvSpPr txBox="1"/>
          <p:nvPr/>
        </p:nvSpPr>
        <p:spPr>
          <a:xfrm rot="1905768">
            <a:off x="4334494" y="3360638"/>
            <a:ext cx="1147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5"/>
                </a:solidFill>
              </a:rPr>
              <a:t>1-P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5137938-B57F-4F44-77EA-FACF44ABC0D5}"/>
              </a:ext>
            </a:extLst>
          </p:cNvPr>
          <p:cNvCxnSpPr>
            <a:cxnSpLocks/>
          </p:cNvCxnSpPr>
          <p:nvPr/>
        </p:nvCxnSpPr>
        <p:spPr>
          <a:xfrm flipV="1">
            <a:off x="4373002" y="3911878"/>
            <a:ext cx="1261846" cy="511591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A93F0FE6-620A-8F17-B0C2-40924F3032DA}"/>
              </a:ext>
            </a:extLst>
          </p:cNvPr>
          <p:cNvCxnSpPr>
            <a:cxnSpLocks/>
          </p:cNvCxnSpPr>
          <p:nvPr/>
        </p:nvCxnSpPr>
        <p:spPr>
          <a:xfrm>
            <a:off x="4373002" y="4423469"/>
            <a:ext cx="1330415" cy="605797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6C31D52-57E8-754B-D68E-2C3C498ABF33}"/>
              </a:ext>
            </a:extLst>
          </p:cNvPr>
          <p:cNvSpPr/>
          <p:nvPr/>
        </p:nvSpPr>
        <p:spPr>
          <a:xfrm rot="20409319">
            <a:off x="4367425" y="3714924"/>
            <a:ext cx="105948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P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411D391-2324-9515-423F-16945C366100}"/>
              </a:ext>
            </a:extLst>
          </p:cNvPr>
          <p:cNvSpPr txBox="1"/>
          <p:nvPr/>
        </p:nvSpPr>
        <p:spPr>
          <a:xfrm rot="1905768">
            <a:off x="4334494" y="4802838"/>
            <a:ext cx="1147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5"/>
                </a:solidFill>
              </a:rPr>
              <a:t>1-P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F13E9BA-0AD4-1A5D-C390-908F1D7B57D8}"/>
              </a:ext>
            </a:extLst>
          </p:cNvPr>
          <p:cNvSpPr/>
          <p:nvPr/>
        </p:nvSpPr>
        <p:spPr>
          <a:xfrm>
            <a:off x="5328000" y="2222316"/>
            <a:ext cx="284785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Wf</a:t>
            </a:r>
            <a:r>
              <a:rPr lang="en-US" dirty="0">
                <a:solidFill>
                  <a:schemeClr val="accent5"/>
                </a:solidFill>
              </a:rPr>
              <a:t> = (1+2f)*(1+2f)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430212B-1E23-24BA-40B1-6D7F0A5F9FFD}"/>
              </a:ext>
            </a:extLst>
          </p:cNvPr>
          <p:cNvSpPr/>
          <p:nvPr/>
        </p:nvSpPr>
        <p:spPr>
          <a:xfrm>
            <a:off x="5328000" y="3333140"/>
            <a:ext cx="284785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Wf</a:t>
            </a:r>
            <a:r>
              <a:rPr lang="en-US" dirty="0">
                <a:solidFill>
                  <a:schemeClr val="accent5"/>
                </a:solidFill>
              </a:rPr>
              <a:t> = (1+2f)*(1-f)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EAA07D6-8F20-4AAD-60F0-B889F84A6D54}"/>
              </a:ext>
            </a:extLst>
          </p:cNvPr>
          <p:cNvSpPr/>
          <p:nvPr/>
        </p:nvSpPr>
        <p:spPr>
          <a:xfrm>
            <a:off x="5328000" y="3711149"/>
            <a:ext cx="284785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Wf</a:t>
            </a:r>
            <a:r>
              <a:rPr lang="en-US" dirty="0">
                <a:solidFill>
                  <a:schemeClr val="accent5"/>
                </a:solidFill>
              </a:rPr>
              <a:t> = (1-f)*(1+2f)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378F3CA8-DBCB-8B1F-FC10-EC72753310F4}"/>
              </a:ext>
            </a:extLst>
          </p:cNvPr>
          <p:cNvSpPr/>
          <p:nvPr/>
        </p:nvSpPr>
        <p:spPr>
          <a:xfrm>
            <a:off x="5328000" y="4806437"/>
            <a:ext cx="2847855" cy="4456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5"/>
                </a:solidFill>
              </a:rPr>
              <a:t>Wf</a:t>
            </a:r>
            <a:r>
              <a:rPr lang="en-US" dirty="0">
                <a:solidFill>
                  <a:schemeClr val="accent5"/>
                </a:solidFill>
              </a:rPr>
              <a:t> = (1-f)*(1-f)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A6FC086F-4E09-FA57-0A13-178679017266}"/>
              </a:ext>
            </a:extLst>
          </p:cNvPr>
          <p:cNvCxnSpPr/>
          <p:nvPr/>
        </p:nvCxnSpPr>
        <p:spPr>
          <a:xfrm>
            <a:off x="7672935" y="2454442"/>
            <a:ext cx="1005840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29DDB374-5029-030E-327A-E17FE88247EB}"/>
              </a:ext>
            </a:extLst>
          </p:cNvPr>
          <p:cNvCxnSpPr/>
          <p:nvPr/>
        </p:nvCxnSpPr>
        <p:spPr>
          <a:xfrm>
            <a:off x="7672935" y="3496377"/>
            <a:ext cx="1005840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6AF769F-7CD7-95C2-D392-E9FCAC191211}"/>
              </a:ext>
            </a:extLst>
          </p:cNvPr>
          <p:cNvCxnSpPr/>
          <p:nvPr/>
        </p:nvCxnSpPr>
        <p:spPr>
          <a:xfrm>
            <a:off x="7639247" y="3753218"/>
            <a:ext cx="1005840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2203259-4F9F-4D92-86B6-D98D0C492A89}"/>
              </a:ext>
            </a:extLst>
          </p:cNvPr>
          <p:cNvCxnSpPr/>
          <p:nvPr/>
        </p:nvCxnSpPr>
        <p:spPr>
          <a:xfrm>
            <a:off x="7672935" y="5087341"/>
            <a:ext cx="1005840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7299246-EB91-F574-7B51-D3F1F29C59B3}"/>
              </a:ext>
            </a:extLst>
          </p:cNvPr>
          <p:cNvCxnSpPr/>
          <p:nvPr/>
        </p:nvCxnSpPr>
        <p:spPr>
          <a:xfrm>
            <a:off x="7672935" y="2735351"/>
            <a:ext cx="1005840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B13FDDE-BBA5-F73E-A95A-A524CFF2CACD}"/>
              </a:ext>
            </a:extLst>
          </p:cNvPr>
          <p:cNvCxnSpPr/>
          <p:nvPr/>
        </p:nvCxnSpPr>
        <p:spPr>
          <a:xfrm>
            <a:off x="7672935" y="3048646"/>
            <a:ext cx="1005840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E12414D-D754-E8C0-5366-B25C6F38E65E}"/>
              </a:ext>
            </a:extLst>
          </p:cNvPr>
          <p:cNvCxnSpPr/>
          <p:nvPr/>
        </p:nvCxnSpPr>
        <p:spPr>
          <a:xfrm>
            <a:off x="7639247" y="4017913"/>
            <a:ext cx="1005840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DA086C30-A072-395C-61ED-7AD62A91F290}"/>
              </a:ext>
            </a:extLst>
          </p:cNvPr>
          <p:cNvCxnSpPr/>
          <p:nvPr/>
        </p:nvCxnSpPr>
        <p:spPr>
          <a:xfrm>
            <a:off x="7639247" y="4164085"/>
            <a:ext cx="1005840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1A53AEEB-4A84-8AAD-8DF7-513DD8D66638}"/>
              </a:ext>
            </a:extLst>
          </p:cNvPr>
          <p:cNvCxnSpPr/>
          <p:nvPr/>
        </p:nvCxnSpPr>
        <p:spPr>
          <a:xfrm>
            <a:off x="7639247" y="4325003"/>
            <a:ext cx="1005840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E72073D-6A8F-125A-1E6F-87CF7700D96A}"/>
              </a:ext>
            </a:extLst>
          </p:cNvPr>
          <p:cNvCxnSpPr/>
          <p:nvPr/>
        </p:nvCxnSpPr>
        <p:spPr>
          <a:xfrm>
            <a:off x="7639247" y="4546073"/>
            <a:ext cx="1005840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9D98F545-8C1C-338B-86F2-D32C71EBBB87}"/>
              </a:ext>
            </a:extLst>
          </p:cNvPr>
          <p:cNvCxnSpPr/>
          <p:nvPr/>
        </p:nvCxnSpPr>
        <p:spPr>
          <a:xfrm>
            <a:off x="7639247" y="4702005"/>
            <a:ext cx="1005840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54EFA220-33A1-3E93-D79C-13921691BECE}"/>
              </a:ext>
            </a:extLst>
          </p:cNvPr>
          <p:cNvCxnSpPr/>
          <p:nvPr/>
        </p:nvCxnSpPr>
        <p:spPr>
          <a:xfrm>
            <a:off x="7639247" y="4845002"/>
            <a:ext cx="1005840" cy="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C0CD91D-AB16-1F91-BC36-B6A1A8027E8A}"/>
                  </a:ext>
                </a:extLst>
              </p:cNvPr>
              <p:cNvSpPr txBox="1"/>
              <p:nvPr/>
            </p:nvSpPr>
            <p:spPr>
              <a:xfrm>
                <a:off x="9300933" y="2187096"/>
                <a:ext cx="18925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(1+2∗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C0CD91D-AB16-1F91-BC36-B6A1A8027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0933" y="2187096"/>
                <a:ext cx="1892506" cy="276999"/>
              </a:xfrm>
              <a:prstGeom prst="rect">
                <a:avLst/>
              </a:prstGeom>
              <a:blipFill>
                <a:blip r:embed="rId2"/>
                <a:stretch>
                  <a:fillRect l="-2581" t="-2222" r="-323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313FB0DD-2B46-2D76-3769-5588115FC657}"/>
                  </a:ext>
                </a:extLst>
              </p:cNvPr>
              <p:cNvSpPr txBox="1"/>
              <p:nvPr/>
            </p:nvSpPr>
            <p:spPr>
              <a:xfrm>
                <a:off x="8805231" y="3448566"/>
                <a:ext cx="30566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(1+2∗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313FB0DD-2B46-2D76-3769-5588115FC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231" y="3448566"/>
                <a:ext cx="3056606" cy="276999"/>
              </a:xfrm>
              <a:prstGeom prst="rect">
                <a:avLst/>
              </a:prstGeom>
              <a:blipFill>
                <a:blip r:embed="rId3"/>
                <a:stretch>
                  <a:fillRect l="-1195" t="-444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72785A6-E900-48EC-666F-D580913D091B}"/>
                  </a:ext>
                </a:extLst>
              </p:cNvPr>
              <p:cNvSpPr txBox="1"/>
              <p:nvPr/>
            </p:nvSpPr>
            <p:spPr>
              <a:xfrm>
                <a:off x="9300933" y="4987532"/>
                <a:ext cx="15531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72785A6-E900-48EC-666F-D580913D0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0933" y="4987532"/>
                <a:ext cx="1553117" cy="276999"/>
              </a:xfrm>
              <a:prstGeom prst="rect">
                <a:avLst/>
              </a:prstGeom>
              <a:blipFill>
                <a:blip r:embed="rId4"/>
                <a:stretch>
                  <a:fillRect l="-3529" t="-2174" r="-392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A11C2E25-0BF1-6366-E537-CE3EC13C7B6C}"/>
                  </a:ext>
                </a:extLst>
              </p:cNvPr>
              <p:cNvSpPr txBox="1"/>
              <p:nvPr/>
            </p:nvSpPr>
            <p:spPr>
              <a:xfrm>
                <a:off x="8753935" y="3911878"/>
                <a:ext cx="31079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 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(1+2∗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A11C2E25-0BF1-6366-E537-CE3EC13C7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935" y="3911878"/>
                <a:ext cx="3107902" cy="276999"/>
              </a:xfrm>
              <a:prstGeom prst="rect">
                <a:avLst/>
              </a:prstGeom>
              <a:blipFill>
                <a:blip r:embed="rId5"/>
                <a:stretch>
                  <a:fillRect l="-1176" t="-4444" r="-196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356925E2-81AB-C23B-C828-25EE11FC69D9}"/>
                  </a:ext>
                </a:extLst>
              </p:cNvPr>
              <p:cNvSpPr txBox="1"/>
              <p:nvPr/>
            </p:nvSpPr>
            <p:spPr>
              <a:xfrm>
                <a:off x="3868137" y="5740130"/>
                <a:ext cx="4307718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</m:sSup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356925E2-81AB-C23B-C828-25EE11FC6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137" y="5740130"/>
                <a:ext cx="4307718" cy="375872"/>
              </a:xfrm>
              <a:prstGeom prst="rect">
                <a:avLst/>
              </a:prstGeom>
              <a:blipFill>
                <a:blip r:embed="rId6"/>
                <a:stretch>
                  <a:fillRect l="-1275" t="-3279" r="-425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988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86E083-B7EE-B257-3E65-B8D0E246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372C27-019D-B93D-A9C5-2923FCD2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11160123" cy="4462957"/>
          </a:xfrm>
        </p:spPr>
        <p:txBody>
          <a:bodyPr anchor="t">
            <a:normAutofit/>
          </a:bodyPr>
          <a:lstStyle/>
          <a:p>
            <a:pPr algn="ctr"/>
            <a:r>
              <a:rPr lang="es-CO" b="1" noProof="0" dirty="0"/>
              <a:t>Ahora queremos buscar la tasa de crecimiento promedio de todos los N intentos</a:t>
            </a:r>
          </a:p>
          <a:p>
            <a:pPr algn="ctr"/>
            <a:endParaRPr lang="es-CO" b="1" dirty="0"/>
          </a:p>
          <a:p>
            <a:pPr algn="ctr"/>
            <a:endParaRPr lang="es-CO" b="1" dirty="0"/>
          </a:p>
          <a:p>
            <a:pPr algn="ctr"/>
            <a:endParaRPr lang="es-CO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FE32D6-6CCC-E829-2955-BC1D38D1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/>
          </a:bodyPr>
          <a:lstStyle/>
          <a:p>
            <a:r>
              <a:rPr lang="es-CO" sz="3600" b="1" noProof="0" dirty="0"/>
              <a:t>Formalicemos como saber el valor optimo – </a:t>
            </a:r>
            <a:r>
              <a:rPr lang="es-CO" sz="3600" b="1" noProof="0" dirty="0" err="1"/>
              <a:t>Fixed</a:t>
            </a:r>
            <a:r>
              <a:rPr lang="es-CO" sz="3600" b="1" noProof="0" dirty="0"/>
              <a:t> Fraction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D3AA9C53-1684-AB6E-964E-7629C90BD915}"/>
                  </a:ext>
                </a:extLst>
              </p:cNvPr>
              <p:cNvSpPr txBox="1"/>
              <p:nvPr/>
            </p:nvSpPr>
            <p:spPr>
              <a:xfrm>
                <a:off x="2850206" y="2682551"/>
                <a:ext cx="6491585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</m:d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</m:sSup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D3AA9C53-1684-AB6E-964E-7629C90BD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206" y="2682551"/>
                <a:ext cx="6491585" cy="375872"/>
              </a:xfrm>
              <a:prstGeom prst="rect">
                <a:avLst/>
              </a:prstGeom>
              <a:blipFill>
                <a:blip r:embed="rId2"/>
                <a:stretch>
                  <a:fillRect l="-658" t="-3226" r="-188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0DD17C37-5202-9767-D0AF-69D998F27F44}"/>
                  </a:ext>
                </a:extLst>
              </p:cNvPr>
              <p:cNvSpPr txBox="1"/>
              <p:nvPr/>
            </p:nvSpPr>
            <p:spPr>
              <a:xfrm>
                <a:off x="3586498" y="3673832"/>
                <a:ext cx="5019003" cy="375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</m:d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</m:sSup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0DD17C37-5202-9767-D0AF-69D998F27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498" y="3673832"/>
                <a:ext cx="5019003" cy="375872"/>
              </a:xfrm>
              <a:prstGeom prst="rect">
                <a:avLst/>
              </a:prstGeom>
              <a:blipFill>
                <a:blip r:embed="rId3"/>
                <a:stretch>
                  <a:fillRect t="-3279" r="-121"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BE1AF3AC-2685-A82B-F986-FE35B50F232B}"/>
                  </a:ext>
                </a:extLst>
              </p:cNvPr>
              <p:cNvSpPr txBox="1"/>
              <p:nvPr/>
            </p:nvSpPr>
            <p:spPr>
              <a:xfrm>
                <a:off x="3270675" y="4499346"/>
                <a:ext cx="5650649" cy="384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</m:sSup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BE1AF3AC-2685-A82B-F986-FE35B50F2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675" y="4499346"/>
                <a:ext cx="5650649" cy="384657"/>
              </a:xfrm>
              <a:prstGeom prst="rect">
                <a:avLst/>
              </a:prstGeom>
              <a:blipFill>
                <a:blip r:embed="rId4"/>
                <a:stretch>
                  <a:fillRect t="-4762" r="-324" b="-34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349E7303-40C7-BC42-90BF-28F3EC96A55E}"/>
                  </a:ext>
                </a:extLst>
              </p:cNvPr>
              <p:cNvSpPr txBox="1"/>
              <p:nvPr/>
            </p:nvSpPr>
            <p:spPr>
              <a:xfrm>
                <a:off x="3270675" y="5485389"/>
                <a:ext cx="4829912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sup>
                      </m:sSup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349E7303-40C7-BC42-90BF-28F3EC96A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675" y="5485389"/>
                <a:ext cx="4829912" cy="377667"/>
              </a:xfrm>
              <a:prstGeom prst="rect">
                <a:avLst/>
              </a:prstGeom>
              <a:blipFill>
                <a:blip r:embed="rId5"/>
                <a:stretch>
                  <a:fillRect t="-1613" r="-253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9199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565FC4-294E-29B0-2D3A-A83A63863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D63558-C0B2-FD7D-6AC8-064EC29C1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9" y="1613647"/>
            <a:ext cx="11160123" cy="4462957"/>
          </a:xfrm>
        </p:spPr>
        <p:txBody>
          <a:bodyPr anchor="t">
            <a:normAutofit/>
          </a:bodyPr>
          <a:lstStyle/>
          <a:p>
            <a:pPr algn="ctr"/>
            <a:r>
              <a:rPr lang="es-CO" b="1" noProof="0" dirty="0"/>
              <a:t>Generalizando si ganamos b unidades y perdemos a unidades</a:t>
            </a:r>
          </a:p>
          <a:p>
            <a:pPr algn="ctr"/>
            <a:endParaRPr lang="es-CO" b="1" dirty="0"/>
          </a:p>
          <a:p>
            <a:pPr algn="ctr"/>
            <a:endParaRPr lang="es-CO" b="1" dirty="0"/>
          </a:p>
          <a:p>
            <a:pPr algn="ctr"/>
            <a:endParaRPr lang="es-CO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1D0518-7AEE-E987-C319-062FE24A3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88790"/>
            <a:ext cx="11160125" cy="910401"/>
          </a:xfrm>
        </p:spPr>
        <p:txBody>
          <a:bodyPr>
            <a:normAutofit fontScale="90000"/>
          </a:bodyPr>
          <a:lstStyle/>
          <a:p>
            <a:r>
              <a:rPr lang="es-CO" sz="3600" b="1" noProof="0" dirty="0"/>
              <a:t>Al encontrar los valores óptimos llegamos a una formula – El criterio de Kelly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3DD04CEE-6DC4-AA7F-B14B-9A0B55EB1D52}"/>
                  </a:ext>
                </a:extLst>
              </p:cNvPr>
              <p:cNvSpPr txBox="1"/>
              <p:nvPr/>
            </p:nvSpPr>
            <p:spPr>
              <a:xfrm>
                <a:off x="3622307" y="2413091"/>
                <a:ext cx="5309787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sup>
                      </m:sSup>
                      <m:r>
                        <a:rPr lang="en-US" sz="24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3DD04CEE-6DC4-AA7F-B14B-9A0B55EB1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307" y="2413091"/>
                <a:ext cx="5309787" cy="377667"/>
              </a:xfrm>
              <a:prstGeom prst="rect">
                <a:avLst/>
              </a:prstGeom>
              <a:blipFill>
                <a:blip r:embed="rId2"/>
                <a:stretch>
                  <a:fillRect t="-1613" r="-230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803220A7-A6A1-A47B-0582-5848E5538487}"/>
                  </a:ext>
                </a:extLst>
              </p:cNvPr>
              <p:cNvSpPr txBox="1"/>
              <p:nvPr/>
            </p:nvSpPr>
            <p:spPr>
              <a:xfrm>
                <a:off x="4643419" y="3348561"/>
                <a:ext cx="3267561" cy="7143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4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803220A7-A6A1-A47B-0582-5848E5538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419" y="3348561"/>
                <a:ext cx="3267561" cy="714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4850C0A-4341-79D9-3384-AD9A6B244633}"/>
                  </a:ext>
                </a:extLst>
              </p:cNvPr>
              <p:cNvSpPr txBox="1"/>
              <p:nvPr/>
            </p:nvSpPr>
            <p:spPr>
              <a:xfrm>
                <a:off x="4542339" y="4565237"/>
                <a:ext cx="3469724" cy="595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  <m:r>
                      <a:rPr lang="en-US" sz="26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∗(</m:t>
                    </m:r>
                    <m:f>
                      <m:fPr>
                        <m:ctrlPr>
                          <a:rPr lang="en-US" sz="26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6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6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  <m:r>
                      <a:rPr lang="en-US" sz="2600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6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6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6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6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</m:d>
                        <m:r>
                          <a:rPr lang="en-US" sz="26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6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sz="26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</m:oMath>
                </a14:m>
                <a:r>
                  <a:rPr lang="en-US" sz="2600" b="1" dirty="0">
                    <a:solidFill>
                      <a:schemeClr val="accent5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4850C0A-4341-79D9-3384-AD9A6B244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339" y="4565237"/>
                <a:ext cx="3469724" cy="595997"/>
              </a:xfrm>
              <a:prstGeom prst="rect">
                <a:avLst/>
              </a:prstGeom>
              <a:blipFill>
                <a:blip r:embed="rId4"/>
                <a:stretch>
                  <a:fillRect l="-176" b="-19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B826355-D010-92B4-067C-A1EA94C85922}"/>
                  </a:ext>
                </a:extLst>
              </p:cNvPr>
              <p:cNvSpPr txBox="1"/>
              <p:nvPr/>
            </p:nvSpPr>
            <p:spPr>
              <a:xfrm>
                <a:off x="4542339" y="5663548"/>
                <a:ext cx="3469724" cy="6451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6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  <m:r>
                      <a:rPr lang="en-US" sz="26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sz="26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600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6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6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6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6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</m:d>
                      </m:num>
                      <m:den>
                        <m: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6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2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</m:den>
                    </m:f>
                  </m:oMath>
                </a14:m>
                <a:r>
                  <a:rPr lang="en-US" sz="2600" b="1" dirty="0">
                    <a:solidFill>
                      <a:schemeClr val="accent5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B826355-D010-92B4-067C-A1EA94C85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339" y="5663548"/>
                <a:ext cx="3469724" cy="645177"/>
              </a:xfrm>
              <a:prstGeom prst="rect">
                <a:avLst/>
              </a:prstGeom>
              <a:blipFill>
                <a:blip r:embed="rId5"/>
                <a:stretch>
                  <a:fillRect l="-176" b="-10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06246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donto Express">
      <a:dk1>
        <a:srgbClr val="7F7F7F"/>
      </a:dk1>
      <a:lt1>
        <a:sysClr val="window" lastClr="FFFFFF"/>
      </a:lt1>
      <a:dk2>
        <a:srgbClr val="323F4F"/>
      </a:dk2>
      <a:lt2>
        <a:srgbClr val="E7E6E6"/>
      </a:lt2>
      <a:accent1>
        <a:srgbClr val="1073BA"/>
      </a:accent1>
      <a:accent2>
        <a:srgbClr val="B3B3B3"/>
      </a:accent2>
      <a:accent3>
        <a:srgbClr val="0563C1"/>
      </a:accent3>
      <a:accent4>
        <a:srgbClr val="44546A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21679</TotalTime>
  <Words>3699</Words>
  <Application>Microsoft Office PowerPoint</Application>
  <PresentationFormat>Panorámica</PresentationFormat>
  <Paragraphs>925</Paragraphs>
  <Slides>66</Slides>
  <Notes>2</Notes>
  <HiddenSlides>4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66</vt:i4>
      </vt:variant>
    </vt:vector>
  </HeadingPairs>
  <TitlesOfParts>
    <vt:vector size="72" baseType="lpstr">
      <vt:lpstr>Aptos Narrow</vt:lpstr>
      <vt:lpstr>Arial</vt:lpstr>
      <vt:lpstr>Calibri</vt:lpstr>
      <vt:lpstr>Calibri Light</vt:lpstr>
      <vt:lpstr>Cambria Math</vt:lpstr>
      <vt:lpstr>Tema de Office</vt:lpstr>
      <vt:lpstr>Presentación de PowerPoint</vt:lpstr>
      <vt:lpstr>Disclaimer</vt:lpstr>
      <vt:lpstr>Empecemos…</vt:lpstr>
      <vt:lpstr>Como iniciar en trading - El proceso analítico </vt:lpstr>
      <vt:lpstr>Que vamos a hacer hoy?</vt:lpstr>
      <vt:lpstr>Para que sirve el money management</vt:lpstr>
      <vt:lpstr>Principios de inversión: </vt:lpstr>
      <vt:lpstr>Como tener un buen camino</vt:lpstr>
      <vt:lpstr>Como preservar el capital</vt:lpstr>
      <vt:lpstr>Muchas veces lo que ven no es lo que parece</vt:lpstr>
      <vt:lpstr>Curva de un trader profesional</vt:lpstr>
      <vt:lpstr>Los riesgos en trading</vt:lpstr>
      <vt:lpstr>En trading el juego es: </vt:lpstr>
      <vt:lpstr>Entendamos el riesgo al hacer trading</vt:lpstr>
      <vt:lpstr>No se puede prevenir - Close to open risk</vt:lpstr>
      <vt:lpstr>No se puede prevenir - Limit up or limit down</vt:lpstr>
      <vt:lpstr>No se puede prevenir  - Slippage</vt:lpstr>
      <vt:lpstr>Si se puede prevenir: definir cuanto arriesgar por trade</vt:lpstr>
      <vt:lpstr>Si se puede prevenir: cuanto asignar de pesos en un portafolio</vt:lpstr>
      <vt:lpstr>Como preservar el capital – Volvamos al montañista</vt:lpstr>
      <vt:lpstr>Por que es importante saber cuanto arriesgar</vt:lpstr>
      <vt:lpstr>Hagamos un juego</vt:lpstr>
      <vt:lpstr>Que preguntas salen del experimento</vt:lpstr>
      <vt:lpstr>La parte mas difícil de las perdidas es recuperarlas</vt:lpstr>
      <vt:lpstr>La parte mas difícil de las perdidas es recuperarlas</vt:lpstr>
      <vt:lpstr>El tamaño de la posición vuelve mas probable que no quebremos</vt:lpstr>
      <vt:lpstr>Veamos un ejemplo</vt:lpstr>
      <vt:lpstr>Que significa una ventaja (Edge)</vt:lpstr>
      <vt:lpstr>Noción de valor esperado</vt:lpstr>
      <vt:lpstr>Presentación de PowerPoint</vt:lpstr>
      <vt:lpstr>Cómo saber cuanto arriesgar</vt:lpstr>
      <vt:lpstr>Presentación de PowerPoint</vt:lpstr>
      <vt:lpstr>Cuales son las metodologias que existen</vt:lpstr>
      <vt:lpstr>Cuales son las metodologias que existen</vt:lpstr>
      <vt:lpstr>Cuales son las metodologías que existen</vt:lpstr>
      <vt:lpstr>Como definir el fixed fraction </vt:lpstr>
      <vt:lpstr>Veamos como funciona la decisión para un solo periodo</vt:lpstr>
      <vt:lpstr>Formalicemos como saber el valor optimo – Fixed Fraction</vt:lpstr>
      <vt:lpstr>Al encontrar los valores óptimos llegamos a una formula – El criterio de Kelly</vt:lpstr>
      <vt:lpstr>Cual es el problema con Kelly? El Riesgo de quiebra</vt:lpstr>
      <vt:lpstr>Que pasa si tenemos varias perdidas consecutivas</vt:lpstr>
      <vt:lpstr>Cual es el problema con Kelly? Asume que siempre recibimos a y perdemos b</vt:lpstr>
      <vt:lpstr>La solución a un path de retornos es el f optimo – Ralph Vince</vt:lpstr>
      <vt:lpstr>La solución para el drawdown es limitar la perdida</vt:lpstr>
      <vt:lpstr>Como identificamos el risk reward</vt:lpstr>
      <vt:lpstr>Ejemplo 1</vt:lpstr>
      <vt:lpstr>Ejemplo 2</vt:lpstr>
      <vt:lpstr>Ejemplo 3</vt:lpstr>
      <vt:lpstr>Ejemplo 4</vt:lpstr>
      <vt:lpstr>Ejemplo 5</vt:lpstr>
      <vt:lpstr>Estrategia simple para iniciar</vt:lpstr>
      <vt:lpstr>Retomemos los 3 ejes:</vt:lpstr>
      <vt:lpstr>1. Vamos a definir dos tipos de capital </vt:lpstr>
      <vt:lpstr>Cuanto vamos a arriesgar para no perder todo</vt:lpstr>
      <vt:lpstr>2. Las reglas para la administración de riesgo</vt:lpstr>
      <vt:lpstr>Presentación de PowerPoint</vt:lpstr>
      <vt:lpstr>Como preservar ganancias</vt:lpstr>
      <vt:lpstr>3. Rentabilidad consistente, cómo hacerlo?</vt:lpstr>
      <vt:lpstr>4. Retornos superiores</vt:lpstr>
      <vt:lpstr>Ejemplo: </vt:lpstr>
      <vt:lpstr>Conclusiones: </vt:lpstr>
      <vt:lpstr>Anexos kelly</vt:lpstr>
      <vt:lpstr>Formalicemos como saber el valor optimo – Fixed Fraction</vt:lpstr>
      <vt:lpstr>Formalicemos como saber el valor optimo – Fixed Fraction</vt:lpstr>
      <vt:lpstr>Formalicemos como saber el valor optimo – Fixed Fraction</vt:lpstr>
      <vt:lpstr>Al encontrar los valores óptimos llegamos a una formula – El criterio de Kelly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Roberto Rodriguez</dc:creator>
  <cp:lastModifiedBy>Juan David Suarez</cp:lastModifiedBy>
  <cp:revision>163</cp:revision>
  <dcterms:created xsi:type="dcterms:W3CDTF">2018-12-09T19:48:54Z</dcterms:created>
  <dcterms:modified xsi:type="dcterms:W3CDTF">2026-09-16T22:31:40Z</dcterms:modified>
</cp:coreProperties>
</file>